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13.fntdata" ContentType="application/x-fontdata"/>
  <Override PartName="/ppt/fonts/font14.fntdata" ContentType="application/x-fontdata"/>
  <Override PartName="/ppt/fonts/font15.fntdata" ContentType="application/x-fontdata"/>
  <Override PartName="/ppt/fonts/font16.fntdata" ContentType="application/x-fontdata"/>
  <Override PartName="/ppt/fonts/font17.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4"/>
  </p:notesMasterIdLst>
  <p:sldIdLst>
    <p:sldId id="256" r:id="rId3"/>
    <p:sldId id="258" r:id="rId5"/>
    <p:sldId id="259" r:id="rId6"/>
    <p:sldId id="260" r:id="rId7"/>
    <p:sldId id="261" r:id="rId8"/>
    <p:sldId id="262" r:id="rId9"/>
    <p:sldId id="263" r:id="rId10"/>
    <p:sldId id="264" r:id="rId11"/>
    <p:sldId id="265" r:id="rId12"/>
    <p:sldId id="266" r:id="rId13"/>
    <p:sldId id="267" r:id="rId14"/>
    <p:sldId id="269" r:id="rId15"/>
    <p:sldId id="275" r:id="rId16"/>
    <p:sldId id="270" r:id="rId17"/>
  </p:sldIdLst>
  <p:sldSz cx="12192000" cy="6858000"/>
  <p:notesSz cx="6858000" cy="12192000"/>
  <p:embeddedFontLst>
    <p:embeddedFont>
      <p:font typeface="Quattrocento Sans" panose="020B0502050000020003" pitchFamily="34" charset="0"/>
      <p:regular r:id="rId21"/>
    </p:embeddedFont>
    <p:embeddedFont>
      <p:font typeface="Quattrocento Sans" panose="020B0502050000020003" pitchFamily="34" charset="-122"/>
      <p:regular r:id="rId22"/>
    </p:embeddedFont>
    <p:embeddedFont>
      <p:font typeface="Quattrocento Sans" panose="020B0502050000020003" pitchFamily="34" charset="-120"/>
      <p:regular r:id="rId23"/>
    </p:embeddedFont>
    <p:embeddedFont>
      <p:font typeface="Hedvig Letters Sans" pitchFamily="34" charset="0"/>
      <p:regular r:id="rId24"/>
    </p:embeddedFont>
    <p:embeddedFont>
      <p:font typeface="Hedvig Letters Sans" pitchFamily="34" charset="-122"/>
      <p:regular r:id="rId25"/>
    </p:embeddedFont>
    <p:embeddedFont>
      <p:font typeface="Hedvig Letters Sans" pitchFamily="34" charset="-120"/>
      <p:regular r:id="rId26"/>
    </p:embeddedFont>
    <p:embeddedFont>
      <p:font typeface="Liter" panose="02000503030000020004" pitchFamily="34" charset="0"/>
      <p:regular r:id="rId27"/>
    </p:embeddedFont>
    <p:embeddedFont>
      <p:font typeface="Liter" panose="02000503030000020004" pitchFamily="34" charset="-122"/>
      <p:regular r:id="rId28"/>
    </p:embeddedFont>
    <p:embeddedFont>
      <p:font typeface="Liter" panose="02000503030000020004" pitchFamily="34" charset="-120"/>
      <p:regular r:id="rId29"/>
    </p:embeddedFont>
    <p:embeddedFont>
      <p:font typeface="MiSans" pitchFamily="34" charset="-122"/>
      <p:regular r:id="rId30"/>
    </p:embeddedFont>
    <p:embeddedFont>
      <p:font typeface="MiSans" pitchFamily="34" charset="-120"/>
      <p:regular r:id="rId31"/>
    </p:embeddedFont>
    <p:embeddedFont>
      <p:font typeface="Microsoft YaHei" panose="020B0503020204020204" pitchFamily="34" charset="-122"/>
      <p:regular r:id="rId32"/>
    </p:embeddedFont>
    <p:embeddedFont>
      <p:font typeface="Microsoft YaHei" panose="020B0503020204020204" pitchFamily="34" charset="-120"/>
      <p:regular r:id="rId33"/>
    </p:embeddedFont>
    <p:embeddedFont>
      <p:font typeface="Calibri" panose="020F0502020204030204" charset="0"/>
      <p:regular r:id="rId34"/>
      <p:bold r:id="rId35"/>
      <p:italic r:id="rId36"/>
      <p:boldItalic r:id="rId3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7" Type="http://schemas.openxmlformats.org/officeDocument/2006/relationships/font" Target="fonts/font17.fntdata"/><Relationship Id="rId36" Type="http://schemas.openxmlformats.org/officeDocument/2006/relationships/font" Target="fonts/font16.fntdata"/><Relationship Id="rId35" Type="http://schemas.openxmlformats.org/officeDocument/2006/relationships/font" Target="fonts/font15.fntdata"/><Relationship Id="rId34" Type="http://schemas.openxmlformats.org/officeDocument/2006/relationships/font" Target="fonts/font14.fntdata"/><Relationship Id="rId33" Type="http://schemas.openxmlformats.org/officeDocument/2006/relationships/font" Target="fonts/font13.fntdata"/><Relationship Id="rId32" Type="http://schemas.openxmlformats.org/officeDocument/2006/relationships/font" Target="fonts/font12.fntdata"/><Relationship Id="rId31" Type="http://schemas.openxmlformats.org/officeDocument/2006/relationships/font" Target="fonts/font11.fntdata"/><Relationship Id="rId30" Type="http://schemas.openxmlformats.org/officeDocument/2006/relationships/font" Target="fonts/font10.fntdata"/><Relationship Id="rId3" Type="http://schemas.openxmlformats.org/officeDocument/2006/relationships/slide" Target="slides/slide1.xml"/><Relationship Id="rId29" Type="http://schemas.openxmlformats.org/officeDocument/2006/relationships/font" Target="fonts/font9.fntdata"/><Relationship Id="rId28" Type="http://schemas.openxmlformats.org/officeDocument/2006/relationships/font" Target="fonts/font8.fntdata"/><Relationship Id="rId27" Type="http://schemas.openxmlformats.org/officeDocument/2006/relationships/font" Target="fonts/font7.fntdata"/><Relationship Id="rId26" Type="http://schemas.openxmlformats.org/officeDocument/2006/relationships/font" Target="fonts/font6.fntdata"/><Relationship Id="rId25" Type="http://schemas.openxmlformats.org/officeDocument/2006/relationships/font" Target="fonts/font5.fntdata"/><Relationship Id="rId24" Type="http://schemas.openxmlformats.org/officeDocument/2006/relationships/font" Target="fonts/font4.fntdata"/><Relationship Id="rId23" Type="http://schemas.openxmlformats.org/officeDocument/2006/relationships/font" Target="fonts/font3.fntdata"/><Relationship Id="rId22" Type="http://schemas.openxmlformats.org/officeDocument/2006/relationships/font" Target="fonts/font2.fntdata"/><Relationship Id="rId21" Type="http://schemas.openxmlformats.org/officeDocument/2006/relationships/font" Target="fonts/font1.fntdata"/><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image" Target="../media/image4.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pic>
        <p:nvPicPr>
          <p:cNvPr id="2" name="Image 0" descr="https://kimi-web-img.moonshot.cn/img/celestialsys.com/162102891bd340a9de05cc83440c58177d2d39c2.png"/>
          <p:cNvPicPr>
            <a:picLocks noChangeAspect="1"/>
          </p:cNvPicPr>
          <p:nvPr/>
        </p:nvPicPr>
        <p:blipFill>
          <a:blip r:embed="rId1">
            <a:alphaModFix amt="20000"/>
          </a:blip>
          <a:srcRect l="3481" r="3481"/>
          <a:stretch>
            <a:fillRect/>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flip="none" rotWithShape="1">
            <a:gsLst>
              <a:gs pos="0">
                <a:srgbClr val="2D3748">
                  <a:alpha val="95000"/>
                </a:srgbClr>
              </a:gs>
              <a:gs pos="50000">
                <a:srgbClr val="2D3748">
                  <a:alpha val="90000"/>
                </a:srgbClr>
              </a:gs>
              <a:gs pos="100000">
                <a:srgbClr val="4A5568">
                  <a:alpha val="85000"/>
                </a:srgbClr>
              </a:gs>
            </a:gsLst>
            <a:lin ang="2700000" scaled="1"/>
          </a:gradFill>
        </p:spPr>
        <p:txBody>
          <a:bodyPr/>
          <a:p>
            <a:endParaRPr lang="en-US"/>
          </a:p>
        </p:txBody>
      </p:sp>
      <p:sp>
        <p:nvSpPr>
          <p:cNvPr id="4" name="Shape 1"/>
          <p:cNvSpPr/>
          <p:nvPr/>
        </p:nvSpPr>
        <p:spPr>
          <a:xfrm>
            <a:off x="381000" y="381000"/>
            <a:ext cx="1657350" cy="495300"/>
          </a:xfrm>
          <a:custGeom>
            <a:avLst/>
            <a:gdLst/>
            <a:ahLst/>
            <a:cxnLst/>
            <a:rect l="l" t="t" r="r" b="b"/>
            <a:pathLst>
              <a:path w="1657350" h="495300">
                <a:moveTo>
                  <a:pt x="76202" y="0"/>
                </a:moveTo>
                <a:lnTo>
                  <a:pt x="1581148" y="0"/>
                </a:lnTo>
                <a:cubicBezTo>
                  <a:pt x="1623233" y="0"/>
                  <a:pt x="1657350" y="34117"/>
                  <a:pt x="1657350" y="76202"/>
                </a:cubicBezTo>
                <a:lnTo>
                  <a:pt x="1657350" y="419098"/>
                </a:lnTo>
                <a:cubicBezTo>
                  <a:pt x="1657350" y="461183"/>
                  <a:pt x="1623233" y="495300"/>
                  <a:pt x="1581148" y="495300"/>
                </a:cubicBezTo>
                <a:lnTo>
                  <a:pt x="76202" y="495300"/>
                </a:lnTo>
                <a:cubicBezTo>
                  <a:pt x="34117" y="495300"/>
                  <a:pt x="0" y="461183"/>
                  <a:pt x="0" y="419098"/>
                </a:cubicBezTo>
                <a:lnTo>
                  <a:pt x="0" y="76202"/>
                </a:lnTo>
                <a:cubicBezTo>
                  <a:pt x="0" y="34117"/>
                  <a:pt x="34117" y="0"/>
                  <a:pt x="76202" y="0"/>
                </a:cubicBezTo>
                <a:close/>
              </a:path>
            </a:pathLst>
          </a:custGeom>
          <a:solidFill>
            <a:srgbClr val="4A5568"/>
          </a:solidFill>
        </p:spPr>
      </p:sp>
      <p:sp>
        <p:nvSpPr>
          <p:cNvPr id="5" name="Text 2"/>
          <p:cNvSpPr/>
          <p:nvPr/>
        </p:nvSpPr>
        <p:spPr>
          <a:xfrm>
            <a:off x="609600" y="495300"/>
            <a:ext cx="1285875" cy="266700"/>
          </a:xfrm>
          <a:prstGeom prst="rect">
            <a:avLst/>
          </a:prstGeom>
          <a:noFill/>
        </p:spPr>
        <p:txBody>
          <a:bodyPr wrap="square" lIns="0" tIns="0" rIns="0" bIns="0" rtlCol="0" anchor="ctr"/>
          <a:lstStyle/>
          <a:p>
            <a:pPr>
              <a:lnSpc>
                <a:spcPct val="130000"/>
              </a:lnSpc>
            </a:pPr>
            <a:r>
              <a:rPr lang="en-US" sz="1350" b="1" kern="0" spc="135" dirty="0">
                <a:solidFill>
                  <a:srgbClr val="E2E8F0"/>
                </a:solidFill>
                <a:latin typeface="Quattrocento Sans" panose="020B0502050000020003" pitchFamily="34" charset="0"/>
                <a:ea typeface="Quattrocento Sans" panose="020B0502050000020003" pitchFamily="34" charset="-122"/>
                <a:cs typeface="Quattrocento Sans" panose="020B0502050000020003" pitchFamily="34" charset="-120"/>
              </a:rPr>
              <a:t>SQE PROJECT</a:t>
            </a:r>
            <a:endParaRPr lang="en-US" sz="1600" dirty="0"/>
          </a:p>
        </p:txBody>
      </p:sp>
      <p:sp>
        <p:nvSpPr>
          <p:cNvPr id="6" name="Text 3"/>
          <p:cNvSpPr/>
          <p:nvPr/>
        </p:nvSpPr>
        <p:spPr>
          <a:xfrm>
            <a:off x="381000" y="1619250"/>
            <a:ext cx="6543675" cy="1714500"/>
          </a:xfrm>
          <a:prstGeom prst="rect">
            <a:avLst/>
          </a:prstGeom>
          <a:noFill/>
        </p:spPr>
        <p:txBody>
          <a:bodyPr wrap="square" lIns="0" tIns="0" rIns="0" bIns="0" rtlCol="0" anchor="ctr"/>
          <a:lstStyle/>
          <a:p>
            <a:pPr>
              <a:lnSpc>
                <a:spcPct val="100000"/>
              </a:lnSpc>
            </a:pPr>
            <a:r>
              <a:rPr lang="en-US" sz="5400" b="1" dirty="0">
                <a:solidFill>
                  <a:srgbClr val="E2E8F0"/>
                </a:solidFill>
                <a:latin typeface="Hedvig Letters Sans" pitchFamily="34" charset="0"/>
                <a:ea typeface="Hedvig Letters Sans" pitchFamily="34" charset="-122"/>
                <a:cs typeface="Hedvig Letters Sans" pitchFamily="34" charset="-120"/>
              </a:rPr>
              <a:t>Selenium</a:t>
            </a:r>
            <a:endParaRPr lang="en-US" sz="1600" dirty="0"/>
          </a:p>
          <a:p>
            <a:pPr>
              <a:lnSpc>
                <a:spcPct val="100000"/>
              </a:lnSpc>
            </a:pPr>
            <a:r>
              <a:rPr lang="en-US" sz="5400" b="1" dirty="0">
                <a:solidFill>
                  <a:srgbClr val="E2E8F0"/>
                </a:solidFill>
                <a:latin typeface="Hedvig Letters Sans" pitchFamily="34" charset="0"/>
                <a:ea typeface="Hedvig Letters Sans" pitchFamily="34" charset="-122"/>
                <a:cs typeface="Hedvig Letters Sans" pitchFamily="34" charset="-120"/>
              </a:rPr>
              <a:t>Automation Testing</a:t>
            </a:r>
            <a:endParaRPr lang="en-US" sz="1600" dirty="0"/>
          </a:p>
        </p:txBody>
      </p:sp>
      <p:sp>
        <p:nvSpPr>
          <p:cNvPr id="7" name="Shape 4"/>
          <p:cNvSpPr/>
          <p:nvPr/>
        </p:nvSpPr>
        <p:spPr>
          <a:xfrm>
            <a:off x="381000" y="3562350"/>
            <a:ext cx="1219200" cy="38100"/>
          </a:xfrm>
          <a:custGeom>
            <a:avLst/>
            <a:gdLst/>
            <a:ahLst/>
            <a:cxnLst/>
            <a:rect l="l" t="t" r="r" b="b"/>
            <a:pathLst>
              <a:path w="1219200" h="38100">
                <a:moveTo>
                  <a:pt x="0" y="0"/>
                </a:moveTo>
                <a:lnTo>
                  <a:pt x="1219200" y="0"/>
                </a:lnTo>
                <a:lnTo>
                  <a:pt x="1219200" y="38100"/>
                </a:lnTo>
                <a:lnTo>
                  <a:pt x="0" y="38100"/>
                </a:lnTo>
                <a:lnTo>
                  <a:pt x="0" y="0"/>
                </a:lnTo>
                <a:close/>
              </a:path>
            </a:pathLst>
          </a:custGeom>
          <a:solidFill>
            <a:srgbClr val="718096"/>
          </a:solidFill>
        </p:spPr>
      </p:sp>
      <p:sp>
        <p:nvSpPr>
          <p:cNvPr id="8" name="Text 5"/>
          <p:cNvSpPr/>
          <p:nvPr/>
        </p:nvSpPr>
        <p:spPr>
          <a:xfrm>
            <a:off x="381000" y="3829050"/>
            <a:ext cx="6343650" cy="342900"/>
          </a:xfrm>
          <a:prstGeom prst="rect">
            <a:avLst/>
          </a:prstGeom>
          <a:noFill/>
        </p:spPr>
        <p:txBody>
          <a:bodyPr wrap="square" lIns="0" tIns="0" rIns="0" bIns="0" rtlCol="0" anchor="ctr"/>
          <a:lstStyle/>
          <a:p>
            <a:pPr>
              <a:lnSpc>
                <a:spcPct val="100000"/>
              </a:lnSpc>
            </a:pPr>
            <a:r>
              <a:rPr lang="en-US" sz="2250" dirty="0">
                <a:solidFill>
                  <a:srgbClr val="E2E8F0"/>
                </a:solidFill>
                <a:latin typeface="Quattrocento Sans" panose="020B0502050000020003" pitchFamily="34" charset="0"/>
                <a:ea typeface="Quattrocento Sans" panose="020B0502050000020003" pitchFamily="34" charset="-122"/>
                <a:cs typeface="Quattrocento Sans" panose="020B0502050000020003" pitchFamily="34" charset="-120"/>
              </a:rPr>
              <a:t>Software Quality Engineering</a:t>
            </a:r>
            <a:endParaRPr lang="en-US" sz="1600" dirty="0"/>
          </a:p>
        </p:txBody>
      </p:sp>
      <p:sp>
        <p:nvSpPr>
          <p:cNvPr id="9" name="Shape 6"/>
          <p:cNvSpPr/>
          <p:nvPr/>
        </p:nvSpPr>
        <p:spPr>
          <a:xfrm>
            <a:off x="400050" y="4629150"/>
            <a:ext cx="2962275" cy="1104900"/>
          </a:xfrm>
          <a:custGeom>
            <a:avLst/>
            <a:gdLst/>
            <a:ahLst/>
            <a:cxnLst/>
            <a:rect l="l" t="t" r="r" b="b"/>
            <a:pathLst>
              <a:path w="2962275" h="1104900">
                <a:moveTo>
                  <a:pt x="38100" y="0"/>
                </a:moveTo>
                <a:lnTo>
                  <a:pt x="2886070" y="0"/>
                </a:lnTo>
                <a:cubicBezTo>
                  <a:pt x="2928157" y="0"/>
                  <a:pt x="2962275" y="34118"/>
                  <a:pt x="2962275" y="76205"/>
                </a:cubicBezTo>
                <a:lnTo>
                  <a:pt x="2962275" y="1028695"/>
                </a:lnTo>
                <a:cubicBezTo>
                  <a:pt x="2962275" y="1070782"/>
                  <a:pt x="2928157" y="1104900"/>
                  <a:pt x="2886070" y="1104900"/>
                </a:cubicBezTo>
                <a:lnTo>
                  <a:pt x="38100" y="1104900"/>
                </a:lnTo>
                <a:cubicBezTo>
                  <a:pt x="17072" y="1104900"/>
                  <a:pt x="0" y="1087828"/>
                  <a:pt x="0" y="1066800"/>
                </a:cubicBezTo>
                <a:lnTo>
                  <a:pt x="0" y="38100"/>
                </a:lnTo>
                <a:cubicBezTo>
                  <a:pt x="0" y="17072"/>
                  <a:pt x="17072" y="0"/>
                  <a:pt x="38100" y="0"/>
                </a:cubicBezTo>
                <a:close/>
              </a:path>
            </a:pathLst>
          </a:custGeom>
          <a:solidFill>
            <a:srgbClr val="E2E8F0">
              <a:alpha val="10196"/>
            </a:srgbClr>
          </a:solidFill>
        </p:spPr>
      </p:sp>
      <p:sp>
        <p:nvSpPr>
          <p:cNvPr id="10" name="Shape 7"/>
          <p:cNvSpPr/>
          <p:nvPr/>
        </p:nvSpPr>
        <p:spPr>
          <a:xfrm>
            <a:off x="400050" y="4629150"/>
            <a:ext cx="38100" cy="1104900"/>
          </a:xfrm>
          <a:custGeom>
            <a:avLst/>
            <a:gdLst/>
            <a:ahLst/>
            <a:cxnLst/>
            <a:rect l="l" t="t" r="r" b="b"/>
            <a:pathLst>
              <a:path w="38100" h="1104900">
                <a:moveTo>
                  <a:pt x="38100" y="0"/>
                </a:moveTo>
                <a:lnTo>
                  <a:pt x="38100" y="0"/>
                </a:lnTo>
                <a:lnTo>
                  <a:pt x="38100" y="1104900"/>
                </a:lnTo>
                <a:lnTo>
                  <a:pt x="38100" y="1104900"/>
                </a:lnTo>
                <a:cubicBezTo>
                  <a:pt x="17072" y="1104900"/>
                  <a:pt x="0" y="1087828"/>
                  <a:pt x="0" y="1066800"/>
                </a:cubicBezTo>
                <a:lnTo>
                  <a:pt x="0" y="38100"/>
                </a:lnTo>
                <a:cubicBezTo>
                  <a:pt x="0" y="17072"/>
                  <a:pt x="17072" y="0"/>
                  <a:pt x="38100" y="0"/>
                </a:cubicBezTo>
                <a:close/>
              </a:path>
            </a:pathLst>
          </a:custGeom>
          <a:solidFill>
            <a:srgbClr val="718096"/>
          </a:solidFill>
        </p:spPr>
      </p:sp>
      <p:sp>
        <p:nvSpPr>
          <p:cNvPr id="11" name="Text 8"/>
          <p:cNvSpPr/>
          <p:nvPr/>
        </p:nvSpPr>
        <p:spPr>
          <a:xfrm>
            <a:off x="609600" y="4819650"/>
            <a:ext cx="2628900" cy="190500"/>
          </a:xfrm>
          <a:prstGeom prst="rect">
            <a:avLst/>
          </a:prstGeom>
          <a:noFill/>
        </p:spPr>
        <p:txBody>
          <a:bodyPr wrap="square" lIns="0" tIns="0" rIns="0" bIns="0" rtlCol="0" anchor="ctr"/>
          <a:lstStyle/>
          <a:p>
            <a:pPr>
              <a:lnSpc>
                <a:spcPct val="120000"/>
              </a:lnSpc>
            </a:pPr>
            <a:r>
              <a:rPr lang="en-US" sz="1050" dirty="0">
                <a:solidFill>
                  <a:srgbClr val="E2E8F0">
                    <a:alpha val="70000"/>
                  </a:srgbClr>
                </a:solidFill>
                <a:latin typeface="Quattrocento Sans" panose="020B0502050000020003" pitchFamily="34" charset="0"/>
                <a:ea typeface="Quattrocento Sans" panose="020B0502050000020003" pitchFamily="34" charset="-122"/>
                <a:cs typeface="Quattrocento Sans" panose="020B0502050000020003" pitchFamily="34" charset="-120"/>
              </a:rPr>
              <a:t>TEAM MEMBERS</a:t>
            </a:r>
            <a:endParaRPr lang="en-US" sz="1600" dirty="0"/>
          </a:p>
        </p:txBody>
      </p:sp>
      <p:sp>
        <p:nvSpPr>
          <p:cNvPr id="12" name="Text 9"/>
          <p:cNvSpPr/>
          <p:nvPr/>
        </p:nvSpPr>
        <p:spPr>
          <a:xfrm>
            <a:off x="609600" y="5048250"/>
            <a:ext cx="2657475" cy="266700"/>
          </a:xfrm>
          <a:prstGeom prst="rect">
            <a:avLst/>
          </a:prstGeom>
          <a:noFill/>
        </p:spPr>
        <p:txBody>
          <a:bodyPr wrap="square" lIns="0" tIns="0" rIns="0" bIns="0" rtlCol="0" anchor="ctr"/>
          <a:lstStyle/>
          <a:p>
            <a:pPr>
              <a:lnSpc>
                <a:spcPct val="120000"/>
              </a:lnSpc>
            </a:pPr>
            <a:r>
              <a:rPr lang="en-US" sz="1500" b="1" dirty="0">
                <a:solidFill>
                  <a:srgbClr val="E2E8F0"/>
                </a:solidFill>
                <a:latin typeface="Quattrocento Sans" panose="020B0502050000020003" pitchFamily="34" charset="0"/>
                <a:ea typeface="Quattrocento Sans" panose="020B0502050000020003" pitchFamily="34" charset="-122"/>
                <a:cs typeface="Quattrocento Sans" panose="020B0502050000020003" pitchFamily="34" charset="-120"/>
              </a:rPr>
              <a:t>M. TALHA FAROOQI</a:t>
            </a:r>
            <a:endParaRPr lang="en-US" sz="1600" dirty="0"/>
          </a:p>
        </p:txBody>
      </p:sp>
      <p:sp>
        <p:nvSpPr>
          <p:cNvPr id="13" name="Text 10"/>
          <p:cNvSpPr/>
          <p:nvPr/>
        </p:nvSpPr>
        <p:spPr>
          <a:xfrm>
            <a:off x="609600" y="5314950"/>
            <a:ext cx="2638425" cy="228600"/>
          </a:xfrm>
          <a:prstGeom prst="rect">
            <a:avLst/>
          </a:prstGeom>
          <a:noFill/>
        </p:spPr>
        <p:txBody>
          <a:bodyPr wrap="square" lIns="0" tIns="0" rIns="0" bIns="0" rtlCol="0" anchor="ctr"/>
          <a:lstStyle/>
          <a:p>
            <a:pPr>
              <a:lnSpc>
                <a:spcPct val="130000"/>
              </a:lnSpc>
            </a:pPr>
            <a:r>
              <a:rPr lang="en-US" sz="1200" dirty="0">
                <a:solidFill>
                  <a:srgbClr val="E2E8F0">
                    <a:alpha val="80000"/>
                  </a:srgbClr>
                </a:solidFill>
                <a:latin typeface="Quattrocento Sans" panose="020B0502050000020003" pitchFamily="34" charset="0"/>
                <a:ea typeface="Quattrocento Sans" panose="020B0502050000020003" pitchFamily="34" charset="-122"/>
                <a:cs typeface="Quattrocento Sans" panose="020B0502050000020003" pitchFamily="34" charset="-120"/>
              </a:rPr>
              <a:t>F2022065010</a:t>
            </a:r>
            <a:endParaRPr lang="en-US" sz="1600" dirty="0"/>
          </a:p>
        </p:txBody>
      </p:sp>
      <p:sp>
        <p:nvSpPr>
          <p:cNvPr id="14" name="Shape 11"/>
          <p:cNvSpPr/>
          <p:nvPr/>
        </p:nvSpPr>
        <p:spPr>
          <a:xfrm>
            <a:off x="3612753" y="4629150"/>
            <a:ext cx="2962275" cy="1104900"/>
          </a:xfrm>
          <a:custGeom>
            <a:avLst/>
            <a:gdLst/>
            <a:ahLst/>
            <a:cxnLst/>
            <a:rect l="l" t="t" r="r" b="b"/>
            <a:pathLst>
              <a:path w="2962275" h="1104900">
                <a:moveTo>
                  <a:pt x="38100" y="0"/>
                </a:moveTo>
                <a:lnTo>
                  <a:pt x="2886070" y="0"/>
                </a:lnTo>
                <a:cubicBezTo>
                  <a:pt x="2928157" y="0"/>
                  <a:pt x="2962275" y="34118"/>
                  <a:pt x="2962275" y="76205"/>
                </a:cubicBezTo>
                <a:lnTo>
                  <a:pt x="2962275" y="1028695"/>
                </a:lnTo>
                <a:cubicBezTo>
                  <a:pt x="2962275" y="1070782"/>
                  <a:pt x="2928157" y="1104900"/>
                  <a:pt x="2886070" y="1104900"/>
                </a:cubicBezTo>
                <a:lnTo>
                  <a:pt x="38100" y="1104900"/>
                </a:lnTo>
                <a:cubicBezTo>
                  <a:pt x="17072" y="1104900"/>
                  <a:pt x="0" y="1087828"/>
                  <a:pt x="0" y="1066800"/>
                </a:cubicBezTo>
                <a:lnTo>
                  <a:pt x="0" y="38100"/>
                </a:lnTo>
                <a:cubicBezTo>
                  <a:pt x="0" y="17072"/>
                  <a:pt x="17072" y="0"/>
                  <a:pt x="38100" y="0"/>
                </a:cubicBezTo>
                <a:close/>
              </a:path>
            </a:pathLst>
          </a:custGeom>
          <a:solidFill>
            <a:srgbClr val="E2E8F0">
              <a:alpha val="10196"/>
            </a:srgbClr>
          </a:solidFill>
        </p:spPr>
      </p:sp>
      <p:sp>
        <p:nvSpPr>
          <p:cNvPr id="15" name="Shape 12"/>
          <p:cNvSpPr/>
          <p:nvPr/>
        </p:nvSpPr>
        <p:spPr>
          <a:xfrm>
            <a:off x="3612753" y="4629150"/>
            <a:ext cx="38100" cy="1104900"/>
          </a:xfrm>
          <a:custGeom>
            <a:avLst/>
            <a:gdLst/>
            <a:ahLst/>
            <a:cxnLst/>
            <a:rect l="l" t="t" r="r" b="b"/>
            <a:pathLst>
              <a:path w="38100" h="1104900">
                <a:moveTo>
                  <a:pt x="38100" y="0"/>
                </a:moveTo>
                <a:lnTo>
                  <a:pt x="38100" y="0"/>
                </a:lnTo>
                <a:lnTo>
                  <a:pt x="38100" y="1104900"/>
                </a:lnTo>
                <a:lnTo>
                  <a:pt x="38100" y="1104900"/>
                </a:lnTo>
                <a:cubicBezTo>
                  <a:pt x="17072" y="1104900"/>
                  <a:pt x="0" y="1087828"/>
                  <a:pt x="0" y="1066800"/>
                </a:cubicBezTo>
                <a:lnTo>
                  <a:pt x="0" y="38100"/>
                </a:lnTo>
                <a:cubicBezTo>
                  <a:pt x="0" y="17072"/>
                  <a:pt x="17072" y="0"/>
                  <a:pt x="38100" y="0"/>
                </a:cubicBezTo>
                <a:close/>
              </a:path>
            </a:pathLst>
          </a:custGeom>
          <a:solidFill>
            <a:srgbClr val="718096"/>
          </a:solidFill>
        </p:spPr>
      </p:sp>
      <p:sp>
        <p:nvSpPr>
          <p:cNvPr id="16" name="Text 13"/>
          <p:cNvSpPr/>
          <p:nvPr/>
        </p:nvSpPr>
        <p:spPr>
          <a:xfrm>
            <a:off x="3822303" y="4819650"/>
            <a:ext cx="2628900" cy="190500"/>
          </a:xfrm>
          <a:prstGeom prst="rect">
            <a:avLst/>
          </a:prstGeom>
          <a:noFill/>
        </p:spPr>
        <p:txBody>
          <a:bodyPr wrap="square" lIns="0" tIns="0" rIns="0" bIns="0" rtlCol="0" anchor="ctr"/>
          <a:lstStyle/>
          <a:p>
            <a:pPr>
              <a:lnSpc>
                <a:spcPct val="120000"/>
              </a:lnSpc>
            </a:pPr>
            <a:r>
              <a:rPr lang="en-US" sz="1050" dirty="0">
                <a:solidFill>
                  <a:srgbClr val="E2E8F0">
                    <a:alpha val="70000"/>
                  </a:srgbClr>
                </a:solidFill>
                <a:latin typeface="Quattrocento Sans" panose="020B0502050000020003" pitchFamily="34" charset="0"/>
                <a:ea typeface="Quattrocento Sans" panose="020B0502050000020003" pitchFamily="34" charset="-122"/>
                <a:cs typeface="Quattrocento Sans" panose="020B0502050000020003" pitchFamily="34" charset="-120"/>
              </a:rPr>
              <a:t>TEAM MEMBERS</a:t>
            </a:r>
            <a:endParaRPr lang="en-US" sz="1600" dirty="0"/>
          </a:p>
        </p:txBody>
      </p:sp>
      <p:sp>
        <p:nvSpPr>
          <p:cNvPr id="17" name="Text 14"/>
          <p:cNvSpPr/>
          <p:nvPr/>
        </p:nvSpPr>
        <p:spPr>
          <a:xfrm>
            <a:off x="3822303" y="5048250"/>
            <a:ext cx="2657475" cy="266700"/>
          </a:xfrm>
          <a:prstGeom prst="rect">
            <a:avLst/>
          </a:prstGeom>
          <a:noFill/>
        </p:spPr>
        <p:txBody>
          <a:bodyPr wrap="square" lIns="0" tIns="0" rIns="0" bIns="0" rtlCol="0" anchor="ctr"/>
          <a:lstStyle/>
          <a:p>
            <a:pPr>
              <a:lnSpc>
                <a:spcPct val="120000"/>
              </a:lnSpc>
            </a:pPr>
            <a:r>
              <a:rPr lang="en-US" sz="1500" b="1" dirty="0">
                <a:solidFill>
                  <a:srgbClr val="E2E8F0"/>
                </a:solidFill>
                <a:latin typeface="Quattrocento Sans" panose="020B0502050000020003" pitchFamily="34" charset="0"/>
                <a:ea typeface="Quattrocento Sans" panose="020B0502050000020003" pitchFamily="34" charset="-122"/>
                <a:cs typeface="Quattrocento Sans" panose="020B0502050000020003" pitchFamily="34" charset="-120"/>
              </a:rPr>
              <a:t>HUSNAIN ASLAM</a:t>
            </a:r>
            <a:endParaRPr lang="en-US" sz="1600" dirty="0"/>
          </a:p>
        </p:txBody>
      </p:sp>
      <p:sp>
        <p:nvSpPr>
          <p:cNvPr id="18" name="Text 15"/>
          <p:cNvSpPr/>
          <p:nvPr/>
        </p:nvSpPr>
        <p:spPr>
          <a:xfrm>
            <a:off x="3822303" y="5314950"/>
            <a:ext cx="2638425" cy="228600"/>
          </a:xfrm>
          <a:prstGeom prst="rect">
            <a:avLst/>
          </a:prstGeom>
          <a:noFill/>
        </p:spPr>
        <p:txBody>
          <a:bodyPr wrap="square" lIns="0" tIns="0" rIns="0" bIns="0" rtlCol="0" anchor="ctr"/>
          <a:lstStyle/>
          <a:p>
            <a:pPr>
              <a:lnSpc>
                <a:spcPct val="130000"/>
              </a:lnSpc>
            </a:pPr>
            <a:r>
              <a:rPr lang="en-US" sz="1200" dirty="0">
                <a:solidFill>
                  <a:srgbClr val="E2E8F0">
                    <a:alpha val="80000"/>
                  </a:srgbClr>
                </a:solidFill>
                <a:latin typeface="Quattrocento Sans" panose="020B0502050000020003" pitchFamily="34" charset="0"/>
                <a:ea typeface="Quattrocento Sans" panose="020B0502050000020003" pitchFamily="34" charset="-122"/>
                <a:cs typeface="Quattrocento Sans" panose="020B0502050000020003" pitchFamily="34" charset="-120"/>
              </a:rPr>
              <a:t>F2022065361</a:t>
            </a:r>
            <a:endParaRPr lang="en-US" sz="1600" dirty="0"/>
          </a:p>
        </p:txBody>
      </p:sp>
      <p:sp>
        <p:nvSpPr>
          <p:cNvPr id="19" name="Shape 16"/>
          <p:cNvSpPr/>
          <p:nvPr/>
        </p:nvSpPr>
        <p:spPr>
          <a:xfrm>
            <a:off x="11236821" y="6280150"/>
            <a:ext cx="133350" cy="152400"/>
          </a:xfrm>
          <a:custGeom>
            <a:avLst/>
            <a:gdLst/>
            <a:ahLst/>
            <a:cxnLst/>
            <a:rect l="l" t="t" r="r" b="b"/>
            <a:pathLst>
              <a:path w="133350" h="152400">
                <a:moveTo>
                  <a:pt x="38100" y="0"/>
                </a:moveTo>
                <a:cubicBezTo>
                  <a:pt x="43369" y="0"/>
                  <a:pt x="47625" y="4256"/>
                  <a:pt x="47625" y="9525"/>
                </a:cubicBezTo>
                <a:lnTo>
                  <a:pt x="47625" y="19050"/>
                </a:lnTo>
                <a:lnTo>
                  <a:pt x="85725" y="19050"/>
                </a:lnTo>
                <a:lnTo>
                  <a:pt x="85725" y="9525"/>
                </a:lnTo>
                <a:cubicBezTo>
                  <a:pt x="85725" y="4256"/>
                  <a:pt x="89981" y="0"/>
                  <a:pt x="95250" y="0"/>
                </a:cubicBezTo>
                <a:cubicBezTo>
                  <a:pt x="100519" y="0"/>
                  <a:pt x="104775" y="4256"/>
                  <a:pt x="104775" y="9525"/>
                </a:cubicBezTo>
                <a:lnTo>
                  <a:pt x="104775" y="19050"/>
                </a:lnTo>
                <a:lnTo>
                  <a:pt x="114300" y="19050"/>
                </a:lnTo>
                <a:cubicBezTo>
                  <a:pt x="124807" y="19050"/>
                  <a:pt x="133350" y="27593"/>
                  <a:pt x="133350" y="38100"/>
                </a:cubicBezTo>
                <a:lnTo>
                  <a:pt x="133350" y="123825"/>
                </a:lnTo>
                <a:cubicBezTo>
                  <a:pt x="133350" y="134332"/>
                  <a:pt x="124807" y="142875"/>
                  <a:pt x="114300" y="142875"/>
                </a:cubicBezTo>
                <a:lnTo>
                  <a:pt x="19050" y="142875"/>
                </a:lnTo>
                <a:cubicBezTo>
                  <a:pt x="8543" y="142875"/>
                  <a:pt x="0" y="134332"/>
                  <a:pt x="0" y="123825"/>
                </a:cubicBezTo>
                <a:lnTo>
                  <a:pt x="0" y="38100"/>
                </a:lnTo>
                <a:cubicBezTo>
                  <a:pt x="0" y="27593"/>
                  <a:pt x="8543" y="19050"/>
                  <a:pt x="19050" y="19050"/>
                </a:cubicBezTo>
                <a:lnTo>
                  <a:pt x="28575" y="19050"/>
                </a:lnTo>
                <a:lnTo>
                  <a:pt x="28575" y="9525"/>
                </a:lnTo>
                <a:cubicBezTo>
                  <a:pt x="28575" y="4256"/>
                  <a:pt x="32831" y="0"/>
                  <a:pt x="38100" y="0"/>
                </a:cubicBezTo>
                <a:close/>
                <a:moveTo>
                  <a:pt x="19050" y="71438"/>
                </a:moveTo>
                <a:lnTo>
                  <a:pt x="19050" y="80962"/>
                </a:lnTo>
                <a:cubicBezTo>
                  <a:pt x="19050" y="83582"/>
                  <a:pt x="21193" y="85725"/>
                  <a:pt x="23813" y="85725"/>
                </a:cubicBezTo>
                <a:lnTo>
                  <a:pt x="33338" y="85725"/>
                </a:lnTo>
                <a:cubicBezTo>
                  <a:pt x="35957" y="85725"/>
                  <a:pt x="38100" y="83582"/>
                  <a:pt x="38100" y="80962"/>
                </a:cubicBezTo>
                <a:lnTo>
                  <a:pt x="38100" y="71438"/>
                </a:lnTo>
                <a:cubicBezTo>
                  <a:pt x="38100" y="68818"/>
                  <a:pt x="35957" y="66675"/>
                  <a:pt x="33338" y="66675"/>
                </a:cubicBezTo>
                <a:lnTo>
                  <a:pt x="23813" y="66675"/>
                </a:lnTo>
                <a:cubicBezTo>
                  <a:pt x="21193" y="66675"/>
                  <a:pt x="19050" y="68818"/>
                  <a:pt x="19050" y="71438"/>
                </a:cubicBezTo>
                <a:close/>
                <a:moveTo>
                  <a:pt x="57150" y="71438"/>
                </a:moveTo>
                <a:lnTo>
                  <a:pt x="57150" y="80962"/>
                </a:lnTo>
                <a:cubicBezTo>
                  <a:pt x="57150" y="83582"/>
                  <a:pt x="59293" y="85725"/>
                  <a:pt x="61912" y="85725"/>
                </a:cubicBezTo>
                <a:lnTo>
                  <a:pt x="71438" y="85725"/>
                </a:lnTo>
                <a:cubicBezTo>
                  <a:pt x="74057" y="85725"/>
                  <a:pt x="76200" y="83582"/>
                  <a:pt x="76200" y="80962"/>
                </a:cubicBezTo>
                <a:lnTo>
                  <a:pt x="76200" y="71438"/>
                </a:lnTo>
                <a:cubicBezTo>
                  <a:pt x="76200" y="68818"/>
                  <a:pt x="74057" y="66675"/>
                  <a:pt x="71438" y="66675"/>
                </a:cubicBezTo>
                <a:lnTo>
                  <a:pt x="61912" y="66675"/>
                </a:lnTo>
                <a:cubicBezTo>
                  <a:pt x="59293" y="66675"/>
                  <a:pt x="57150" y="68818"/>
                  <a:pt x="57150" y="71438"/>
                </a:cubicBezTo>
                <a:close/>
                <a:moveTo>
                  <a:pt x="100013" y="66675"/>
                </a:moveTo>
                <a:cubicBezTo>
                  <a:pt x="97393" y="66675"/>
                  <a:pt x="95250" y="68818"/>
                  <a:pt x="95250" y="71438"/>
                </a:cubicBezTo>
                <a:lnTo>
                  <a:pt x="95250" y="80962"/>
                </a:lnTo>
                <a:cubicBezTo>
                  <a:pt x="95250" y="83582"/>
                  <a:pt x="97393" y="85725"/>
                  <a:pt x="100013" y="85725"/>
                </a:cubicBezTo>
                <a:lnTo>
                  <a:pt x="109537" y="85725"/>
                </a:lnTo>
                <a:cubicBezTo>
                  <a:pt x="112157" y="85725"/>
                  <a:pt x="114300" y="83582"/>
                  <a:pt x="114300" y="80962"/>
                </a:cubicBezTo>
                <a:lnTo>
                  <a:pt x="114300" y="71438"/>
                </a:lnTo>
                <a:cubicBezTo>
                  <a:pt x="114300" y="68818"/>
                  <a:pt x="112157" y="66675"/>
                  <a:pt x="109537" y="66675"/>
                </a:cubicBezTo>
                <a:lnTo>
                  <a:pt x="100013" y="66675"/>
                </a:lnTo>
                <a:close/>
                <a:moveTo>
                  <a:pt x="19050" y="109537"/>
                </a:moveTo>
                <a:lnTo>
                  <a:pt x="19050" y="119062"/>
                </a:lnTo>
                <a:cubicBezTo>
                  <a:pt x="19050" y="121682"/>
                  <a:pt x="21193" y="123825"/>
                  <a:pt x="23813" y="123825"/>
                </a:cubicBezTo>
                <a:lnTo>
                  <a:pt x="33338" y="123825"/>
                </a:lnTo>
                <a:cubicBezTo>
                  <a:pt x="35957" y="123825"/>
                  <a:pt x="38100" y="121682"/>
                  <a:pt x="38100" y="119062"/>
                </a:cubicBezTo>
                <a:lnTo>
                  <a:pt x="38100" y="109537"/>
                </a:lnTo>
                <a:cubicBezTo>
                  <a:pt x="38100" y="106918"/>
                  <a:pt x="35957" y="104775"/>
                  <a:pt x="33338" y="104775"/>
                </a:cubicBezTo>
                <a:lnTo>
                  <a:pt x="23813" y="104775"/>
                </a:lnTo>
                <a:cubicBezTo>
                  <a:pt x="21193" y="104775"/>
                  <a:pt x="19050" y="106918"/>
                  <a:pt x="19050" y="109537"/>
                </a:cubicBezTo>
                <a:close/>
                <a:moveTo>
                  <a:pt x="61912" y="104775"/>
                </a:moveTo>
                <a:cubicBezTo>
                  <a:pt x="59293" y="104775"/>
                  <a:pt x="57150" y="106918"/>
                  <a:pt x="57150" y="109537"/>
                </a:cubicBezTo>
                <a:lnTo>
                  <a:pt x="57150" y="119062"/>
                </a:lnTo>
                <a:cubicBezTo>
                  <a:pt x="57150" y="121682"/>
                  <a:pt x="59293" y="123825"/>
                  <a:pt x="61912" y="123825"/>
                </a:cubicBezTo>
                <a:lnTo>
                  <a:pt x="71438" y="123825"/>
                </a:lnTo>
                <a:cubicBezTo>
                  <a:pt x="74057" y="123825"/>
                  <a:pt x="76200" y="121682"/>
                  <a:pt x="76200" y="119062"/>
                </a:cubicBezTo>
                <a:lnTo>
                  <a:pt x="76200" y="109537"/>
                </a:lnTo>
                <a:cubicBezTo>
                  <a:pt x="76200" y="106918"/>
                  <a:pt x="74057" y="104775"/>
                  <a:pt x="71438" y="104775"/>
                </a:cubicBezTo>
                <a:lnTo>
                  <a:pt x="61912" y="104775"/>
                </a:lnTo>
                <a:close/>
                <a:moveTo>
                  <a:pt x="95250" y="109537"/>
                </a:moveTo>
                <a:lnTo>
                  <a:pt x="95250" y="119062"/>
                </a:lnTo>
                <a:cubicBezTo>
                  <a:pt x="95250" y="121682"/>
                  <a:pt x="97393" y="123825"/>
                  <a:pt x="100013" y="123825"/>
                </a:cubicBezTo>
                <a:lnTo>
                  <a:pt x="109537" y="123825"/>
                </a:lnTo>
                <a:cubicBezTo>
                  <a:pt x="112157" y="123825"/>
                  <a:pt x="114300" y="121682"/>
                  <a:pt x="114300" y="119062"/>
                </a:cubicBezTo>
                <a:lnTo>
                  <a:pt x="114300" y="109537"/>
                </a:lnTo>
                <a:cubicBezTo>
                  <a:pt x="114300" y="106918"/>
                  <a:pt x="112157" y="104775"/>
                  <a:pt x="109537" y="104775"/>
                </a:cubicBezTo>
                <a:lnTo>
                  <a:pt x="100013" y="104775"/>
                </a:lnTo>
                <a:cubicBezTo>
                  <a:pt x="97393" y="104775"/>
                  <a:pt x="95250" y="106918"/>
                  <a:pt x="95250" y="109537"/>
                </a:cubicBezTo>
                <a:close/>
              </a:path>
            </a:pathLst>
          </a:custGeom>
          <a:solidFill>
            <a:srgbClr val="E2E8F0">
              <a:alpha val="50196"/>
            </a:srgbClr>
          </a:solidFill>
        </p:spPr>
      </p:sp>
      <p:sp>
        <p:nvSpPr>
          <p:cNvPr id="20" name="Text 17"/>
          <p:cNvSpPr/>
          <p:nvPr/>
        </p:nvSpPr>
        <p:spPr>
          <a:xfrm>
            <a:off x="11455896" y="6248400"/>
            <a:ext cx="428625" cy="228600"/>
          </a:xfrm>
          <a:prstGeom prst="rect">
            <a:avLst/>
          </a:prstGeom>
          <a:noFill/>
        </p:spPr>
        <p:txBody>
          <a:bodyPr wrap="square" lIns="0" tIns="0" rIns="0" bIns="0" rtlCol="0" anchor="ctr"/>
          <a:lstStyle/>
          <a:p>
            <a:pPr>
              <a:lnSpc>
                <a:spcPct val="130000"/>
              </a:lnSpc>
            </a:pPr>
            <a:r>
              <a:rPr lang="en-US" sz="1200" dirty="0">
                <a:solidFill>
                  <a:srgbClr val="E2E8F0">
                    <a:alpha val="50000"/>
                  </a:srgbClr>
                </a:solidFill>
                <a:latin typeface="Quattrocento Sans" panose="020B0502050000020003" pitchFamily="34" charset="0"/>
                <a:ea typeface="Quattrocento Sans" panose="020B0502050000020003" pitchFamily="34" charset="-122"/>
                <a:cs typeface="Quattrocento Sans" panose="020B0502050000020003" pitchFamily="34" charset="-120"/>
              </a:rPr>
              <a:t>2026</a:t>
            </a:r>
            <a:endParaRPr lang="en-US" sz="1600" dirty="0"/>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sp>
        <p:nvSpPr>
          <p:cNvPr id="2" name="Text 0"/>
          <p:cNvSpPr/>
          <p:nvPr/>
        </p:nvSpPr>
        <p:spPr>
          <a:xfrm>
            <a:off x="381000" y="381000"/>
            <a:ext cx="4057650" cy="457200"/>
          </a:xfrm>
          <a:prstGeom prst="rect">
            <a:avLst/>
          </a:prstGeom>
          <a:noFill/>
        </p:spPr>
        <p:txBody>
          <a:bodyPr wrap="square" lIns="0" tIns="0" rIns="0" bIns="0" rtlCol="0" anchor="ctr"/>
          <a:lstStyle/>
          <a:p>
            <a:pPr>
              <a:lnSpc>
                <a:spcPct val="80000"/>
              </a:lnSpc>
            </a:pPr>
            <a:r>
              <a:rPr lang="en-US" sz="3600" b="1" dirty="0">
                <a:solidFill>
                  <a:srgbClr val="2D3748"/>
                </a:solidFill>
                <a:latin typeface="Hedvig Letters Sans" pitchFamily="34" charset="0"/>
                <a:ea typeface="Hedvig Letters Sans" pitchFamily="34" charset="-122"/>
                <a:cs typeface="Hedvig Letters Sans" pitchFamily="34" charset="-120"/>
              </a:rPr>
              <a:t>Project Objectives</a:t>
            </a:r>
            <a:endParaRPr lang="en-US" sz="1600" dirty="0"/>
          </a:p>
        </p:txBody>
      </p:sp>
      <p:sp>
        <p:nvSpPr>
          <p:cNvPr id="3" name="Shape 1"/>
          <p:cNvSpPr/>
          <p:nvPr/>
        </p:nvSpPr>
        <p:spPr>
          <a:xfrm>
            <a:off x="381000" y="914400"/>
            <a:ext cx="914400" cy="38100"/>
          </a:xfrm>
          <a:custGeom>
            <a:avLst/>
            <a:gdLst/>
            <a:ahLst/>
            <a:cxnLst/>
            <a:rect l="l" t="t" r="r" b="b"/>
            <a:pathLst>
              <a:path w="914400" h="38100">
                <a:moveTo>
                  <a:pt x="0" y="0"/>
                </a:moveTo>
                <a:lnTo>
                  <a:pt x="914400" y="0"/>
                </a:lnTo>
                <a:lnTo>
                  <a:pt x="914400" y="38100"/>
                </a:lnTo>
                <a:lnTo>
                  <a:pt x="0" y="38100"/>
                </a:lnTo>
                <a:lnTo>
                  <a:pt x="0" y="0"/>
                </a:lnTo>
                <a:close/>
              </a:path>
            </a:pathLst>
          </a:custGeom>
          <a:solidFill>
            <a:srgbClr val="4A5568"/>
          </a:solidFill>
        </p:spPr>
      </p:sp>
      <p:sp>
        <p:nvSpPr>
          <p:cNvPr id="4" name="Shape 2"/>
          <p:cNvSpPr/>
          <p:nvPr/>
        </p:nvSpPr>
        <p:spPr>
          <a:xfrm>
            <a:off x="11168063" y="381000"/>
            <a:ext cx="571500" cy="571500"/>
          </a:xfrm>
          <a:custGeom>
            <a:avLst/>
            <a:gdLst/>
            <a:ahLst/>
            <a:cxnLst/>
            <a:rect l="l" t="t" r="r" b="b"/>
            <a:pathLst>
              <a:path w="571500" h="571500">
                <a:moveTo>
                  <a:pt x="73558" y="255054"/>
                </a:moveTo>
                <a:cubicBezTo>
                  <a:pt x="88404" y="151247"/>
                  <a:pt x="177812" y="71438"/>
                  <a:pt x="285750" y="71438"/>
                </a:cubicBezTo>
                <a:cubicBezTo>
                  <a:pt x="344909" y="71438"/>
                  <a:pt x="398487" y="95436"/>
                  <a:pt x="437331" y="134169"/>
                </a:cubicBezTo>
                <a:cubicBezTo>
                  <a:pt x="437555" y="134392"/>
                  <a:pt x="437778" y="134615"/>
                  <a:pt x="438001" y="134838"/>
                </a:cubicBezTo>
                <a:lnTo>
                  <a:pt x="446484" y="142875"/>
                </a:lnTo>
                <a:lnTo>
                  <a:pt x="393018" y="142875"/>
                </a:lnTo>
                <a:cubicBezTo>
                  <a:pt x="373261" y="142875"/>
                  <a:pt x="357299" y="158837"/>
                  <a:pt x="357299" y="178594"/>
                </a:cubicBezTo>
                <a:cubicBezTo>
                  <a:pt x="357299" y="198351"/>
                  <a:pt x="373261" y="214313"/>
                  <a:pt x="393018" y="214313"/>
                </a:cubicBezTo>
                <a:lnTo>
                  <a:pt x="535893" y="214313"/>
                </a:lnTo>
                <a:cubicBezTo>
                  <a:pt x="555650" y="214313"/>
                  <a:pt x="571612" y="198351"/>
                  <a:pt x="571612" y="178594"/>
                </a:cubicBezTo>
                <a:lnTo>
                  <a:pt x="571612" y="35719"/>
                </a:lnTo>
                <a:cubicBezTo>
                  <a:pt x="571612" y="15962"/>
                  <a:pt x="555650" y="0"/>
                  <a:pt x="535893" y="0"/>
                </a:cubicBezTo>
                <a:cubicBezTo>
                  <a:pt x="516136" y="0"/>
                  <a:pt x="500174" y="15962"/>
                  <a:pt x="500174" y="35719"/>
                </a:cubicBezTo>
                <a:lnTo>
                  <a:pt x="500174" y="95324"/>
                </a:lnTo>
                <a:lnTo>
                  <a:pt x="487561" y="83381"/>
                </a:lnTo>
                <a:cubicBezTo>
                  <a:pt x="435880" y="31924"/>
                  <a:pt x="364443" y="0"/>
                  <a:pt x="285750" y="0"/>
                </a:cubicBezTo>
                <a:cubicBezTo>
                  <a:pt x="141759" y="0"/>
                  <a:pt x="22659" y="106487"/>
                  <a:pt x="2902" y="245008"/>
                </a:cubicBezTo>
                <a:cubicBezTo>
                  <a:pt x="112" y="264542"/>
                  <a:pt x="13618" y="282625"/>
                  <a:pt x="33151" y="285415"/>
                </a:cubicBezTo>
                <a:cubicBezTo>
                  <a:pt x="52685" y="288206"/>
                  <a:pt x="70768" y="274588"/>
                  <a:pt x="73558" y="255166"/>
                </a:cubicBezTo>
                <a:close/>
                <a:moveTo>
                  <a:pt x="568598" y="326492"/>
                </a:moveTo>
                <a:cubicBezTo>
                  <a:pt x="571388" y="306958"/>
                  <a:pt x="557771" y="288875"/>
                  <a:pt x="538349" y="286085"/>
                </a:cubicBezTo>
                <a:cubicBezTo>
                  <a:pt x="518926" y="283294"/>
                  <a:pt x="500732" y="296912"/>
                  <a:pt x="497942" y="316334"/>
                </a:cubicBezTo>
                <a:cubicBezTo>
                  <a:pt x="483096" y="420142"/>
                  <a:pt x="393688" y="499951"/>
                  <a:pt x="285750" y="499951"/>
                </a:cubicBezTo>
                <a:cubicBezTo>
                  <a:pt x="226591" y="499951"/>
                  <a:pt x="173013" y="475952"/>
                  <a:pt x="134169" y="437220"/>
                </a:cubicBezTo>
                <a:cubicBezTo>
                  <a:pt x="133945" y="436997"/>
                  <a:pt x="133722" y="436773"/>
                  <a:pt x="133499" y="436550"/>
                </a:cubicBezTo>
                <a:lnTo>
                  <a:pt x="125016" y="428513"/>
                </a:lnTo>
                <a:lnTo>
                  <a:pt x="178482" y="428513"/>
                </a:lnTo>
                <a:cubicBezTo>
                  <a:pt x="198239" y="428513"/>
                  <a:pt x="214201" y="412552"/>
                  <a:pt x="214201" y="392795"/>
                </a:cubicBezTo>
                <a:cubicBezTo>
                  <a:pt x="214201" y="373038"/>
                  <a:pt x="198239" y="357076"/>
                  <a:pt x="178482" y="357076"/>
                </a:cubicBezTo>
                <a:lnTo>
                  <a:pt x="35719" y="357188"/>
                </a:lnTo>
                <a:cubicBezTo>
                  <a:pt x="26231" y="357188"/>
                  <a:pt x="17078" y="360983"/>
                  <a:pt x="10381" y="367792"/>
                </a:cubicBezTo>
                <a:cubicBezTo>
                  <a:pt x="3683" y="374600"/>
                  <a:pt x="-112" y="383642"/>
                  <a:pt x="0" y="393241"/>
                </a:cubicBezTo>
                <a:lnTo>
                  <a:pt x="1116" y="535000"/>
                </a:lnTo>
                <a:cubicBezTo>
                  <a:pt x="1228" y="554757"/>
                  <a:pt x="17413" y="570607"/>
                  <a:pt x="37170" y="570384"/>
                </a:cubicBezTo>
                <a:cubicBezTo>
                  <a:pt x="56927" y="570161"/>
                  <a:pt x="72777" y="554087"/>
                  <a:pt x="72554" y="534330"/>
                </a:cubicBezTo>
                <a:lnTo>
                  <a:pt x="72107" y="476845"/>
                </a:lnTo>
                <a:lnTo>
                  <a:pt x="84051" y="488119"/>
                </a:lnTo>
                <a:cubicBezTo>
                  <a:pt x="135731" y="539576"/>
                  <a:pt x="207057" y="571500"/>
                  <a:pt x="285750" y="571500"/>
                </a:cubicBezTo>
                <a:cubicBezTo>
                  <a:pt x="429741" y="571500"/>
                  <a:pt x="548841" y="465013"/>
                  <a:pt x="568598" y="326492"/>
                </a:cubicBezTo>
                <a:close/>
              </a:path>
            </a:pathLst>
          </a:custGeom>
          <a:solidFill>
            <a:srgbClr val="718096">
              <a:alpha val="30196"/>
            </a:srgbClr>
          </a:solidFill>
        </p:spPr>
      </p:sp>
      <p:sp>
        <p:nvSpPr>
          <p:cNvPr id="5" name="Shape 3"/>
          <p:cNvSpPr/>
          <p:nvPr/>
        </p:nvSpPr>
        <p:spPr>
          <a:xfrm>
            <a:off x="381000" y="1257300"/>
            <a:ext cx="6572250" cy="1371600"/>
          </a:xfrm>
          <a:custGeom>
            <a:avLst/>
            <a:gdLst/>
            <a:ahLst/>
            <a:cxnLst/>
            <a:rect l="l" t="t" r="r" b="b"/>
            <a:pathLst>
              <a:path w="6572250" h="1371600">
                <a:moveTo>
                  <a:pt x="76206" y="0"/>
                </a:moveTo>
                <a:lnTo>
                  <a:pt x="6496044" y="0"/>
                </a:lnTo>
                <a:cubicBezTo>
                  <a:pt x="6538131" y="0"/>
                  <a:pt x="6572250" y="34119"/>
                  <a:pt x="6572250" y="76206"/>
                </a:cubicBezTo>
                <a:lnTo>
                  <a:pt x="6572250" y="1295394"/>
                </a:lnTo>
                <a:cubicBezTo>
                  <a:pt x="6572250" y="1337481"/>
                  <a:pt x="6538131" y="1371600"/>
                  <a:pt x="6496044" y="1371600"/>
                </a:cubicBezTo>
                <a:lnTo>
                  <a:pt x="76206" y="1371600"/>
                </a:lnTo>
                <a:cubicBezTo>
                  <a:pt x="34119" y="1371600"/>
                  <a:pt x="0" y="1337481"/>
                  <a:pt x="0" y="1295394"/>
                </a:cubicBezTo>
                <a:lnTo>
                  <a:pt x="0" y="76206"/>
                </a:lnTo>
                <a:cubicBezTo>
                  <a:pt x="0" y="34147"/>
                  <a:pt x="34147" y="0"/>
                  <a:pt x="76206" y="0"/>
                </a:cubicBezTo>
                <a:close/>
              </a:path>
            </a:pathLst>
          </a:custGeom>
          <a:gradFill flip="none" rotWithShape="1">
            <a:gsLst>
              <a:gs pos="0">
                <a:srgbClr val="2D3748"/>
              </a:gs>
              <a:gs pos="100000">
                <a:srgbClr val="4A5568"/>
              </a:gs>
            </a:gsLst>
            <a:lin ang="0" scaled="1"/>
          </a:gradFill>
        </p:spPr>
      </p:sp>
      <p:sp>
        <p:nvSpPr>
          <p:cNvPr id="6" name="Shape 4"/>
          <p:cNvSpPr/>
          <p:nvPr/>
        </p:nvSpPr>
        <p:spPr>
          <a:xfrm>
            <a:off x="609600" y="1485900"/>
            <a:ext cx="609600" cy="609600"/>
          </a:xfrm>
          <a:custGeom>
            <a:avLst/>
            <a:gdLst/>
            <a:ahLst/>
            <a:cxnLst/>
            <a:rect l="l" t="t" r="r" b="b"/>
            <a:pathLst>
              <a:path w="609600" h="609600">
                <a:moveTo>
                  <a:pt x="304800" y="0"/>
                </a:moveTo>
                <a:lnTo>
                  <a:pt x="304800" y="0"/>
                </a:lnTo>
                <a:cubicBezTo>
                  <a:pt x="473024" y="0"/>
                  <a:pt x="609600" y="136576"/>
                  <a:pt x="609600" y="304800"/>
                </a:cubicBezTo>
                <a:lnTo>
                  <a:pt x="609600" y="304800"/>
                </a:lnTo>
                <a:cubicBezTo>
                  <a:pt x="609600" y="473024"/>
                  <a:pt x="473024" y="609600"/>
                  <a:pt x="304800" y="609600"/>
                </a:cubicBezTo>
                <a:lnTo>
                  <a:pt x="304800" y="609600"/>
                </a:lnTo>
                <a:cubicBezTo>
                  <a:pt x="136576" y="609600"/>
                  <a:pt x="0" y="473024"/>
                  <a:pt x="0" y="304800"/>
                </a:cubicBezTo>
                <a:lnTo>
                  <a:pt x="0" y="304800"/>
                </a:lnTo>
                <a:cubicBezTo>
                  <a:pt x="0" y="136576"/>
                  <a:pt x="136576" y="0"/>
                  <a:pt x="304800" y="0"/>
                </a:cubicBezTo>
                <a:close/>
              </a:path>
            </a:pathLst>
          </a:custGeom>
          <a:solidFill>
            <a:srgbClr val="E2E8F0">
              <a:alpha val="20000"/>
            </a:srgbClr>
          </a:solidFill>
        </p:spPr>
      </p:sp>
      <p:sp>
        <p:nvSpPr>
          <p:cNvPr id="7" name="Shape 5"/>
          <p:cNvSpPr/>
          <p:nvPr/>
        </p:nvSpPr>
        <p:spPr>
          <a:xfrm>
            <a:off x="791766" y="1647825"/>
            <a:ext cx="250031" cy="285750"/>
          </a:xfrm>
          <a:custGeom>
            <a:avLst/>
            <a:gdLst/>
            <a:ahLst/>
            <a:cxnLst/>
            <a:rect l="l" t="t" r="r" b="b"/>
            <a:pathLst>
              <a:path w="250031" h="285750">
                <a:moveTo>
                  <a:pt x="35719" y="17859"/>
                </a:moveTo>
                <a:cubicBezTo>
                  <a:pt x="35719" y="7981"/>
                  <a:pt x="27738" y="0"/>
                  <a:pt x="17859" y="0"/>
                </a:cubicBezTo>
                <a:cubicBezTo>
                  <a:pt x="7981" y="0"/>
                  <a:pt x="0" y="7981"/>
                  <a:pt x="0" y="17859"/>
                </a:cubicBezTo>
                <a:lnTo>
                  <a:pt x="0" y="267891"/>
                </a:lnTo>
                <a:cubicBezTo>
                  <a:pt x="0" y="277769"/>
                  <a:pt x="7981" y="285750"/>
                  <a:pt x="17859" y="285750"/>
                </a:cubicBezTo>
                <a:cubicBezTo>
                  <a:pt x="27738" y="285750"/>
                  <a:pt x="35719" y="277769"/>
                  <a:pt x="35719" y="267891"/>
                </a:cubicBezTo>
                <a:lnTo>
                  <a:pt x="35719" y="200025"/>
                </a:lnTo>
                <a:lnTo>
                  <a:pt x="70712" y="189533"/>
                </a:lnTo>
                <a:cubicBezTo>
                  <a:pt x="94097" y="182500"/>
                  <a:pt x="119323" y="184677"/>
                  <a:pt x="141145" y="195616"/>
                </a:cubicBezTo>
                <a:cubicBezTo>
                  <a:pt x="164976" y="207559"/>
                  <a:pt x="192770" y="209010"/>
                  <a:pt x="217717" y="199634"/>
                </a:cubicBezTo>
                <a:lnTo>
                  <a:pt x="238423" y="191877"/>
                </a:lnTo>
                <a:cubicBezTo>
                  <a:pt x="245399" y="189254"/>
                  <a:pt x="250031" y="182612"/>
                  <a:pt x="250031" y="175133"/>
                </a:cubicBezTo>
                <a:lnTo>
                  <a:pt x="250031" y="36891"/>
                </a:lnTo>
                <a:cubicBezTo>
                  <a:pt x="250031" y="24054"/>
                  <a:pt x="236525" y="15683"/>
                  <a:pt x="225028" y="21431"/>
                </a:cubicBezTo>
                <a:lnTo>
                  <a:pt x="218442" y="24724"/>
                </a:lnTo>
                <a:cubicBezTo>
                  <a:pt x="193384" y="37281"/>
                  <a:pt x="163860" y="37281"/>
                  <a:pt x="138745" y="24724"/>
                </a:cubicBezTo>
                <a:cubicBezTo>
                  <a:pt x="118430" y="14567"/>
                  <a:pt x="95045" y="12557"/>
                  <a:pt x="73335" y="19087"/>
                </a:cubicBezTo>
                <a:lnTo>
                  <a:pt x="35719" y="30361"/>
                </a:lnTo>
                <a:lnTo>
                  <a:pt x="35719" y="17859"/>
                </a:lnTo>
                <a:close/>
              </a:path>
            </a:pathLst>
          </a:custGeom>
          <a:solidFill>
            <a:srgbClr val="E2E8F0"/>
          </a:solidFill>
        </p:spPr>
      </p:sp>
      <p:sp>
        <p:nvSpPr>
          <p:cNvPr id="8" name="Text 6"/>
          <p:cNvSpPr/>
          <p:nvPr/>
        </p:nvSpPr>
        <p:spPr>
          <a:xfrm>
            <a:off x="1371600" y="1485900"/>
            <a:ext cx="5467350" cy="304800"/>
          </a:xfrm>
          <a:prstGeom prst="rect">
            <a:avLst/>
          </a:prstGeom>
          <a:noFill/>
        </p:spPr>
        <p:txBody>
          <a:bodyPr wrap="square" lIns="0" tIns="0" rIns="0" bIns="0" rtlCol="0" anchor="ctr"/>
          <a:lstStyle/>
          <a:p>
            <a:pPr>
              <a:lnSpc>
                <a:spcPct val="110000"/>
              </a:lnSpc>
            </a:pPr>
            <a:r>
              <a:rPr lang="en-US" sz="1800" b="1" dirty="0">
                <a:solidFill>
                  <a:srgbClr val="E2E8F0"/>
                </a:solidFill>
                <a:latin typeface="Liter" panose="02000503030000020004" pitchFamily="34" charset="0"/>
                <a:ea typeface="Liter" panose="02000503030000020004" pitchFamily="34" charset="-122"/>
                <a:cs typeface="Liter" panose="02000503030000020004" pitchFamily="34" charset="-120"/>
              </a:rPr>
              <a:t>Primary Goal</a:t>
            </a:r>
            <a:endParaRPr lang="en-US" sz="1600" dirty="0"/>
          </a:p>
        </p:txBody>
      </p:sp>
      <p:sp>
        <p:nvSpPr>
          <p:cNvPr id="9" name="Text 7"/>
          <p:cNvSpPr/>
          <p:nvPr/>
        </p:nvSpPr>
        <p:spPr>
          <a:xfrm>
            <a:off x="1371600" y="1905000"/>
            <a:ext cx="5429250" cy="495300"/>
          </a:xfrm>
          <a:prstGeom prst="rect">
            <a:avLst/>
          </a:prstGeom>
          <a:noFill/>
        </p:spPr>
        <p:txBody>
          <a:bodyPr wrap="square" lIns="0" tIns="0" rIns="0" bIns="0" rtlCol="0" anchor="ctr"/>
          <a:lstStyle/>
          <a:p>
            <a:pPr>
              <a:lnSpc>
                <a:spcPct val="140000"/>
              </a:lnSpc>
            </a:pPr>
            <a:r>
              <a:rPr lang="en-US" sz="1200" dirty="0">
                <a:solidFill>
                  <a:srgbClr val="E2E8F0"/>
                </a:solidFill>
                <a:latin typeface="Quattrocento Sans" panose="020B0502050000020003" pitchFamily="34" charset="0"/>
                <a:ea typeface="Quattrocento Sans" panose="020B0502050000020003" pitchFamily="34" charset="-122"/>
                <a:cs typeface="Quattrocento Sans" panose="020B0502050000020003" pitchFamily="34" charset="-120"/>
              </a:rPr>
              <a:t>Design comprehensive manual test cases and then automate them for a real-world web application using two industry-standard approaches.</a:t>
            </a:r>
            <a:endParaRPr lang="en-US" sz="1600" dirty="0"/>
          </a:p>
        </p:txBody>
      </p:sp>
      <p:sp>
        <p:nvSpPr>
          <p:cNvPr id="10" name="Shape 8"/>
          <p:cNvSpPr/>
          <p:nvPr/>
        </p:nvSpPr>
        <p:spPr>
          <a:xfrm>
            <a:off x="381000" y="2838450"/>
            <a:ext cx="3190875" cy="1638300"/>
          </a:xfrm>
          <a:custGeom>
            <a:avLst/>
            <a:gdLst/>
            <a:ahLst/>
            <a:cxnLst/>
            <a:rect l="l" t="t" r="r" b="b"/>
            <a:pathLst>
              <a:path w="3190875" h="1638300">
                <a:moveTo>
                  <a:pt x="38100" y="0"/>
                </a:moveTo>
                <a:lnTo>
                  <a:pt x="3152775" y="0"/>
                </a:lnTo>
                <a:cubicBezTo>
                  <a:pt x="3173803" y="0"/>
                  <a:pt x="3190875" y="17072"/>
                  <a:pt x="3190875" y="38100"/>
                </a:cubicBezTo>
                <a:lnTo>
                  <a:pt x="3190875" y="1562103"/>
                </a:lnTo>
                <a:cubicBezTo>
                  <a:pt x="3190875" y="1604185"/>
                  <a:pt x="3156760" y="1638300"/>
                  <a:pt x="3114678" y="1638300"/>
                </a:cubicBezTo>
                <a:lnTo>
                  <a:pt x="76197" y="1638300"/>
                </a:lnTo>
                <a:cubicBezTo>
                  <a:pt x="34115" y="1638300"/>
                  <a:pt x="0" y="1604185"/>
                  <a:pt x="0" y="1562103"/>
                </a:cubicBezTo>
                <a:lnTo>
                  <a:pt x="0" y="38100"/>
                </a:lnTo>
                <a:cubicBezTo>
                  <a:pt x="0" y="17072"/>
                  <a:pt x="17072" y="0"/>
                  <a:pt x="38100" y="0"/>
                </a:cubicBezTo>
                <a:close/>
              </a:path>
            </a:pathLst>
          </a:custGeom>
          <a:solidFill>
            <a:srgbClr val="FFFFFF"/>
          </a:solidFill>
          <a:effectLst>
            <a:outerShdw blurRad="28575" dist="9525" dir="5400000" algn="bl" rotWithShape="0">
              <a:srgbClr val="000000">
                <a:alpha val="10196"/>
              </a:srgbClr>
            </a:outerShdw>
          </a:effectLst>
        </p:spPr>
      </p:sp>
      <p:sp>
        <p:nvSpPr>
          <p:cNvPr id="11" name="Shape 9"/>
          <p:cNvSpPr/>
          <p:nvPr/>
        </p:nvSpPr>
        <p:spPr>
          <a:xfrm>
            <a:off x="381000" y="2838450"/>
            <a:ext cx="3190875" cy="38100"/>
          </a:xfrm>
          <a:custGeom>
            <a:avLst/>
            <a:gdLst/>
            <a:ahLst/>
            <a:cxnLst/>
            <a:rect l="l" t="t" r="r" b="b"/>
            <a:pathLst>
              <a:path w="3190875" h="38100">
                <a:moveTo>
                  <a:pt x="38100" y="0"/>
                </a:moveTo>
                <a:lnTo>
                  <a:pt x="3152775" y="0"/>
                </a:lnTo>
                <a:cubicBezTo>
                  <a:pt x="3173803" y="0"/>
                  <a:pt x="3190875" y="17072"/>
                  <a:pt x="3190875" y="38100"/>
                </a:cubicBezTo>
                <a:lnTo>
                  <a:pt x="3190875" y="38100"/>
                </a:lnTo>
                <a:lnTo>
                  <a:pt x="0" y="38100"/>
                </a:lnTo>
                <a:lnTo>
                  <a:pt x="0" y="38100"/>
                </a:lnTo>
                <a:cubicBezTo>
                  <a:pt x="0" y="17072"/>
                  <a:pt x="17072" y="0"/>
                  <a:pt x="38100" y="0"/>
                </a:cubicBezTo>
                <a:close/>
              </a:path>
            </a:pathLst>
          </a:custGeom>
          <a:solidFill>
            <a:srgbClr val="2D3748"/>
          </a:solidFill>
        </p:spPr>
      </p:sp>
      <p:sp>
        <p:nvSpPr>
          <p:cNvPr id="12" name="Shape 10"/>
          <p:cNvSpPr/>
          <p:nvPr/>
        </p:nvSpPr>
        <p:spPr>
          <a:xfrm>
            <a:off x="571500" y="3048000"/>
            <a:ext cx="381000" cy="381000"/>
          </a:xfrm>
          <a:custGeom>
            <a:avLst/>
            <a:gdLst/>
            <a:ahLst/>
            <a:cxnLst/>
            <a:rect l="l" t="t" r="r" b="b"/>
            <a:pathLst>
              <a:path w="381000" h="381000">
                <a:moveTo>
                  <a:pt x="190500" y="0"/>
                </a:moveTo>
                <a:lnTo>
                  <a:pt x="190500" y="0"/>
                </a:lnTo>
                <a:cubicBezTo>
                  <a:pt x="295640" y="0"/>
                  <a:pt x="381000" y="85360"/>
                  <a:pt x="381000" y="190500"/>
                </a:cubicBezTo>
                <a:lnTo>
                  <a:pt x="381000" y="190500"/>
                </a:lnTo>
                <a:cubicBezTo>
                  <a:pt x="381000" y="295640"/>
                  <a:pt x="295640" y="381000"/>
                  <a:pt x="190500" y="381000"/>
                </a:cubicBezTo>
                <a:lnTo>
                  <a:pt x="190500" y="381000"/>
                </a:lnTo>
                <a:cubicBezTo>
                  <a:pt x="85360" y="381000"/>
                  <a:pt x="0" y="295640"/>
                  <a:pt x="0" y="190500"/>
                </a:cubicBezTo>
                <a:lnTo>
                  <a:pt x="0" y="190500"/>
                </a:lnTo>
                <a:cubicBezTo>
                  <a:pt x="0" y="85360"/>
                  <a:pt x="85360" y="0"/>
                  <a:pt x="190500" y="0"/>
                </a:cubicBezTo>
                <a:close/>
              </a:path>
            </a:pathLst>
          </a:custGeom>
          <a:solidFill>
            <a:srgbClr val="2D3748"/>
          </a:solidFill>
        </p:spPr>
      </p:sp>
      <p:sp>
        <p:nvSpPr>
          <p:cNvPr id="13" name="Shape 11"/>
          <p:cNvSpPr/>
          <p:nvPr/>
        </p:nvSpPr>
        <p:spPr>
          <a:xfrm>
            <a:off x="685800" y="3162300"/>
            <a:ext cx="152400" cy="152400"/>
          </a:xfrm>
          <a:custGeom>
            <a:avLst/>
            <a:gdLst/>
            <a:ahLst/>
            <a:cxnLst/>
            <a:rect l="l" t="t" r="r" b="b"/>
            <a:pathLst>
              <a:path w="152400" h="152400">
                <a:moveTo>
                  <a:pt x="120253" y="0"/>
                </a:moveTo>
                <a:cubicBezTo>
                  <a:pt x="125968" y="0"/>
                  <a:pt x="131445" y="2262"/>
                  <a:pt x="135463" y="6310"/>
                </a:cubicBezTo>
                <a:lnTo>
                  <a:pt x="146090" y="16937"/>
                </a:lnTo>
                <a:cubicBezTo>
                  <a:pt x="150138" y="20955"/>
                  <a:pt x="152400" y="26432"/>
                  <a:pt x="152400" y="32147"/>
                </a:cubicBezTo>
                <a:cubicBezTo>
                  <a:pt x="152400" y="37862"/>
                  <a:pt x="150138" y="43339"/>
                  <a:pt x="146090" y="47357"/>
                </a:cubicBezTo>
                <a:lnTo>
                  <a:pt x="132725" y="60722"/>
                </a:lnTo>
                <a:lnTo>
                  <a:pt x="91678" y="19675"/>
                </a:lnTo>
                <a:lnTo>
                  <a:pt x="105043" y="6310"/>
                </a:lnTo>
                <a:cubicBezTo>
                  <a:pt x="109061" y="2262"/>
                  <a:pt x="114538" y="0"/>
                  <a:pt x="120253" y="0"/>
                </a:cubicBezTo>
                <a:close/>
                <a:moveTo>
                  <a:pt x="17532" y="93791"/>
                </a:moveTo>
                <a:lnTo>
                  <a:pt x="81588" y="29766"/>
                </a:lnTo>
                <a:lnTo>
                  <a:pt x="122634" y="70812"/>
                </a:lnTo>
                <a:lnTo>
                  <a:pt x="58609" y="134868"/>
                </a:lnTo>
                <a:cubicBezTo>
                  <a:pt x="55424" y="138053"/>
                  <a:pt x="51435" y="140375"/>
                  <a:pt x="47089" y="141595"/>
                </a:cubicBezTo>
                <a:lnTo>
                  <a:pt x="9049" y="152132"/>
                </a:lnTo>
                <a:cubicBezTo>
                  <a:pt x="6578" y="152817"/>
                  <a:pt x="3899" y="152132"/>
                  <a:pt x="2084" y="150287"/>
                </a:cubicBezTo>
                <a:cubicBezTo>
                  <a:pt x="268" y="148441"/>
                  <a:pt x="-446" y="145792"/>
                  <a:pt x="238" y="143321"/>
                </a:cubicBezTo>
                <a:lnTo>
                  <a:pt x="10835" y="105311"/>
                </a:lnTo>
                <a:cubicBezTo>
                  <a:pt x="12055" y="100965"/>
                  <a:pt x="14347" y="97006"/>
                  <a:pt x="17562" y="93791"/>
                </a:cubicBezTo>
                <a:close/>
                <a:moveTo>
                  <a:pt x="67092" y="24051"/>
                </a:moveTo>
                <a:lnTo>
                  <a:pt x="24051" y="67092"/>
                </a:lnTo>
                <a:lnTo>
                  <a:pt x="3483" y="46524"/>
                </a:lnTo>
                <a:cubicBezTo>
                  <a:pt x="-1161" y="41880"/>
                  <a:pt x="-1161" y="34350"/>
                  <a:pt x="3483" y="29676"/>
                </a:cubicBezTo>
                <a:lnTo>
                  <a:pt x="29676" y="3483"/>
                </a:lnTo>
                <a:cubicBezTo>
                  <a:pt x="34320" y="-1161"/>
                  <a:pt x="41850" y="-1161"/>
                  <a:pt x="46524" y="3483"/>
                </a:cubicBezTo>
                <a:lnTo>
                  <a:pt x="48280" y="5239"/>
                </a:lnTo>
                <a:lnTo>
                  <a:pt x="31522" y="21997"/>
                </a:lnTo>
                <a:cubicBezTo>
                  <a:pt x="29200" y="24319"/>
                  <a:pt x="29200" y="28099"/>
                  <a:pt x="31522" y="30420"/>
                </a:cubicBezTo>
                <a:cubicBezTo>
                  <a:pt x="33844" y="32742"/>
                  <a:pt x="37624" y="32742"/>
                  <a:pt x="39945" y="30420"/>
                </a:cubicBezTo>
                <a:lnTo>
                  <a:pt x="56704" y="13662"/>
                </a:lnTo>
                <a:lnTo>
                  <a:pt x="67092" y="24051"/>
                </a:lnTo>
                <a:close/>
                <a:moveTo>
                  <a:pt x="128349" y="85308"/>
                </a:moveTo>
                <a:lnTo>
                  <a:pt x="138738" y="95696"/>
                </a:lnTo>
                <a:lnTo>
                  <a:pt x="121980" y="112455"/>
                </a:lnTo>
                <a:cubicBezTo>
                  <a:pt x="119658" y="114776"/>
                  <a:pt x="119658" y="118556"/>
                  <a:pt x="121980" y="120878"/>
                </a:cubicBezTo>
                <a:cubicBezTo>
                  <a:pt x="124301" y="123200"/>
                  <a:pt x="128081" y="123200"/>
                  <a:pt x="130403" y="120878"/>
                </a:cubicBezTo>
                <a:lnTo>
                  <a:pt x="147161" y="104120"/>
                </a:lnTo>
                <a:lnTo>
                  <a:pt x="148917" y="105876"/>
                </a:lnTo>
                <a:cubicBezTo>
                  <a:pt x="153561" y="110520"/>
                  <a:pt x="153561" y="118050"/>
                  <a:pt x="148917" y="122724"/>
                </a:cubicBezTo>
                <a:lnTo>
                  <a:pt x="122724" y="148917"/>
                </a:lnTo>
                <a:cubicBezTo>
                  <a:pt x="118080" y="153561"/>
                  <a:pt x="110550" y="153561"/>
                  <a:pt x="105876" y="148917"/>
                </a:cubicBezTo>
                <a:lnTo>
                  <a:pt x="85308" y="128349"/>
                </a:lnTo>
                <a:lnTo>
                  <a:pt x="128349" y="85308"/>
                </a:lnTo>
                <a:close/>
              </a:path>
            </a:pathLst>
          </a:custGeom>
          <a:solidFill>
            <a:srgbClr val="E2E8F0"/>
          </a:solidFill>
        </p:spPr>
      </p:sp>
      <p:sp>
        <p:nvSpPr>
          <p:cNvPr id="14" name="Text 12"/>
          <p:cNvSpPr/>
          <p:nvPr/>
        </p:nvSpPr>
        <p:spPr>
          <a:xfrm>
            <a:off x="1066800" y="3105150"/>
            <a:ext cx="1562100" cy="266700"/>
          </a:xfrm>
          <a:prstGeom prst="rect">
            <a:avLst/>
          </a:prstGeom>
          <a:noFill/>
        </p:spPr>
        <p:txBody>
          <a:bodyPr wrap="square" lIns="0" tIns="0" rIns="0" bIns="0" rtlCol="0" anchor="ctr"/>
          <a:lstStyle/>
          <a:p>
            <a:pPr>
              <a:lnSpc>
                <a:spcPct val="120000"/>
              </a:lnSpc>
            </a:pPr>
            <a:r>
              <a:rPr lang="en-US" sz="1500" b="1" dirty="0">
                <a:solidFill>
                  <a:srgbClr val="2D3748"/>
                </a:solidFill>
                <a:latin typeface="Liter" panose="02000503030000020004" pitchFamily="34" charset="0"/>
                <a:ea typeface="Liter" panose="02000503030000020004" pitchFamily="34" charset="-122"/>
                <a:cs typeface="Liter" panose="02000503030000020004" pitchFamily="34" charset="-120"/>
              </a:rPr>
              <a:t>Test Case Design</a:t>
            </a:r>
            <a:endParaRPr lang="en-US" sz="1600" dirty="0"/>
          </a:p>
        </p:txBody>
      </p:sp>
      <p:sp>
        <p:nvSpPr>
          <p:cNvPr id="15" name="Text 13"/>
          <p:cNvSpPr/>
          <p:nvPr/>
        </p:nvSpPr>
        <p:spPr>
          <a:xfrm>
            <a:off x="571500" y="3543300"/>
            <a:ext cx="2886075" cy="742950"/>
          </a:xfrm>
          <a:prstGeom prst="rect">
            <a:avLst/>
          </a:prstGeom>
          <a:noFill/>
        </p:spPr>
        <p:txBody>
          <a:bodyPr wrap="square" lIns="0" tIns="0" rIns="0" bIns="0" rtlCol="0" anchor="ctr"/>
          <a:lstStyle/>
          <a:p>
            <a:pPr>
              <a:lnSpc>
                <a:spcPct val="140000"/>
              </a:lnSpc>
            </a:pPr>
            <a:r>
              <a:rPr lang="en-US" sz="1200" dirty="0">
                <a:solidFill>
                  <a:srgbClr val="1A202C"/>
                </a:solidFill>
                <a:latin typeface="Quattrocento Sans" panose="020B0502050000020003" pitchFamily="34" charset="0"/>
                <a:ea typeface="Quattrocento Sans" panose="020B0502050000020003" pitchFamily="34" charset="-122"/>
                <a:cs typeface="Quattrocento Sans" panose="020B0502050000020003" pitchFamily="34" charset="-120"/>
              </a:rPr>
              <a:t>Create structured manual test cases covering functional scenarios for comprehensive test coverage.</a:t>
            </a:r>
            <a:endParaRPr lang="en-US" sz="1600" dirty="0"/>
          </a:p>
        </p:txBody>
      </p:sp>
      <p:sp>
        <p:nvSpPr>
          <p:cNvPr id="16" name="Shape 14"/>
          <p:cNvSpPr/>
          <p:nvPr/>
        </p:nvSpPr>
        <p:spPr>
          <a:xfrm>
            <a:off x="3762375" y="2838450"/>
            <a:ext cx="3190875" cy="1638300"/>
          </a:xfrm>
          <a:custGeom>
            <a:avLst/>
            <a:gdLst/>
            <a:ahLst/>
            <a:cxnLst/>
            <a:rect l="l" t="t" r="r" b="b"/>
            <a:pathLst>
              <a:path w="3190875" h="1638300">
                <a:moveTo>
                  <a:pt x="38100" y="0"/>
                </a:moveTo>
                <a:lnTo>
                  <a:pt x="3152775" y="0"/>
                </a:lnTo>
                <a:cubicBezTo>
                  <a:pt x="3173803" y="0"/>
                  <a:pt x="3190875" y="17072"/>
                  <a:pt x="3190875" y="38100"/>
                </a:cubicBezTo>
                <a:lnTo>
                  <a:pt x="3190875" y="1562103"/>
                </a:lnTo>
                <a:cubicBezTo>
                  <a:pt x="3190875" y="1604185"/>
                  <a:pt x="3156760" y="1638300"/>
                  <a:pt x="3114678" y="1638300"/>
                </a:cubicBezTo>
                <a:lnTo>
                  <a:pt x="76197" y="1638300"/>
                </a:lnTo>
                <a:cubicBezTo>
                  <a:pt x="34115" y="1638300"/>
                  <a:pt x="0" y="1604185"/>
                  <a:pt x="0" y="1562103"/>
                </a:cubicBezTo>
                <a:lnTo>
                  <a:pt x="0" y="38100"/>
                </a:lnTo>
                <a:cubicBezTo>
                  <a:pt x="0" y="17072"/>
                  <a:pt x="17072" y="0"/>
                  <a:pt x="38100" y="0"/>
                </a:cubicBezTo>
                <a:close/>
              </a:path>
            </a:pathLst>
          </a:custGeom>
          <a:solidFill>
            <a:srgbClr val="FFFFFF"/>
          </a:solidFill>
          <a:effectLst>
            <a:outerShdw blurRad="28575" dist="9525" dir="5400000" algn="bl" rotWithShape="0">
              <a:srgbClr val="000000">
                <a:alpha val="10196"/>
              </a:srgbClr>
            </a:outerShdw>
          </a:effectLst>
        </p:spPr>
      </p:sp>
      <p:sp>
        <p:nvSpPr>
          <p:cNvPr id="17" name="Shape 15"/>
          <p:cNvSpPr/>
          <p:nvPr/>
        </p:nvSpPr>
        <p:spPr>
          <a:xfrm>
            <a:off x="3762375" y="2838450"/>
            <a:ext cx="3190875" cy="38100"/>
          </a:xfrm>
          <a:custGeom>
            <a:avLst/>
            <a:gdLst/>
            <a:ahLst/>
            <a:cxnLst/>
            <a:rect l="l" t="t" r="r" b="b"/>
            <a:pathLst>
              <a:path w="3190875" h="38100">
                <a:moveTo>
                  <a:pt x="38100" y="0"/>
                </a:moveTo>
                <a:lnTo>
                  <a:pt x="3152775" y="0"/>
                </a:lnTo>
                <a:cubicBezTo>
                  <a:pt x="3173803" y="0"/>
                  <a:pt x="3190875" y="17072"/>
                  <a:pt x="3190875" y="38100"/>
                </a:cubicBezTo>
                <a:lnTo>
                  <a:pt x="3190875" y="38100"/>
                </a:lnTo>
                <a:lnTo>
                  <a:pt x="0" y="38100"/>
                </a:lnTo>
                <a:lnTo>
                  <a:pt x="0" y="38100"/>
                </a:lnTo>
                <a:cubicBezTo>
                  <a:pt x="0" y="17072"/>
                  <a:pt x="17072" y="0"/>
                  <a:pt x="38100" y="0"/>
                </a:cubicBezTo>
                <a:close/>
              </a:path>
            </a:pathLst>
          </a:custGeom>
          <a:solidFill>
            <a:srgbClr val="4A5568"/>
          </a:solidFill>
        </p:spPr>
      </p:sp>
      <p:sp>
        <p:nvSpPr>
          <p:cNvPr id="18" name="Shape 16"/>
          <p:cNvSpPr/>
          <p:nvPr/>
        </p:nvSpPr>
        <p:spPr>
          <a:xfrm>
            <a:off x="3952875" y="3048000"/>
            <a:ext cx="381000" cy="381000"/>
          </a:xfrm>
          <a:custGeom>
            <a:avLst/>
            <a:gdLst/>
            <a:ahLst/>
            <a:cxnLst/>
            <a:rect l="l" t="t" r="r" b="b"/>
            <a:pathLst>
              <a:path w="381000" h="381000">
                <a:moveTo>
                  <a:pt x="190500" y="0"/>
                </a:moveTo>
                <a:lnTo>
                  <a:pt x="190500" y="0"/>
                </a:lnTo>
                <a:cubicBezTo>
                  <a:pt x="295640" y="0"/>
                  <a:pt x="381000" y="85360"/>
                  <a:pt x="381000" y="190500"/>
                </a:cubicBezTo>
                <a:lnTo>
                  <a:pt x="381000" y="190500"/>
                </a:lnTo>
                <a:cubicBezTo>
                  <a:pt x="381000" y="295640"/>
                  <a:pt x="295640" y="381000"/>
                  <a:pt x="190500" y="381000"/>
                </a:cubicBezTo>
                <a:lnTo>
                  <a:pt x="190500" y="381000"/>
                </a:lnTo>
                <a:cubicBezTo>
                  <a:pt x="85360" y="381000"/>
                  <a:pt x="0" y="295640"/>
                  <a:pt x="0" y="190500"/>
                </a:cubicBezTo>
                <a:lnTo>
                  <a:pt x="0" y="190500"/>
                </a:lnTo>
                <a:cubicBezTo>
                  <a:pt x="0" y="85360"/>
                  <a:pt x="85360" y="0"/>
                  <a:pt x="190500" y="0"/>
                </a:cubicBezTo>
                <a:close/>
              </a:path>
            </a:pathLst>
          </a:custGeom>
          <a:solidFill>
            <a:srgbClr val="4A5568"/>
          </a:solidFill>
        </p:spPr>
      </p:sp>
      <p:sp>
        <p:nvSpPr>
          <p:cNvPr id="19" name="Shape 17"/>
          <p:cNvSpPr/>
          <p:nvPr/>
        </p:nvSpPr>
        <p:spPr>
          <a:xfrm>
            <a:off x="4048125" y="3162300"/>
            <a:ext cx="190500" cy="152400"/>
          </a:xfrm>
          <a:custGeom>
            <a:avLst/>
            <a:gdLst/>
            <a:ahLst/>
            <a:cxnLst/>
            <a:rect l="l" t="t" r="r" b="b"/>
            <a:pathLst>
              <a:path w="190500" h="152400">
                <a:moveTo>
                  <a:pt x="123795" y="62657"/>
                </a:moveTo>
                <a:cubicBezTo>
                  <a:pt x="127427" y="61674"/>
                  <a:pt x="131237" y="63401"/>
                  <a:pt x="132874" y="66764"/>
                </a:cubicBezTo>
                <a:lnTo>
                  <a:pt x="138410" y="77956"/>
                </a:lnTo>
                <a:cubicBezTo>
                  <a:pt x="141476" y="78373"/>
                  <a:pt x="144482" y="79206"/>
                  <a:pt x="147310" y="80367"/>
                </a:cubicBezTo>
                <a:lnTo>
                  <a:pt x="157728" y="73432"/>
                </a:lnTo>
                <a:cubicBezTo>
                  <a:pt x="160853" y="71348"/>
                  <a:pt x="164991" y="71765"/>
                  <a:pt x="167640" y="74414"/>
                </a:cubicBezTo>
                <a:lnTo>
                  <a:pt x="173355" y="80129"/>
                </a:lnTo>
                <a:cubicBezTo>
                  <a:pt x="176004" y="82778"/>
                  <a:pt x="176421" y="86945"/>
                  <a:pt x="174337" y="90041"/>
                </a:cubicBezTo>
                <a:lnTo>
                  <a:pt x="167402" y="100429"/>
                </a:lnTo>
                <a:cubicBezTo>
                  <a:pt x="167967" y="101828"/>
                  <a:pt x="168473" y="103287"/>
                  <a:pt x="168890" y="104805"/>
                </a:cubicBezTo>
                <a:cubicBezTo>
                  <a:pt x="169307" y="106323"/>
                  <a:pt x="169575" y="107811"/>
                  <a:pt x="169783" y="109329"/>
                </a:cubicBezTo>
                <a:lnTo>
                  <a:pt x="181005" y="114866"/>
                </a:lnTo>
                <a:cubicBezTo>
                  <a:pt x="184368" y="116532"/>
                  <a:pt x="186095" y="120342"/>
                  <a:pt x="185112" y="123944"/>
                </a:cubicBezTo>
                <a:lnTo>
                  <a:pt x="183029" y="131743"/>
                </a:lnTo>
                <a:cubicBezTo>
                  <a:pt x="182047" y="135344"/>
                  <a:pt x="178683" y="137785"/>
                  <a:pt x="174933" y="137547"/>
                </a:cubicBezTo>
                <a:lnTo>
                  <a:pt x="162431" y="136743"/>
                </a:lnTo>
                <a:cubicBezTo>
                  <a:pt x="160556" y="139154"/>
                  <a:pt x="158383" y="141387"/>
                  <a:pt x="155912" y="143292"/>
                </a:cubicBezTo>
                <a:lnTo>
                  <a:pt x="156716" y="155764"/>
                </a:lnTo>
                <a:cubicBezTo>
                  <a:pt x="156954" y="159514"/>
                  <a:pt x="154513" y="162907"/>
                  <a:pt x="150912" y="163860"/>
                </a:cubicBezTo>
                <a:lnTo>
                  <a:pt x="143113" y="165943"/>
                </a:lnTo>
                <a:cubicBezTo>
                  <a:pt x="139482" y="166926"/>
                  <a:pt x="135701" y="165199"/>
                  <a:pt x="134035" y="161836"/>
                </a:cubicBezTo>
                <a:lnTo>
                  <a:pt x="128498" y="150644"/>
                </a:lnTo>
                <a:cubicBezTo>
                  <a:pt x="125432" y="150227"/>
                  <a:pt x="122426" y="149394"/>
                  <a:pt x="119598" y="148233"/>
                </a:cubicBezTo>
                <a:lnTo>
                  <a:pt x="109180" y="155168"/>
                </a:lnTo>
                <a:cubicBezTo>
                  <a:pt x="106055" y="157252"/>
                  <a:pt x="101918" y="156835"/>
                  <a:pt x="99268" y="154186"/>
                </a:cubicBezTo>
                <a:lnTo>
                  <a:pt x="93553" y="148471"/>
                </a:lnTo>
                <a:cubicBezTo>
                  <a:pt x="90904" y="145822"/>
                  <a:pt x="90488" y="141684"/>
                  <a:pt x="92571" y="138559"/>
                </a:cubicBezTo>
                <a:lnTo>
                  <a:pt x="99506" y="128141"/>
                </a:lnTo>
                <a:cubicBezTo>
                  <a:pt x="98941" y="126742"/>
                  <a:pt x="98435" y="125284"/>
                  <a:pt x="98018" y="123765"/>
                </a:cubicBezTo>
                <a:cubicBezTo>
                  <a:pt x="97601" y="122247"/>
                  <a:pt x="97334" y="120729"/>
                  <a:pt x="97125" y="119241"/>
                </a:cubicBezTo>
                <a:lnTo>
                  <a:pt x="85904" y="113705"/>
                </a:lnTo>
                <a:cubicBezTo>
                  <a:pt x="82540" y="112038"/>
                  <a:pt x="80843" y="108228"/>
                  <a:pt x="81796" y="104626"/>
                </a:cubicBezTo>
                <a:lnTo>
                  <a:pt x="83880" y="96828"/>
                </a:lnTo>
                <a:cubicBezTo>
                  <a:pt x="84862" y="93226"/>
                  <a:pt x="88225" y="90785"/>
                  <a:pt x="91976" y="91023"/>
                </a:cubicBezTo>
                <a:lnTo>
                  <a:pt x="104448" y="91827"/>
                </a:lnTo>
                <a:cubicBezTo>
                  <a:pt x="106323" y="89416"/>
                  <a:pt x="108496" y="87184"/>
                  <a:pt x="110966" y="85279"/>
                </a:cubicBezTo>
                <a:lnTo>
                  <a:pt x="110163" y="72836"/>
                </a:lnTo>
                <a:cubicBezTo>
                  <a:pt x="109924" y="69086"/>
                  <a:pt x="112365" y="65693"/>
                  <a:pt x="115967" y="64740"/>
                </a:cubicBezTo>
                <a:lnTo>
                  <a:pt x="123765" y="62657"/>
                </a:lnTo>
                <a:close/>
                <a:moveTo>
                  <a:pt x="133469" y="101203"/>
                </a:moveTo>
                <a:cubicBezTo>
                  <a:pt x="126241" y="101211"/>
                  <a:pt x="120379" y="107087"/>
                  <a:pt x="120387" y="114315"/>
                </a:cubicBezTo>
                <a:cubicBezTo>
                  <a:pt x="120395" y="121543"/>
                  <a:pt x="126270" y="127405"/>
                  <a:pt x="133499" y="127397"/>
                </a:cubicBezTo>
                <a:cubicBezTo>
                  <a:pt x="140727" y="127389"/>
                  <a:pt x="146589" y="121513"/>
                  <a:pt x="146581" y="114285"/>
                </a:cubicBezTo>
                <a:cubicBezTo>
                  <a:pt x="146573" y="107057"/>
                  <a:pt x="140697" y="101195"/>
                  <a:pt x="133469" y="101203"/>
                </a:cubicBezTo>
                <a:close/>
                <a:moveTo>
                  <a:pt x="66943" y="-13543"/>
                </a:moveTo>
                <a:lnTo>
                  <a:pt x="74741" y="-11460"/>
                </a:lnTo>
                <a:cubicBezTo>
                  <a:pt x="78343" y="-10477"/>
                  <a:pt x="80784" y="-7084"/>
                  <a:pt x="80546" y="-3364"/>
                </a:cubicBezTo>
                <a:lnTo>
                  <a:pt x="79742" y="9079"/>
                </a:lnTo>
                <a:cubicBezTo>
                  <a:pt x="82213" y="10984"/>
                  <a:pt x="84386" y="13186"/>
                  <a:pt x="86261" y="15627"/>
                </a:cubicBezTo>
                <a:lnTo>
                  <a:pt x="98762" y="14823"/>
                </a:lnTo>
                <a:cubicBezTo>
                  <a:pt x="102483" y="14585"/>
                  <a:pt x="105876" y="17026"/>
                  <a:pt x="106859" y="20628"/>
                </a:cubicBezTo>
                <a:lnTo>
                  <a:pt x="108942" y="28426"/>
                </a:lnTo>
                <a:cubicBezTo>
                  <a:pt x="109895" y="32028"/>
                  <a:pt x="108198" y="35838"/>
                  <a:pt x="104835" y="37505"/>
                </a:cubicBezTo>
                <a:lnTo>
                  <a:pt x="93613" y="43041"/>
                </a:lnTo>
                <a:cubicBezTo>
                  <a:pt x="93405" y="44559"/>
                  <a:pt x="93107" y="46077"/>
                  <a:pt x="92720" y="47565"/>
                </a:cubicBezTo>
                <a:cubicBezTo>
                  <a:pt x="92333" y="49054"/>
                  <a:pt x="91797" y="50542"/>
                  <a:pt x="91232" y="51941"/>
                </a:cubicBezTo>
                <a:lnTo>
                  <a:pt x="98167" y="62359"/>
                </a:lnTo>
                <a:cubicBezTo>
                  <a:pt x="100251" y="65484"/>
                  <a:pt x="99834" y="69622"/>
                  <a:pt x="97185" y="72271"/>
                </a:cubicBezTo>
                <a:lnTo>
                  <a:pt x="91470" y="77986"/>
                </a:lnTo>
                <a:cubicBezTo>
                  <a:pt x="88821" y="80635"/>
                  <a:pt x="84683" y="81052"/>
                  <a:pt x="81558" y="78968"/>
                </a:cubicBezTo>
                <a:lnTo>
                  <a:pt x="71140" y="72033"/>
                </a:lnTo>
                <a:cubicBezTo>
                  <a:pt x="68312" y="73194"/>
                  <a:pt x="65306" y="74027"/>
                  <a:pt x="62240" y="74444"/>
                </a:cubicBezTo>
                <a:lnTo>
                  <a:pt x="56704" y="85636"/>
                </a:lnTo>
                <a:cubicBezTo>
                  <a:pt x="55037" y="88999"/>
                  <a:pt x="51227" y="90696"/>
                  <a:pt x="47625" y="89743"/>
                </a:cubicBezTo>
                <a:lnTo>
                  <a:pt x="39826" y="87660"/>
                </a:lnTo>
                <a:cubicBezTo>
                  <a:pt x="36195" y="86678"/>
                  <a:pt x="33784" y="83284"/>
                  <a:pt x="34022" y="79564"/>
                </a:cubicBezTo>
                <a:lnTo>
                  <a:pt x="34826" y="67092"/>
                </a:lnTo>
                <a:cubicBezTo>
                  <a:pt x="32355" y="65187"/>
                  <a:pt x="30182" y="62984"/>
                  <a:pt x="28307" y="60543"/>
                </a:cubicBezTo>
                <a:lnTo>
                  <a:pt x="15806" y="61347"/>
                </a:lnTo>
                <a:cubicBezTo>
                  <a:pt x="12085" y="61585"/>
                  <a:pt x="8692" y="59144"/>
                  <a:pt x="7709" y="55543"/>
                </a:cubicBezTo>
                <a:lnTo>
                  <a:pt x="5626" y="47744"/>
                </a:lnTo>
                <a:cubicBezTo>
                  <a:pt x="4673" y="44142"/>
                  <a:pt x="6370" y="40332"/>
                  <a:pt x="9733" y="38666"/>
                </a:cubicBezTo>
                <a:lnTo>
                  <a:pt x="20955" y="33129"/>
                </a:lnTo>
                <a:cubicBezTo>
                  <a:pt x="21163" y="31611"/>
                  <a:pt x="21461" y="30123"/>
                  <a:pt x="21848" y="28605"/>
                </a:cubicBezTo>
                <a:cubicBezTo>
                  <a:pt x="22265" y="27087"/>
                  <a:pt x="22741" y="25628"/>
                  <a:pt x="23336" y="24229"/>
                </a:cubicBezTo>
                <a:lnTo>
                  <a:pt x="16401" y="13841"/>
                </a:lnTo>
                <a:cubicBezTo>
                  <a:pt x="14317" y="10716"/>
                  <a:pt x="14734" y="6578"/>
                  <a:pt x="17383" y="3929"/>
                </a:cubicBezTo>
                <a:lnTo>
                  <a:pt x="23098" y="-1786"/>
                </a:lnTo>
                <a:cubicBezTo>
                  <a:pt x="25747" y="-4435"/>
                  <a:pt x="29885" y="-4852"/>
                  <a:pt x="33010" y="-2768"/>
                </a:cubicBezTo>
                <a:lnTo>
                  <a:pt x="43428" y="4167"/>
                </a:lnTo>
                <a:cubicBezTo>
                  <a:pt x="46256" y="3006"/>
                  <a:pt x="49262" y="2173"/>
                  <a:pt x="52328" y="1756"/>
                </a:cubicBezTo>
                <a:lnTo>
                  <a:pt x="57864" y="-9436"/>
                </a:lnTo>
                <a:cubicBezTo>
                  <a:pt x="59531" y="-12799"/>
                  <a:pt x="63311" y="-14496"/>
                  <a:pt x="66943" y="-13543"/>
                </a:cubicBezTo>
                <a:close/>
                <a:moveTo>
                  <a:pt x="57269" y="25003"/>
                </a:moveTo>
                <a:cubicBezTo>
                  <a:pt x="50041" y="25003"/>
                  <a:pt x="44172" y="30872"/>
                  <a:pt x="44172" y="38100"/>
                </a:cubicBezTo>
                <a:cubicBezTo>
                  <a:pt x="44172" y="45328"/>
                  <a:pt x="50041" y="51197"/>
                  <a:pt x="57269" y="51197"/>
                </a:cubicBezTo>
                <a:cubicBezTo>
                  <a:pt x="64497" y="51197"/>
                  <a:pt x="70366" y="45328"/>
                  <a:pt x="70366" y="38100"/>
                </a:cubicBezTo>
                <a:cubicBezTo>
                  <a:pt x="70366" y="30872"/>
                  <a:pt x="64497" y="25003"/>
                  <a:pt x="57269" y="25003"/>
                </a:cubicBezTo>
                <a:close/>
              </a:path>
            </a:pathLst>
          </a:custGeom>
          <a:solidFill>
            <a:srgbClr val="E2E8F0"/>
          </a:solidFill>
        </p:spPr>
      </p:sp>
      <p:sp>
        <p:nvSpPr>
          <p:cNvPr id="20" name="Text 18"/>
          <p:cNvSpPr/>
          <p:nvPr/>
        </p:nvSpPr>
        <p:spPr>
          <a:xfrm>
            <a:off x="4448175" y="3105150"/>
            <a:ext cx="1076325" cy="266700"/>
          </a:xfrm>
          <a:prstGeom prst="rect">
            <a:avLst/>
          </a:prstGeom>
          <a:noFill/>
        </p:spPr>
        <p:txBody>
          <a:bodyPr wrap="square" lIns="0" tIns="0" rIns="0" bIns="0" rtlCol="0" anchor="ctr"/>
          <a:lstStyle/>
          <a:p>
            <a:pPr>
              <a:lnSpc>
                <a:spcPct val="120000"/>
              </a:lnSpc>
            </a:pPr>
            <a:r>
              <a:rPr lang="en-US" sz="1500" b="1" dirty="0">
                <a:solidFill>
                  <a:srgbClr val="2D3748"/>
                </a:solidFill>
                <a:latin typeface="Liter" panose="02000503030000020004" pitchFamily="34" charset="0"/>
                <a:ea typeface="Liter" panose="02000503030000020004" pitchFamily="34" charset="-122"/>
                <a:cs typeface="Liter" panose="02000503030000020004" pitchFamily="34" charset="-120"/>
              </a:rPr>
              <a:t>Automation</a:t>
            </a:r>
            <a:endParaRPr lang="en-US" sz="1600" dirty="0"/>
          </a:p>
        </p:txBody>
      </p:sp>
      <p:sp>
        <p:nvSpPr>
          <p:cNvPr id="21" name="Text 19"/>
          <p:cNvSpPr/>
          <p:nvPr/>
        </p:nvSpPr>
        <p:spPr>
          <a:xfrm>
            <a:off x="3952875" y="3543300"/>
            <a:ext cx="2886075" cy="742950"/>
          </a:xfrm>
          <a:prstGeom prst="rect">
            <a:avLst/>
          </a:prstGeom>
          <a:noFill/>
        </p:spPr>
        <p:txBody>
          <a:bodyPr wrap="square" lIns="0" tIns="0" rIns="0" bIns="0" rtlCol="0" anchor="ctr"/>
          <a:lstStyle/>
          <a:p>
            <a:pPr>
              <a:lnSpc>
                <a:spcPct val="140000"/>
              </a:lnSpc>
            </a:pPr>
            <a:r>
              <a:rPr lang="en-US" sz="1200" dirty="0">
                <a:solidFill>
                  <a:srgbClr val="1A202C"/>
                </a:solidFill>
                <a:latin typeface="Quattrocento Sans" panose="020B0502050000020003" pitchFamily="34" charset="0"/>
                <a:ea typeface="Quattrocento Sans" panose="020B0502050000020003" pitchFamily="34" charset="-122"/>
                <a:cs typeface="Quattrocento Sans" panose="020B0502050000020003" pitchFamily="34" charset="-120"/>
              </a:rPr>
              <a:t>Implement automated test scripts using both Selenium IDE and Python Selenium in PyCharm.</a:t>
            </a:r>
            <a:endParaRPr lang="en-US" sz="1600" dirty="0"/>
          </a:p>
        </p:txBody>
      </p:sp>
      <p:sp>
        <p:nvSpPr>
          <p:cNvPr id="22" name="Shape 20"/>
          <p:cNvSpPr/>
          <p:nvPr/>
        </p:nvSpPr>
        <p:spPr>
          <a:xfrm>
            <a:off x="400050" y="4667250"/>
            <a:ext cx="6553200" cy="1257300"/>
          </a:xfrm>
          <a:custGeom>
            <a:avLst/>
            <a:gdLst/>
            <a:ahLst/>
            <a:cxnLst/>
            <a:rect l="l" t="t" r="r" b="b"/>
            <a:pathLst>
              <a:path w="6553200" h="1257300">
                <a:moveTo>
                  <a:pt x="38100" y="0"/>
                </a:moveTo>
                <a:lnTo>
                  <a:pt x="6476995" y="0"/>
                </a:lnTo>
                <a:cubicBezTo>
                  <a:pt x="6519082" y="0"/>
                  <a:pt x="6553200" y="34118"/>
                  <a:pt x="6553200" y="76205"/>
                </a:cubicBezTo>
                <a:lnTo>
                  <a:pt x="6553200" y="1181095"/>
                </a:lnTo>
                <a:cubicBezTo>
                  <a:pt x="6553200" y="1223182"/>
                  <a:pt x="6519082" y="1257300"/>
                  <a:pt x="6476995" y="1257300"/>
                </a:cubicBezTo>
                <a:lnTo>
                  <a:pt x="38100" y="1257300"/>
                </a:lnTo>
                <a:cubicBezTo>
                  <a:pt x="17072" y="1257300"/>
                  <a:pt x="0" y="1240228"/>
                  <a:pt x="0" y="1219200"/>
                </a:cubicBezTo>
                <a:lnTo>
                  <a:pt x="0" y="38100"/>
                </a:lnTo>
                <a:cubicBezTo>
                  <a:pt x="0" y="17072"/>
                  <a:pt x="17072" y="0"/>
                  <a:pt x="38100" y="0"/>
                </a:cubicBezTo>
                <a:close/>
              </a:path>
            </a:pathLst>
          </a:custGeom>
          <a:solidFill>
            <a:srgbClr val="718096">
              <a:alpha val="10196"/>
            </a:srgbClr>
          </a:solidFill>
        </p:spPr>
      </p:sp>
      <p:sp>
        <p:nvSpPr>
          <p:cNvPr id="23" name="Shape 21"/>
          <p:cNvSpPr/>
          <p:nvPr/>
        </p:nvSpPr>
        <p:spPr>
          <a:xfrm>
            <a:off x="400050" y="4667250"/>
            <a:ext cx="38100" cy="1257300"/>
          </a:xfrm>
          <a:custGeom>
            <a:avLst/>
            <a:gdLst/>
            <a:ahLst/>
            <a:cxnLst/>
            <a:rect l="l" t="t" r="r" b="b"/>
            <a:pathLst>
              <a:path w="38100" h="1257300">
                <a:moveTo>
                  <a:pt x="38100" y="0"/>
                </a:moveTo>
                <a:lnTo>
                  <a:pt x="38100" y="0"/>
                </a:lnTo>
                <a:lnTo>
                  <a:pt x="38100" y="1257300"/>
                </a:lnTo>
                <a:lnTo>
                  <a:pt x="38100" y="1257300"/>
                </a:lnTo>
                <a:cubicBezTo>
                  <a:pt x="17072" y="1257300"/>
                  <a:pt x="0" y="1240228"/>
                  <a:pt x="0" y="1219200"/>
                </a:cubicBezTo>
                <a:lnTo>
                  <a:pt x="0" y="38100"/>
                </a:lnTo>
                <a:cubicBezTo>
                  <a:pt x="0" y="17072"/>
                  <a:pt x="17072" y="0"/>
                  <a:pt x="38100" y="0"/>
                </a:cubicBezTo>
                <a:close/>
              </a:path>
            </a:pathLst>
          </a:custGeom>
          <a:solidFill>
            <a:srgbClr val="4A5568"/>
          </a:solidFill>
        </p:spPr>
      </p:sp>
      <p:sp>
        <p:nvSpPr>
          <p:cNvPr id="24" name="Shape 22"/>
          <p:cNvSpPr/>
          <p:nvPr/>
        </p:nvSpPr>
        <p:spPr>
          <a:xfrm>
            <a:off x="638175" y="4876800"/>
            <a:ext cx="228600" cy="228600"/>
          </a:xfrm>
          <a:custGeom>
            <a:avLst/>
            <a:gdLst/>
            <a:ahLst/>
            <a:cxnLst/>
            <a:rect l="l" t="t" r="r" b="b"/>
            <a:pathLst>
              <a:path w="228600" h="228600">
                <a:moveTo>
                  <a:pt x="29423" y="102022"/>
                </a:moveTo>
                <a:cubicBezTo>
                  <a:pt x="35362" y="60499"/>
                  <a:pt x="71125" y="28575"/>
                  <a:pt x="114300" y="28575"/>
                </a:cubicBezTo>
                <a:cubicBezTo>
                  <a:pt x="137964" y="28575"/>
                  <a:pt x="159395" y="38174"/>
                  <a:pt x="174933" y="53667"/>
                </a:cubicBezTo>
                <a:cubicBezTo>
                  <a:pt x="175022" y="53757"/>
                  <a:pt x="175111" y="53846"/>
                  <a:pt x="175200" y="53935"/>
                </a:cubicBezTo>
                <a:lnTo>
                  <a:pt x="178594" y="57150"/>
                </a:lnTo>
                <a:lnTo>
                  <a:pt x="157207" y="57150"/>
                </a:lnTo>
                <a:cubicBezTo>
                  <a:pt x="149304" y="57150"/>
                  <a:pt x="142920" y="63535"/>
                  <a:pt x="142920" y="71438"/>
                </a:cubicBezTo>
                <a:cubicBezTo>
                  <a:pt x="142920" y="79340"/>
                  <a:pt x="149304" y="85725"/>
                  <a:pt x="157207" y="85725"/>
                </a:cubicBezTo>
                <a:lnTo>
                  <a:pt x="214357" y="85725"/>
                </a:lnTo>
                <a:cubicBezTo>
                  <a:pt x="222260" y="85725"/>
                  <a:pt x="228645" y="79340"/>
                  <a:pt x="228645" y="71438"/>
                </a:cubicBezTo>
                <a:lnTo>
                  <a:pt x="228645" y="14288"/>
                </a:lnTo>
                <a:cubicBezTo>
                  <a:pt x="228645" y="6385"/>
                  <a:pt x="222260" y="0"/>
                  <a:pt x="214357" y="0"/>
                </a:cubicBezTo>
                <a:cubicBezTo>
                  <a:pt x="206454" y="0"/>
                  <a:pt x="200070" y="6385"/>
                  <a:pt x="200070" y="14288"/>
                </a:cubicBezTo>
                <a:lnTo>
                  <a:pt x="200070" y="38130"/>
                </a:lnTo>
                <a:lnTo>
                  <a:pt x="195024" y="33352"/>
                </a:lnTo>
                <a:cubicBezTo>
                  <a:pt x="174352" y="12769"/>
                  <a:pt x="145777" y="0"/>
                  <a:pt x="114300" y="0"/>
                </a:cubicBezTo>
                <a:cubicBezTo>
                  <a:pt x="56704" y="0"/>
                  <a:pt x="9064" y="42595"/>
                  <a:pt x="1161" y="98003"/>
                </a:cubicBezTo>
                <a:cubicBezTo>
                  <a:pt x="45" y="105817"/>
                  <a:pt x="5447" y="113050"/>
                  <a:pt x="13261" y="114166"/>
                </a:cubicBezTo>
                <a:cubicBezTo>
                  <a:pt x="21074" y="115282"/>
                  <a:pt x="28307" y="109835"/>
                  <a:pt x="29423" y="102066"/>
                </a:cubicBezTo>
                <a:close/>
                <a:moveTo>
                  <a:pt x="227439" y="130597"/>
                </a:moveTo>
                <a:cubicBezTo>
                  <a:pt x="228555" y="122783"/>
                  <a:pt x="223108" y="115550"/>
                  <a:pt x="215339" y="114434"/>
                </a:cubicBezTo>
                <a:cubicBezTo>
                  <a:pt x="207571" y="113318"/>
                  <a:pt x="200293" y="118765"/>
                  <a:pt x="199177" y="126534"/>
                </a:cubicBezTo>
                <a:cubicBezTo>
                  <a:pt x="193238" y="168057"/>
                  <a:pt x="157475" y="199980"/>
                  <a:pt x="114300" y="199980"/>
                </a:cubicBezTo>
                <a:cubicBezTo>
                  <a:pt x="90636" y="199980"/>
                  <a:pt x="69205" y="190381"/>
                  <a:pt x="53667" y="174888"/>
                </a:cubicBezTo>
                <a:cubicBezTo>
                  <a:pt x="53578" y="174799"/>
                  <a:pt x="53489" y="174709"/>
                  <a:pt x="53400" y="174620"/>
                </a:cubicBezTo>
                <a:lnTo>
                  <a:pt x="50006" y="171405"/>
                </a:lnTo>
                <a:lnTo>
                  <a:pt x="71393" y="171405"/>
                </a:lnTo>
                <a:cubicBezTo>
                  <a:pt x="79296" y="171405"/>
                  <a:pt x="85680" y="165021"/>
                  <a:pt x="85680" y="157118"/>
                </a:cubicBezTo>
                <a:cubicBezTo>
                  <a:pt x="85680" y="149215"/>
                  <a:pt x="79296" y="142830"/>
                  <a:pt x="71393" y="142830"/>
                </a:cubicBezTo>
                <a:lnTo>
                  <a:pt x="14288" y="142875"/>
                </a:lnTo>
                <a:cubicBezTo>
                  <a:pt x="10492" y="142875"/>
                  <a:pt x="6831" y="144393"/>
                  <a:pt x="4152" y="147117"/>
                </a:cubicBezTo>
                <a:cubicBezTo>
                  <a:pt x="1473" y="149840"/>
                  <a:pt x="-45" y="153457"/>
                  <a:pt x="0" y="157296"/>
                </a:cubicBezTo>
                <a:lnTo>
                  <a:pt x="446" y="214000"/>
                </a:lnTo>
                <a:cubicBezTo>
                  <a:pt x="491" y="221903"/>
                  <a:pt x="6965" y="228243"/>
                  <a:pt x="14868" y="228154"/>
                </a:cubicBezTo>
                <a:cubicBezTo>
                  <a:pt x="22771" y="228064"/>
                  <a:pt x="29111" y="221635"/>
                  <a:pt x="29021" y="213732"/>
                </a:cubicBezTo>
                <a:lnTo>
                  <a:pt x="28843" y="190738"/>
                </a:lnTo>
                <a:lnTo>
                  <a:pt x="33620" y="195248"/>
                </a:lnTo>
                <a:cubicBezTo>
                  <a:pt x="54293" y="215831"/>
                  <a:pt x="82823" y="228600"/>
                  <a:pt x="114300" y="228600"/>
                </a:cubicBezTo>
                <a:cubicBezTo>
                  <a:pt x="171896" y="228600"/>
                  <a:pt x="219536" y="186005"/>
                  <a:pt x="227439" y="130597"/>
                </a:cubicBezTo>
                <a:close/>
              </a:path>
            </a:pathLst>
          </a:custGeom>
          <a:solidFill>
            <a:srgbClr val="4A5568"/>
          </a:solidFill>
        </p:spPr>
      </p:sp>
      <p:sp>
        <p:nvSpPr>
          <p:cNvPr id="25" name="Text 23"/>
          <p:cNvSpPr/>
          <p:nvPr/>
        </p:nvSpPr>
        <p:spPr>
          <a:xfrm>
            <a:off x="1009650" y="4857750"/>
            <a:ext cx="1562100" cy="266700"/>
          </a:xfrm>
          <a:prstGeom prst="rect">
            <a:avLst/>
          </a:prstGeom>
          <a:noFill/>
        </p:spPr>
        <p:txBody>
          <a:bodyPr wrap="square" lIns="0" tIns="0" rIns="0" bIns="0" rtlCol="0" anchor="ctr"/>
          <a:lstStyle/>
          <a:p>
            <a:pPr>
              <a:lnSpc>
                <a:spcPct val="120000"/>
              </a:lnSpc>
            </a:pPr>
            <a:r>
              <a:rPr lang="en-US" sz="1500" b="1" dirty="0">
                <a:solidFill>
                  <a:srgbClr val="2D3748"/>
                </a:solidFill>
                <a:latin typeface="Liter" panose="02000503030000020004" pitchFamily="34" charset="0"/>
                <a:ea typeface="Liter" panose="02000503030000020004" pitchFamily="34" charset="-122"/>
                <a:cs typeface="Liter" panose="02000503030000020004" pitchFamily="34" charset="-120"/>
              </a:rPr>
              <a:t>Safety Constraint</a:t>
            </a:r>
            <a:endParaRPr lang="en-US" sz="1600" dirty="0"/>
          </a:p>
        </p:txBody>
      </p:sp>
      <p:sp>
        <p:nvSpPr>
          <p:cNvPr id="26" name="Text 24"/>
          <p:cNvSpPr/>
          <p:nvPr/>
        </p:nvSpPr>
        <p:spPr>
          <a:xfrm>
            <a:off x="609600" y="5238750"/>
            <a:ext cx="6229350" cy="495300"/>
          </a:xfrm>
          <a:prstGeom prst="rect">
            <a:avLst/>
          </a:prstGeom>
          <a:noFill/>
        </p:spPr>
        <p:txBody>
          <a:bodyPr wrap="square" lIns="0" tIns="0" rIns="0" bIns="0" rtlCol="0" anchor="ctr"/>
          <a:lstStyle/>
          <a:p>
            <a:pPr>
              <a:lnSpc>
                <a:spcPct val="140000"/>
              </a:lnSpc>
            </a:pPr>
            <a:r>
              <a:rPr lang="en-US" sz="1200" dirty="0">
                <a:solidFill>
                  <a:srgbClr val="1A202C"/>
                </a:solidFill>
                <a:latin typeface="Quattrocento Sans" panose="020B0502050000020003" pitchFamily="34" charset="0"/>
                <a:ea typeface="Quattrocento Sans" panose="020B0502050000020003" pitchFamily="34" charset="-122"/>
                <a:cs typeface="Quattrocento Sans" panose="020B0502050000020003" pitchFamily="34" charset="-120"/>
              </a:rPr>
              <a:t>All testing is performed without destructive actions or real transactions, ensuring safe evaluation of the application.</a:t>
            </a:r>
            <a:endParaRPr lang="en-US" sz="1600" dirty="0"/>
          </a:p>
        </p:txBody>
      </p:sp>
      <p:sp>
        <p:nvSpPr>
          <p:cNvPr id="27" name="Shape 25"/>
          <p:cNvSpPr/>
          <p:nvPr/>
        </p:nvSpPr>
        <p:spPr>
          <a:xfrm>
            <a:off x="7181850" y="1257300"/>
            <a:ext cx="4629150" cy="4667250"/>
          </a:xfrm>
          <a:custGeom>
            <a:avLst/>
            <a:gdLst/>
            <a:ahLst/>
            <a:cxnLst/>
            <a:rect l="l" t="t" r="r" b="b"/>
            <a:pathLst>
              <a:path w="4629150" h="4667250">
                <a:moveTo>
                  <a:pt x="76196" y="0"/>
                </a:moveTo>
                <a:lnTo>
                  <a:pt x="4552954" y="0"/>
                </a:lnTo>
                <a:cubicBezTo>
                  <a:pt x="4595036" y="0"/>
                  <a:pt x="4629150" y="34114"/>
                  <a:pt x="4629150" y="76196"/>
                </a:cubicBezTo>
                <a:lnTo>
                  <a:pt x="4629150" y="4591054"/>
                </a:lnTo>
                <a:cubicBezTo>
                  <a:pt x="4629150" y="4633136"/>
                  <a:pt x="4595036" y="4667250"/>
                  <a:pt x="4552954" y="4667250"/>
                </a:cubicBezTo>
                <a:lnTo>
                  <a:pt x="76196" y="4667250"/>
                </a:lnTo>
                <a:cubicBezTo>
                  <a:pt x="34114" y="4667250"/>
                  <a:pt x="0" y="4633136"/>
                  <a:pt x="0" y="4591054"/>
                </a:cubicBezTo>
                <a:lnTo>
                  <a:pt x="0" y="76196"/>
                </a:lnTo>
                <a:cubicBezTo>
                  <a:pt x="0" y="34142"/>
                  <a:pt x="34142" y="0"/>
                  <a:pt x="76196" y="0"/>
                </a:cubicBezTo>
                <a:close/>
              </a:path>
            </a:pathLst>
          </a:custGeom>
          <a:solidFill>
            <a:srgbClr val="FFFFFF"/>
          </a:solidFill>
          <a:effectLst>
            <a:outerShdw blurRad="28575" dist="9525" dir="5400000" algn="bl" rotWithShape="0">
              <a:srgbClr val="000000">
                <a:alpha val="10196"/>
              </a:srgbClr>
            </a:outerShdw>
          </a:effectLst>
        </p:spPr>
      </p:sp>
      <p:sp>
        <p:nvSpPr>
          <p:cNvPr id="28" name="Shape 26"/>
          <p:cNvSpPr/>
          <p:nvPr/>
        </p:nvSpPr>
        <p:spPr>
          <a:xfrm>
            <a:off x="7439025" y="1524000"/>
            <a:ext cx="228600" cy="228600"/>
          </a:xfrm>
          <a:custGeom>
            <a:avLst/>
            <a:gdLst/>
            <a:ahLst/>
            <a:cxnLst/>
            <a:rect l="l" t="t" r="r" b="b"/>
            <a:pathLst>
              <a:path w="228600" h="228600">
                <a:moveTo>
                  <a:pt x="228600" y="42863"/>
                </a:moveTo>
                <a:cubicBezTo>
                  <a:pt x="228600" y="65276"/>
                  <a:pt x="202213" y="98718"/>
                  <a:pt x="190827" y="112068"/>
                </a:cubicBezTo>
                <a:cubicBezTo>
                  <a:pt x="189131" y="114032"/>
                  <a:pt x="186630" y="114791"/>
                  <a:pt x="184353" y="114300"/>
                </a:cubicBezTo>
                <a:lnTo>
                  <a:pt x="142875" y="114300"/>
                </a:lnTo>
                <a:cubicBezTo>
                  <a:pt x="134972" y="114300"/>
                  <a:pt x="128588" y="120685"/>
                  <a:pt x="128588" y="128588"/>
                </a:cubicBezTo>
                <a:cubicBezTo>
                  <a:pt x="128588" y="136490"/>
                  <a:pt x="134972" y="142875"/>
                  <a:pt x="142875" y="142875"/>
                </a:cubicBezTo>
                <a:lnTo>
                  <a:pt x="185738" y="142875"/>
                </a:lnTo>
                <a:cubicBezTo>
                  <a:pt x="209401" y="142875"/>
                  <a:pt x="228600" y="162074"/>
                  <a:pt x="228600" y="185738"/>
                </a:cubicBezTo>
                <a:cubicBezTo>
                  <a:pt x="228600" y="209401"/>
                  <a:pt x="209401" y="228600"/>
                  <a:pt x="185738" y="228600"/>
                </a:cubicBezTo>
                <a:lnTo>
                  <a:pt x="62329" y="228600"/>
                </a:lnTo>
                <a:cubicBezTo>
                  <a:pt x="66214" y="224180"/>
                  <a:pt x="70946" y="218509"/>
                  <a:pt x="75724" y="212169"/>
                </a:cubicBezTo>
                <a:cubicBezTo>
                  <a:pt x="78537" y="208419"/>
                  <a:pt x="81439" y="204311"/>
                  <a:pt x="84207" y="200025"/>
                </a:cubicBezTo>
                <a:lnTo>
                  <a:pt x="185738" y="200025"/>
                </a:lnTo>
                <a:cubicBezTo>
                  <a:pt x="193640" y="200025"/>
                  <a:pt x="200025" y="193640"/>
                  <a:pt x="200025" y="185738"/>
                </a:cubicBezTo>
                <a:cubicBezTo>
                  <a:pt x="200025" y="177835"/>
                  <a:pt x="193640" y="171450"/>
                  <a:pt x="185738" y="171450"/>
                </a:cubicBezTo>
                <a:lnTo>
                  <a:pt x="142875" y="171450"/>
                </a:lnTo>
                <a:cubicBezTo>
                  <a:pt x="119211" y="171450"/>
                  <a:pt x="100013" y="152251"/>
                  <a:pt x="100013" y="128588"/>
                </a:cubicBezTo>
                <a:cubicBezTo>
                  <a:pt x="100013" y="104924"/>
                  <a:pt x="119211" y="85725"/>
                  <a:pt x="142875" y="85725"/>
                </a:cubicBezTo>
                <a:lnTo>
                  <a:pt x="160645" y="85725"/>
                </a:lnTo>
                <a:cubicBezTo>
                  <a:pt x="151269" y="71661"/>
                  <a:pt x="142875" y="55498"/>
                  <a:pt x="142875" y="42863"/>
                </a:cubicBezTo>
                <a:cubicBezTo>
                  <a:pt x="142875" y="19199"/>
                  <a:pt x="162074" y="0"/>
                  <a:pt x="185738" y="0"/>
                </a:cubicBezTo>
                <a:cubicBezTo>
                  <a:pt x="209401" y="0"/>
                  <a:pt x="228600" y="19199"/>
                  <a:pt x="228600" y="42863"/>
                </a:cubicBezTo>
                <a:close/>
                <a:moveTo>
                  <a:pt x="52283" y="218376"/>
                </a:moveTo>
                <a:cubicBezTo>
                  <a:pt x="50587" y="220295"/>
                  <a:pt x="49069" y="221992"/>
                  <a:pt x="47774" y="223421"/>
                </a:cubicBezTo>
                <a:lnTo>
                  <a:pt x="46970" y="224314"/>
                </a:lnTo>
                <a:lnTo>
                  <a:pt x="46881" y="224224"/>
                </a:lnTo>
                <a:cubicBezTo>
                  <a:pt x="44202" y="226278"/>
                  <a:pt x="40362" y="226010"/>
                  <a:pt x="37951" y="223421"/>
                </a:cubicBezTo>
                <a:cubicBezTo>
                  <a:pt x="26700" y="211187"/>
                  <a:pt x="0" y="179710"/>
                  <a:pt x="0" y="157163"/>
                </a:cubicBezTo>
                <a:cubicBezTo>
                  <a:pt x="0" y="133499"/>
                  <a:pt x="19199" y="114300"/>
                  <a:pt x="42863" y="114300"/>
                </a:cubicBezTo>
                <a:cubicBezTo>
                  <a:pt x="66526" y="114300"/>
                  <a:pt x="85725" y="133499"/>
                  <a:pt x="85725" y="157163"/>
                </a:cubicBezTo>
                <a:cubicBezTo>
                  <a:pt x="85725" y="170557"/>
                  <a:pt x="76304" y="187077"/>
                  <a:pt x="66303" y="200873"/>
                </a:cubicBezTo>
                <a:cubicBezTo>
                  <a:pt x="61526" y="207437"/>
                  <a:pt x="56614" y="213375"/>
                  <a:pt x="52551" y="218063"/>
                </a:cubicBezTo>
                <a:lnTo>
                  <a:pt x="52283" y="218376"/>
                </a:lnTo>
                <a:close/>
                <a:moveTo>
                  <a:pt x="57150" y="157163"/>
                </a:moveTo>
                <a:cubicBezTo>
                  <a:pt x="57150" y="149277"/>
                  <a:pt x="50748" y="142875"/>
                  <a:pt x="42863" y="142875"/>
                </a:cubicBezTo>
                <a:cubicBezTo>
                  <a:pt x="34977" y="142875"/>
                  <a:pt x="28575" y="149277"/>
                  <a:pt x="28575" y="157163"/>
                </a:cubicBezTo>
                <a:cubicBezTo>
                  <a:pt x="28575" y="165048"/>
                  <a:pt x="34977" y="171450"/>
                  <a:pt x="42863" y="171450"/>
                </a:cubicBezTo>
                <a:cubicBezTo>
                  <a:pt x="50748" y="171450"/>
                  <a:pt x="57150" y="165048"/>
                  <a:pt x="57150" y="157163"/>
                </a:cubicBezTo>
                <a:close/>
                <a:moveTo>
                  <a:pt x="185738" y="57150"/>
                </a:moveTo>
                <a:cubicBezTo>
                  <a:pt x="193623" y="57150"/>
                  <a:pt x="200025" y="50748"/>
                  <a:pt x="200025" y="42863"/>
                </a:cubicBezTo>
                <a:cubicBezTo>
                  <a:pt x="200025" y="34977"/>
                  <a:pt x="193623" y="28575"/>
                  <a:pt x="185738" y="28575"/>
                </a:cubicBezTo>
                <a:cubicBezTo>
                  <a:pt x="177852" y="28575"/>
                  <a:pt x="171450" y="34977"/>
                  <a:pt x="171450" y="42863"/>
                </a:cubicBezTo>
                <a:cubicBezTo>
                  <a:pt x="171450" y="50748"/>
                  <a:pt x="177852" y="57150"/>
                  <a:pt x="185738" y="57150"/>
                </a:cubicBezTo>
                <a:close/>
              </a:path>
            </a:pathLst>
          </a:custGeom>
          <a:solidFill>
            <a:srgbClr val="4A5568"/>
          </a:solidFill>
        </p:spPr>
      </p:sp>
      <p:sp>
        <p:nvSpPr>
          <p:cNvPr id="29" name="Text 27"/>
          <p:cNvSpPr/>
          <p:nvPr/>
        </p:nvSpPr>
        <p:spPr>
          <a:xfrm>
            <a:off x="7696200" y="1485900"/>
            <a:ext cx="4000500" cy="304800"/>
          </a:xfrm>
          <a:prstGeom prst="rect">
            <a:avLst/>
          </a:prstGeom>
          <a:noFill/>
        </p:spPr>
        <p:txBody>
          <a:bodyPr wrap="square" lIns="0" tIns="0" rIns="0" bIns="0" rtlCol="0" anchor="ctr"/>
          <a:lstStyle/>
          <a:p>
            <a:pPr>
              <a:lnSpc>
                <a:spcPct val="110000"/>
              </a:lnSpc>
            </a:pPr>
            <a:r>
              <a:rPr lang="en-US" sz="1800" b="1" dirty="0">
                <a:solidFill>
                  <a:srgbClr val="2D3748"/>
                </a:solidFill>
                <a:latin typeface="Liter" panose="02000503030000020004" pitchFamily="34" charset="0"/>
                <a:ea typeface="Liter" panose="02000503030000020004" pitchFamily="34" charset="-122"/>
                <a:cs typeface="Liter" panose="02000503030000020004" pitchFamily="34" charset="-120"/>
              </a:rPr>
              <a:t>Testing Approaches</a:t>
            </a:r>
            <a:endParaRPr lang="en-US" sz="1600" dirty="0"/>
          </a:p>
        </p:txBody>
      </p:sp>
      <p:sp>
        <p:nvSpPr>
          <p:cNvPr id="30" name="Shape 28"/>
          <p:cNvSpPr/>
          <p:nvPr/>
        </p:nvSpPr>
        <p:spPr>
          <a:xfrm>
            <a:off x="7429500" y="2019300"/>
            <a:ext cx="38100" cy="952500"/>
          </a:xfrm>
          <a:custGeom>
            <a:avLst/>
            <a:gdLst/>
            <a:ahLst/>
            <a:cxnLst/>
            <a:rect l="l" t="t" r="r" b="b"/>
            <a:pathLst>
              <a:path w="38100" h="952500">
                <a:moveTo>
                  <a:pt x="0" y="0"/>
                </a:moveTo>
                <a:lnTo>
                  <a:pt x="38100" y="0"/>
                </a:lnTo>
                <a:lnTo>
                  <a:pt x="38100" y="952500"/>
                </a:lnTo>
                <a:lnTo>
                  <a:pt x="0" y="952500"/>
                </a:lnTo>
                <a:lnTo>
                  <a:pt x="0" y="0"/>
                </a:lnTo>
                <a:close/>
              </a:path>
            </a:pathLst>
          </a:custGeom>
          <a:solidFill>
            <a:srgbClr val="2D3748"/>
          </a:solidFill>
        </p:spPr>
      </p:sp>
      <p:sp>
        <p:nvSpPr>
          <p:cNvPr id="31" name="Shape 29"/>
          <p:cNvSpPr/>
          <p:nvPr/>
        </p:nvSpPr>
        <p:spPr>
          <a:xfrm>
            <a:off x="7334250" y="2019300"/>
            <a:ext cx="228600" cy="228600"/>
          </a:xfrm>
          <a:custGeom>
            <a:avLst/>
            <a:gdLst/>
            <a:ahLst/>
            <a:cxnLst/>
            <a:rect l="l" t="t" r="r" b="b"/>
            <a:pathLst>
              <a:path w="228600" h="228600">
                <a:moveTo>
                  <a:pt x="114300" y="0"/>
                </a:moveTo>
                <a:lnTo>
                  <a:pt x="114300" y="0"/>
                </a:lnTo>
                <a:cubicBezTo>
                  <a:pt x="177384" y="0"/>
                  <a:pt x="228600" y="51216"/>
                  <a:pt x="228600" y="114300"/>
                </a:cubicBezTo>
                <a:lnTo>
                  <a:pt x="228600" y="114300"/>
                </a:lnTo>
                <a:cubicBezTo>
                  <a:pt x="228600" y="177384"/>
                  <a:pt x="177384" y="228600"/>
                  <a:pt x="114300" y="228600"/>
                </a:cubicBezTo>
                <a:lnTo>
                  <a:pt x="114300" y="228600"/>
                </a:lnTo>
                <a:cubicBezTo>
                  <a:pt x="51216" y="228600"/>
                  <a:pt x="0" y="177384"/>
                  <a:pt x="0" y="114300"/>
                </a:cubicBezTo>
                <a:lnTo>
                  <a:pt x="0" y="114300"/>
                </a:lnTo>
                <a:cubicBezTo>
                  <a:pt x="0" y="51216"/>
                  <a:pt x="51216" y="0"/>
                  <a:pt x="114300" y="0"/>
                </a:cubicBezTo>
                <a:close/>
              </a:path>
            </a:pathLst>
          </a:custGeom>
          <a:solidFill>
            <a:srgbClr val="2D3748"/>
          </a:solidFill>
        </p:spPr>
      </p:sp>
      <p:sp>
        <p:nvSpPr>
          <p:cNvPr id="32" name="Text 30"/>
          <p:cNvSpPr/>
          <p:nvPr/>
        </p:nvSpPr>
        <p:spPr>
          <a:xfrm>
            <a:off x="7427318" y="2038350"/>
            <a:ext cx="104775" cy="190500"/>
          </a:xfrm>
          <a:prstGeom prst="rect">
            <a:avLst/>
          </a:prstGeom>
          <a:noFill/>
        </p:spPr>
        <p:txBody>
          <a:bodyPr wrap="square" lIns="0" tIns="0" rIns="0" bIns="0" rtlCol="0" anchor="ctr"/>
          <a:lstStyle/>
          <a:p>
            <a:pPr>
              <a:lnSpc>
                <a:spcPct val="120000"/>
              </a:lnSpc>
            </a:pPr>
            <a:r>
              <a:rPr lang="en-US" sz="1050" b="1" dirty="0">
                <a:solidFill>
                  <a:srgbClr val="E2E8F0"/>
                </a:solidFill>
                <a:latin typeface="Quattrocento Sans" panose="020B0502050000020003" pitchFamily="34" charset="0"/>
                <a:ea typeface="Quattrocento Sans" panose="020B0502050000020003" pitchFamily="34" charset="-122"/>
                <a:cs typeface="Quattrocento Sans" panose="020B0502050000020003" pitchFamily="34" charset="-120"/>
              </a:rPr>
              <a:t>1</a:t>
            </a:r>
            <a:endParaRPr lang="en-US" sz="1600" dirty="0"/>
          </a:p>
        </p:txBody>
      </p:sp>
      <p:sp>
        <p:nvSpPr>
          <p:cNvPr id="33" name="Text 31"/>
          <p:cNvSpPr/>
          <p:nvPr/>
        </p:nvSpPr>
        <p:spPr>
          <a:xfrm>
            <a:off x="7829550" y="2019300"/>
            <a:ext cx="3848100" cy="266700"/>
          </a:xfrm>
          <a:prstGeom prst="rect">
            <a:avLst/>
          </a:prstGeom>
          <a:noFill/>
        </p:spPr>
        <p:txBody>
          <a:bodyPr wrap="square" lIns="0" tIns="0" rIns="0" bIns="0" rtlCol="0" anchor="ctr"/>
          <a:lstStyle/>
          <a:p>
            <a:pPr>
              <a:lnSpc>
                <a:spcPct val="120000"/>
              </a:lnSpc>
            </a:pPr>
            <a:r>
              <a:rPr lang="en-US" sz="1500" b="1" dirty="0">
                <a:solidFill>
                  <a:srgbClr val="2D3748"/>
                </a:solidFill>
                <a:latin typeface="Liter" panose="02000503030000020004" pitchFamily="34" charset="0"/>
                <a:ea typeface="Liter" panose="02000503030000020004" pitchFamily="34" charset="-122"/>
                <a:cs typeface="Liter" panose="02000503030000020004" pitchFamily="34" charset="-120"/>
              </a:rPr>
              <a:t>Selenium IDE</a:t>
            </a:r>
            <a:endParaRPr lang="en-US" sz="1600" dirty="0"/>
          </a:p>
        </p:txBody>
      </p:sp>
      <p:sp>
        <p:nvSpPr>
          <p:cNvPr id="34" name="Text 32"/>
          <p:cNvSpPr/>
          <p:nvPr/>
        </p:nvSpPr>
        <p:spPr>
          <a:xfrm>
            <a:off x="7829550" y="2362200"/>
            <a:ext cx="3829050" cy="228600"/>
          </a:xfrm>
          <a:prstGeom prst="rect">
            <a:avLst/>
          </a:prstGeom>
          <a:noFill/>
        </p:spPr>
        <p:txBody>
          <a:bodyPr wrap="square" lIns="0" tIns="0" rIns="0" bIns="0" rtlCol="0" anchor="ctr"/>
          <a:lstStyle/>
          <a:p>
            <a:pPr>
              <a:lnSpc>
                <a:spcPct val="130000"/>
              </a:lnSpc>
            </a:pPr>
            <a:r>
              <a:rPr lang="en-US" sz="1200" dirty="0">
                <a:solidFill>
                  <a:srgbClr val="1A202C"/>
                </a:solidFill>
                <a:latin typeface="Quattrocento Sans" panose="020B0502050000020003" pitchFamily="34" charset="0"/>
                <a:ea typeface="Quattrocento Sans" panose="020B0502050000020003" pitchFamily="34" charset="-122"/>
                <a:cs typeface="Quattrocento Sans" panose="020B0502050000020003" pitchFamily="34" charset="-120"/>
              </a:rPr>
              <a:t>Record and playback automation for rapid test creation</a:t>
            </a:r>
            <a:endParaRPr lang="en-US" sz="1600" dirty="0"/>
          </a:p>
        </p:txBody>
      </p:sp>
      <p:sp>
        <p:nvSpPr>
          <p:cNvPr id="35" name="Shape 33"/>
          <p:cNvSpPr/>
          <p:nvPr/>
        </p:nvSpPr>
        <p:spPr>
          <a:xfrm>
            <a:off x="7829550" y="2705100"/>
            <a:ext cx="638175" cy="266700"/>
          </a:xfrm>
          <a:custGeom>
            <a:avLst/>
            <a:gdLst/>
            <a:ahLst/>
            <a:cxnLst/>
            <a:rect l="l" t="t" r="r" b="b"/>
            <a:pathLst>
              <a:path w="638175" h="266700">
                <a:moveTo>
                  <a:pt x="133350" y="0"/>
                </a:moveTo>
                <a:lnTo>
                  <a:pt x="504825" y="0"/>
                </a:lnTo>
                <a:cubicBezTo>
                  <a:pt x="578423" y="0"/>
                  <a:pt x="638175" y="59752"/>
                  <a:pt x="638175" y="133350"/>
                </a:cubicBezTo>
                <a:lnTo>
                  <a:pt x="638175" y="133350"/>
                </a:lnTo>
                <a:cubicBezTo>
                  <a:pt x="638175" y="206948"/>
                  <a:pt x="578423" y="266700"/>
                  <a:pt x="504825" y="266700"/>
                </a:cubicBezTo>
                <a:lnTo>
                  <a:pt x="133350" y="266700"/>
                </a:lnTo>
                <a:cubicBezTo>
                  <a:pt x="59752" y="266700"/>
                  <a:pt x="0" y="206948"/>
                  <a:pt x="0" y="133350"/>
                </a:cubicBezTo>
                <a:lnTo>
                  <a:pt x="0" y="133350"/>
                </a:lnTo>
                <a:cubicBezTo>
                  <a:pt x="0" y="59752"/>
                  <a:pt x="59752" y="0"/>
                  <a:pt x="133350" y="0"/>
                </a:cubicBezTo>
                <a:close/>
              </a:path>
            </a:pathLst>
          </a:custGeom>
          <a:solidFill>
            <a:srgbClr val="718096">
              <a:alpha val="20000"/>
            </a:srgbClr>
          </a:solidFill>
        </p:spPr>
      </p:sp>
      <p:sp>
        <p:nvSpPr>
          <p:cNvPr id="36" name="Text 34"/>
          <p:cNvSpPr/>
          <p:nvPr/>
        </p:nvSpPr>
        <p:spPr>
          <a:xfrm>
            <a:off x="7829550" y="2705100"/>
            <a:ext cx="704850" cy="266700"/>
          </a:xfrm>
          <a:prstGeom prst="rect">
            <a:avLst/>
          </a:prstGeom>
          <a:noFill/>
        </p:spPr>
        <p:txBody>
          <a:bodyPr wrap="square" lIns="114300" tIns="38100" rIns="114300" bIns="38100" rtlCol="0" anchor="ctr"/>
          <a:lstStyle/>
          <a:p>
            <a:pPr>
              <a:lnSpc>
                <a:spcPct val="120000"/>
              </a:lnSpc>
            </a:pPr>
            <a:r>
              <a:rPr lang="en-US" sz="1050" dirty="0">
                <a:solidFill>
                  <a:srgbClr val="2D3748"/>
                </a:solidFill>
                <a:latin typeface="Quattrocento Sans" panose="020B0502050000020003" pitchFamily="34" charset="0"/>
                <a:ea typeface="Quattrocento Sans" panose="020B0502050000020003" pitchFamily="34" charset="-122"/>
                <a:cs typeface="Quattrocento Sans" panose="020B0502050000020003" pitchFamily="34" charset="-120"/>
              </a:rPr>
              <a:t>Record</a:t>
            </a:r>
            <a:endParaRPr lang="en-US" sz="1600" dirty="0"/>
          </a:p>
        </p:txBody>
      </p:sp>
      <p:sp>
        <p:nvSpPr>
          <p:cNvPr id="37" name="Shape 35"/>
          <p:cNvSpPr/>
          <p:nvPr/>
        </p:nvSpPr>
        <p:spPr>
          <a:xfrm>
            <a:off x="8548489" y="2705100"/>
            <a:ext cx="742950" cy="266700"/>
          </a:xfrm>
          <a:custGeom>
            <a:avLst/>
            <a:gdLst/>
            <a:ahLst/>
            <a:cxnLst/>
            <a:rect l="l" t="t" r="r" b="b"/>
            <a:pathLst>
              <a:path w="742950" h="266700">
                <a:moveTo>
                  <a:pt x="133350" y="0"/>
                </a:moveTo>
                <a:lnTo>
                  <a:pt x="609600" y="0"/>
                </a:lnTo>
                <a:cubicBezTo>
                  <a:pt x="683198" y="0"/>
                  <a:pt x="742950" y="59752"/>
                  <a:pt x="742950" y="133350"/>
                </a:cubicBezTo>
                <a:lnTo>
                  <a:pt x="742950" y="133350"/>
                </a:lnTo>
                <a:cubicBezTo>
                  <a:pt x="742950" y="206948"/>
                  <a:pt x="683198" y="266700"/>
                  <a:pt x="609600" y="266700"/>
                </a:cubicBezTo>
                <a:lnTo>
                  <a:pt x="133350" y="266700"/>
                </a:lnTo>
                <a:cubicBezTo>
                  <a:pt x="59752" y="266700"/>
                  <a:pt x="0" y="206948"/>
                  <a:pt x="0" y="133350"/>
                </a:cubicBezTo>
                <a:lnTo>
                  <a:pt x="0" y="133350"/>
                </a:lnTo>
                <a:cubicBezTo>
                  <a:pt x="0" y="59752"/>
                  <a:pt x="59752" y="0"/>
                  <a:pt x="133350" y="0"/>
                </a:cubicBezTo>
                <a:close/>
              </a:path>
            </a:pathLst>
          </a:custGeom>
          <a:solidFill>
            <a:srgbClr val="718096">
              <a:alpha val="20000"/>
            </a:srgbClr>
          </a:solidFill>
        </p:spPr>
      </p:sp>
      <p:sp>
        <p:nvSpPr>
          <p:cNvPr id="38" name="Text 36"/>
          <p:cNvSpPr/>
          <p:nvPr/>
        </p:nvSpPr>
        <p:spPr>
          <a:xfrm>
            <a:off x="8548489" y="2705100"/>
            <a:ext cx="809625" cy="266700"/>
          </a:xfrm>
          <a:prstGeom prst="rect">
            <a:avLst/>
          </a:prstGeom>
          <a:noFill/>
        </p:spPr>
        <p:txBody>
          <a:bodyPr wrap="square" lIns="114300" tIns="38100" rIns="114300" bIns="38100" rtlCol="0" anchor="ctr"/>
          <a:lstStyle/>
          <a:p>
            <a:pPr>
              <a:lnSpc>
                <a:spcPct val="120000"/>
              </a:lnSpc>
            </a:pPr>
            <a:r>
              <a:rPr lang="en-US" sz="1050" dirty="0">
                <a:solidFill>
                  <a:srgbClr val="2D3748"/>
                </a:solidFill>
                <a:latin typeface="Quattrocento Sans" panose="020B0502050000020003" pitchFamily="34" charset="0"/>
                <a:ea typeface="Quattrocento Sans" panose="020B0502050000020003" pitchFamily="34" charset="-122"/>
                <a:cs typeface="Quattrocento Sans" panose="020B0502050000020003" pitchFamily="34" charset="-120"/>
              </a:rPr>
              <a:t>Playback</a:t>
            </a:r>
            <a:endParaRPr lang="en-US" sz="1600" dirty="0"/>
          </a:p>
        </p:txBody>
      </p:sp>
      <p:sp>
        <p:nvSpPr>
          <p:cNvPr id="39" name="Shape 37"/>
          <p:cNvSpPr/>
          <p:nvPr/>
        </p:nvSpPr>
        <p:spPr>
          <a:xfrm>
            <a:off x="9364167" y="2705100"/>
            <a:ext cx="828675" cy="266700"/>
          </a:xfrm>
          <a:custGeom>
            <a:avLst/>
            <a:gdLst/>
            <a:ahLst/>
            <a:cxnLst/>
            <a:rect l="l" t="t" r="r" b="b"/>
            <a:pathLst>
              <a:path w="828675" h="266700">
                <a:moveTo>
                  <a:pt x="133350" y="0"/>
                </a:moveTo>
                <a:lnTo>
                  <a:pt x="695325" y="0"/>
                </a:lnTo>
                <a:cubicBezTo>
                  <a:pt x="768923" y="0"/>
                  <a:pt x="828675" y="59752"/>
                  <a:pt x="828675" y="133350"/>
                </a:cubicBezTo>
                <a:lnTo>
                  <a:pt x="828675" y="133350"/>
                </a:lnTo>
                <a:cubicBezTo>
                  <a:pt x="828675" y="206948"/>
                  <a:pt x="768923" y="266700"/>
                  <a:pt x="695325" y="266700"/>
                </a:cubicBezTo>
                <a:lnTo>
                  <a:pt x="133350" y="266700"/>
                </a:lnTo>
                <a:cubicBezTo>
                  <a:pt x="59752" y="266700"/>
                  <a:pt x="0" y="206948"/>
                  <a:pt x="0" y="133350"/>
                </a:cubicBezTo>
                <a:lnTo>
                  <a:pt x="0" y="133350"/>
                </a:lnTo>
                <a:cubicBezTo>
                  <a:pt x="0" y="59752"/>
                  <a:pt x="59752" y="0"/>
                  <a:pt x="133350" y="0"/>
                </a:cubicBezTo>
                <a:close/>
              </a:path>
            </a:pathLst>
          </a:custGeom>
          <a:solidFill>
            <a:srgbClr val="718096">
              <a:alpha val="20000"/>
            </a:srgbClr>
          </a:solidFill>
        </p:spPr>
      </p:sp>
      <p:sp>
        <p:nvSpPr>
          <p:cNvPr id="40" name="Text 38"/>
          <p:cNvSpPr/>
          <p:nvPr/>
        </p:nvSpPr>
        <p:spPr>
          <a:xfrm>
            <a:off x="9364167" y="2705100"/>
            <a:ext cx="895350" cy="266700"/>
          </a:xfrm>
          <a:prstGeom prst="rect">
            <a:avLst/>
          </a:prstGeom>
          <a:noFill/>
        </p:spPr>
        <p:txBody>
          <a:bodyPr wrap="square" lIns="114300" tIns="38100" rIns="114300" bIns="38100" rtlCol="0" anchor="ctr"/>
          <a:lstStyle/>
          <a:p>
            <a:pPr>
              <a:lnSpc>
                <a:spcPct val="120000"/>
              </a:lnSpc>
            </a:pPr>
            <a:r>
              <a:rPr lang="en-US" sz="1050" dirty="0">
                <a:solidFill>
                  <a:srgbClr val="2D3748"/>
                </a:solidFill>
                <a:latin typeface="Quattrocento Sans" panose="020B0502050000020003" pitchFamily="34" charset="0"/>
                <a:ea typeface="Quattrocento Sans" panose="020B0502050000020003" pitchFamily="34" charset="-122"/>
                <a:cs typeface="Quattrocento Sans" panose="020B0502050000020003" pitchFamily="34" charset="-120"/>
              </a:rPr>
              <a:t>Assertions</a:t>
            </a:r>
            <a:endParaRPr lang="en-US" sz="1600" dirty="0"/>
          </a:p>
        </p:txBody>
      </p:sp>
      <p:sp>
        <p:nvSpPr>
          <p:cNvPr id="41" name="Shape 39"/>
          <p:cNvSpPr/>
          <p:nvPr/>
        </p:nvSpPr>
        <p:spPr>
          <a:xfrm>
            <a:off x="7429500" y="3200400"/>
            <a:ext cx="38100" cy="952500"/>
          </a:xfrm>
          <a:custGeom>
            <a:avLst/>
            <a:gdLst/>
            <a:ahLst/>
            <a:cxnLst/>
            <a:rect l="l" t="t" r="r" b="b"/>
            <a:pathLst>
              <a:path w="38100" h="952500">
                <a:moveTo>
                  <a:pt x="0" y="0"/>
                </a:moveTo>
                <a:lnTo>
                  <a:pt x="38100" y="0"/>
                </a:lnTo>
                <a:lnTo>
                  <a:pt x="38100" y="952500"/>
                </a:lnTo>
                <a:lnTo>
                  <a:pt x="0" y="952500"/>
                </a:lnTo>
                <a:lnTo>
                  <a:pt x="0" y="0"/>
                </a:lnTo>
                <a:close/>
              </a:path>
            </a:pathLst>
          </a:custGeom>
          <a:solidFill>
            <a:srgbClr val="4A5568"/>
          </a:solidFill>
        </p:spPr>
      </p:sp>
      <p:sp>
        <p:nvSpPr>
          <p:cNvPr id="42" name="Shape 40"/>
          <p:cNvSpPr/>
          <p:nvPr/>
        </p:nvSpPr>
        <p:spPr>
          <a:xfrm>
            <a:off x="7334250" y="3200400"/>
            <a:ext cx="228600" cy="228600"/>
          </a:xfrm>
          <a:custGeom>
            <a:avLst/>
            <a:gdLst/>
            <a:ahLst/>
            <a:cxnLst/>
            <a:rect l="l" t="t" r="r" b="b"/>
            <a:pathLst>
              <a:path w="228600" h="228600">
                <a:moveTo>
                  <a:pt x="114300" y="0"/>
                </a:moveTo>
                <a:lnTo>
                  <a:pt x="114300" y="0"/>
                </a:lnTo>
                <a:cubicBezTo>
                  <a:pt x="177384" y="0"/>
                  <a:pt x="228600" y="51216"/>
                  <a:pt x="228600" y="114300"/>
                </a:cubicBezTo>
                <a:lnTo>
                  <a:pt x="228600" y="114300"/>
                </a:lnTo>
                <a:cubicBezTo>
                  <a:pt x="228600" y="177384"/>
                  <a:pt x="177384" y="228600"/>
                  <a:pt x="114300" y="228600"/>
                </a:cubicBezTo>
                <a:lnTo>
                  <a:pt x="114300" y="228600"/>
                </a:lnTo>
                <a:cubicBezTo>
                  <a:pt x="51216" y="228600"/>
                  <a:pt x="0" y="177384"/>
                  <a:pt x="0" y="114300"/>
                </a:cubicBezTo>
                <a:lnTo>
                  <a:pt x="0" y="114300"/>
                </a:lnTo>
                <a:cubicBezTo>
                  <a:pt x="0" y="51216"/>
                  <a:pt x="51216" y="0"/>
                  <a:pt x="114300" y="0"/>
                </a:cubicBezTo>
                <a:close/>
              </a:path>
            </a:pathLst>
          </a:custGeom>
          <a:solidFill>
            <a:srgbClr val="4A5568"/>
          </a:solidFill>
        </p:spPr>
      </p:sp>
      <p:sp>
        <p:nvSpPr>
          <p:cNvPr id="43" name="Text 41"/>
          <p:cNvSpPr/>
          <p:nvPr/>
        </p:nvSpPr>
        <p:spPr>
          <a:xfrm>
            <a:off x="7414518" y="3219450"/>
            <a:ext cx="133350" cy="190500"/>
          </a:xfrm>
          <a:prstGeom prst="rect">
            <a:avLst/>
          </a:prstGeom>
          <a:noFill/>
        </p:spPr>
        <p:txBody>
          <a:bodyPr wrap="square" lIns="0" tIns="0" rIns="0" bIns="0" rtlCol="0" anchor="ctr"/>
          <a:lstStyle/>
          <a:p>
            <a:pPr>
              <a:lnSpc>
                <a:spcPct val="120000"/>
              </a:lnSpc>
            </a:pPr>
            <a:r>
              <a:rPr lang="en-US" sz="1050" b="1" dirty="0">
                <a:solidFill>
                  <a:srgbClr val="E2E8F0"/>
                </a:solidFill>
                <a:latin typeface="Quattrocento Sans" panose="020B0502050000020003" pitchFamily="34" charset="0"/>
                <a:ea typeface="Quattrocento Sans" panose="020B0502050000020003" pitchFamily="34" charset="-122"/>
                <a:cs typeface="Quattrocento Sans" panose="020B0502050000020003" pitchFamily="34" charset="-120"/>
              </a:rPr>
              <a:t>2</a:t>
            </a:r>
            <a:endParaRPr lang="en-US" sz="1600" dirty="0"/>
          </a:p>
        </p:txBody>
      </p:sp>
      <p:sp>
        <p:nvSpPr>
          <p:cNvPr id="44" name="Text 42"/>
          <p:cNvSpPr/>
          <p:nvPr/>
        </p:nvSpPr>
        <p:spPr>
          <a:xfrm>
            <a:off x="7829550" y="3200400"/>
            <a:ext cx="3848100" cy="266700"/>
          </a:xfrm>
          <a:prstGeom prst="rect">
            <a:avLst/>
          </a:prstGeom>
          <a:noFill/>
        </p:spPr>
        <p:txBody>
          <a:bodyPr wrap="square" lIns="0" tIns="0" rIns="0" bIns="0" rtlCol="0" anchor="ctr"/>
          <a:lstStyle/>
          <a:p>
            <a:pPr>
              <a:lnSpc>
                <a:spcPct val="120000"/>
              </a:lnSpc>
            </a:pPr>
            <a:r>
              <a:rPr lang="en-US" sz="1500" b="1" dirty="0">
                <a:solidFill>
                  <a:srgbClr val="2D3748"/>
                </a:solidFill>
                <a:latin typeface="Liter" panose="02000503030000020004" pitchFamily="34" charset="0"/>
                <a:ea typeface="Liter" panose="02000503030000020004" pitchFamily="34" charset="-122"/>
                <a:cs typeface="Liter" panose="02000503030000020004" pitchFamily="34" charset="-120"/>
              </a:rPr>
              <a:t>Python Selenium</a:t>
            </a:r>
            <a:endParaRPr lang="en-US" sz="1600" dirty="0"/>
          </a:p>
        </p:txBody>
      </p:sp>
      <p:sp>
        <p:nvSpPr>
          <p:cNvPr id="45" name="Text 43"/>
          <p:cNvSpPr/>
          <p:nvPr/>
        </p:nvSpPr>
        <p:spPr>
          <a:xfrm>
            <a:off x="7829550" y="3543300"/>
            <a:ext cx="3829050" cy="228600"/>
          </a:xfrm>
          <a:prstGeom prst="rect">
            <a:avLst/>
          </a:prstGeom>
          <a:noFill/>
        </p:spPr>
        <p:txBody>
          <a:bodyPr wrap="square" lIns="0" tIns="0" rIns="0" bIns="0" rtlCol="0" anchor="ctr"/>
          <a:lstStyle/>
          <a:p>
            <a:pPr>
              <a:lnSpc>
                <a:spcPct val="130000"/>
              </a:lnSpc>
            </a:pPr>
            <a:r>
              <a:rPr lang="en-US" sz="1200" dirty="0">
                <a:solidFill>
                  <a:srgbClr val="1A202C"/>
                </a:solidFill>
                <a:latin typeface="Quattrocento Sans" panose="020B0502050000020003" pitchFamily="34" charset="0"/>
                <a:ea typeface="Quattrocento Sans" panose="020B0502050000020003" pitchFamily="34" charset="-122"/>
                <a:cs typeface="Quattrocento Sans" panose="020B0502050000020003" pitchFamily="34" charset="-120"/>
              </a:rPr>
              <a:t>Script-based automation for robust, maintainable tests</a:t>
            </a:r>
            <a:endParaRPr lang="en-US" sz="1600" dirty="0"/>
          </a:p>
        </p:txBody>
      </p:sp>
      <p:sp>
        <p:nvSpPr>
          <p:cNvPr id="46" name="Shape 44"/>
          <p:cNvSpPr/>
          <p:nvPr/>
        </p:nvSpPr>
        <p:spPr>
          <a:xfrm>
            <a:off x="7829550" y="3886200"/>
            <a:ext cx="752475" cy="266700"/>
          </a:xfrm>
          <a:custGeom>
            <a:avLst/>
            <a:gdLst/>
            <a:ahLst/>
            <a:cxnLst/>
            <a:rect l="l" t="t" r="r" b="b"/>
            <a:pathLst>
              <a:path w="752475" h="266700">
                <a:moveTo>
                  <a:pt x="133350" y="0"/>
                </a:moveTo>
                <a:lnTo>
                  <a:pt x="619125" y="0"/>
                </a:lnTo>
                <a:cubicBezTo>
                  <a:pt x="692723" y="0"/>
                  <a:pt x="752475" y="59752"/>
                  <a:pt x="752475" y="133350"/>
                </a:cubicBezTo>
                <a:lnTo>
                  <a:pt x="752475" y="133350"/>
                </a:lnTo>
                <a:cubicBezTo>
                  <a:pt x="752475" y="206948"/>
                  <a:pt x="692723" y="266700"/>
                  <a:pt x="619125" y="266700"/>
                </a:cubicBezTo>
                <a:lnTo>
                  <a:pt x="133350" y="266700"/>
                </a:lnTo>
                <a:cubicBezTo>
                  <a:pt x="59752" y="266700"/>
                  <a:pt x="0" y="206948"/>
                  <a:pt x="0" y="133350"/>
                </a:cubicBezTo>
                <a:lnTo>
                  <a:pt x="0" y="133350"/>
                </a:lnTo>
                <a:cubicBezTo>
                  <a:pt x="0" y="59752"/>
                  <a:pt x="59752" y="0"/>
                  <a:pt x="133350" y="0"/>
                </a:cubicBezTo>
                <a:close/>
              </a:path>
            </a:pathLst>
          </a:custGeom>
          <a:solidFill>
            <a:srgbClr val="718096">
              <a:alpha val="20000"/>
            </a:srgbClr>
          </a:solidFill>
        </p:spPr>
      </p:sp>
      <p:sp>
        <p:nvSpPr>
          <p:cNvPr id="47" name="Text 45"/>
          <p:cNvSpPr/>
          <p:nvPr/>
        </p:nvSpPr>
        <p:spPr>
          <a:xfrm>
            <a:off x="7829550" y="3886200"/>
            <a:ext cx="819150" cy="266700"/>
          </a:xfrm>
          <a:prstGeom prst="rect">
            <a:avLst/>
          </a:prstGeom>
          <a:noFill/>
        </p:spPr>
        <p:txBody>
          <a:bodyPr wrap="square" lIns="114300" tIns="38100" rIns="114300" bIns="38100" rtlCol="0" anchor="ctr"/>
          <a:lstStyle/>
          <a:p>
            <a:pPr>
              <a:lnSpc>
                <a:spcPct val="120000"/>
              </a:lnSpc>
            </a:pPr>
            <a:r>
              <a:rPr lang="en-US" sz="1050" dirty="0">
                <a:solidFill>
                  <a:srgbClr val="2D3748"/>
                </a:solidFill>
                <a:latin typeface="Quattrocento Sans" panose="020B0502050000020003" pitchFamily="34" charset="0"/>
                <a:ea typeface="Quattrocento Sans" panose="020B0502050000020003" pitchFamily="34" charset="-122"/>
                <a:cs typeface="Quattrocento Sans" panose="020B0502050000020003" pitchFamily="34" charset="-120"/>
              </a:rPr>
              <a:t>PyCharm</a:t>
            </a:r>
            <a:endParaRPr lang="en-US" sz="1600" dirty="0"/>
          </a:p>
        </p:txBody>
      </p:sp>
      <p:sp>
        <p:nvSpPr>
          <p:cNvPr id="48" name="Shape 46"/>
          <p:cNvSpPr/>
          <p:nvPr/>
        </p:nvSpPr>
        <p:spPr>
          <a:xfrm>
            <a:off x="8661003" y="3886200"/>
            <a:ext cx="876300" cy="266700"/>
          </a:xfrm>
          <a:custGeom>
            <a:avLst/>
            <a:gdLst/>
            <a:ahLst/>
            <a:cxnLst/>
            <a:rect l="l" t="t" r="r" b="b"/>
            <a:pathLst>
              <a:path w="876300" h="266700">
                <a:moveTo>
                  <a:pt x="133350" y="0"/>
                </a:moveTo>
                <a:lnTo>
                  <a:pt x="742950" y="0"/>
                </a:lnTo>
                <a:cubicBezTo>
                  <a:pt x="816548" y="0"/>
                  <a:pt x="876300" y="59752"/>
                  <a:pt x="876300" y="133350"/>
                </a:cubicBezTo>
                <a:lnTo>
                  <a:pt x="876300" y="133350"/>
                </a:lnTo>
                <a:cubicBezTo>
                  <a:pt x="876300" y="206948"/>
                  <a:pt x="816548" y="266700"/>
                  <a:pt x="742950" y="266700"/>
                </a:cubicBezTo>
                <a:lnTo>
                  <a:pt x="133350" y="266700"/>
                </a:lnTo>
                <a:cubicBezTo>
                  <a:pt x="59752" y="266700"/>
                  <a:pt x="0" y="206948"/>
                  <a:pt x="0" y="133350"/>
                </a:cubicBezTo>
                <a:lnTo>
                  <a:pt x="0" y="133350"/>
                </a:lnTo>
                <a:cubicBezTo>
                  <a:pt x="0" y="59752"/>
                  <a:pt x="59752" y="0"/>
                  <a:pt x="133350" y="0"/>
                </a:cubicBezTo>
                <a:close/>
              </a:path>
            </a:pathLst>
          </a:custGeom>
          <a:solidFill>
            <a:srgbClr val="718096">
              <a:alpha val="20000"/>
            </a:srgbClr>
          </a:solidFill>
        </p:spPr>
      </p:sp>
      <p:sp>
        <p:nvSpPr>
          <p:cNvPr id="49" name="Text 47"/>
          <p:cNvSpPr/>
          <p:nvPr/>
        </p:nvSpPr>
        <p:spPr>
          <a:xfrm>
            <a:off x="8661003" y="3886200"/>
            <a:ext cx="942975" cy="266700"/>
          </a:xfrm>
          <a:prstGeom prst="rect">
            <a:avLst/>
          </a:prstGeom>
          <a:noFill/>
        </p:spPr>
        <p:txBody>
          <a:bodyPr wrap="square" lIns="114300" tIns="38100" rIns="114300" bIns="38100" rtlCol="0" anchor="ctr"/>
          <a:lstStyle/>
          <a:p>
            <a:pPr>
              <a:lnSpc>
                <a:spcPct val="120000"/>
              </a:lnSpc>
            </a:pPr>
            <a:r>
              <a:rPr lang="en-US" sz="1050" dirty="0">
                <a:solidFill>
                  <a:srgbClr val="2D3748"/>
                </a:solidFill>
                <a:latin typeface="Quattrocento Sans" panose="020B0502050000020003" pitchFamily="34" charset="0"/>
                <a:ea typeface="Quattrocento Sans" panose="020B0502050000020003" pitchFamily="34" charset="-122"/>
                <a:cs typeface="Quattrocento Sans" panose="020B0502050000020003" pitchFamily="34" charset="-120"/>
              </a:rPr>
              <a:t>WebDriver</a:t>
            </a:r>
            <a:endParaRPr lang="en-US" sz="1600" dirty="0"/>
          </a:p>
        </p:txBody>
      </p:sp>
      <p:sp>
        <p:nvSpPr>
          <p:cNvPr id="50" name="Shape 48"/>
          <p:cNvSpPr/>
          <p:nvPr/>
        </p:nvSpPr>
        <p:spPr>
          <a:xfrm>
            <a:off x="9613305" y="3886200"/>
            <a:ext cx="628650" cy="266700"/>
          </a:xfrm>
          <a:custGeom>
            <a:avLst/>
            <a:gdLst/>
            <a:ahLst/>
            <a:cxnLst/>
            <a:rect l="l" t="t" r="r" b="b"/>
            <a:pathLst>
              <a:path w="628650" h="266700">
                <a:moveTo>
                  <a:pt x="133350" y="0"/>
                </a:moveTo>
                <a:lnTo>
                  <a:pt x="495300" y="0"/>
                </a:lnTo>
                <a:cubicBezTo>
                  <a:pt x="568898" y="0"/>
                  <a:pt x="628650" y="59752"/>
                  <a:pt x="628650" y="133350"/>
                </a:cubicBezTo>
                <a:lnTo>
                  <a:pt x="628650" y="133350"/>
                </a:lnTo>
                <a:cubicBezTo>
                  <a:pt x="628650" y="206948"/>
                  <a:pt x="568898" y="266700"/>
                  <a:pt x="495300" y="266700"/>
                </a:cubicBezTo>
                <a:lnTo>
                  <a:pt x="133350" y="266700"/>
                </a:lnTo>
                <a:cubicBezTo>
                  <a:pt x="59752" y="266700"/>
                  <a:pt x="0" y="206948"/>
                  <a:pt x="0" y="133350"/>
                </a:cubicBezTo>
                <a:lnTo>
                  <a:pt x="0" y="133350"/>
                </a:lnTo>
                <a:cubicBezTo>
                  <a:pt x="0" y="59752"/>
                  <a:pt x="59752" y="0"/>
                  <a:pt x="133350" y="0"/>
                </a:cubicBezTo>
                <a:close/>
              </a:path>
            </a:pathLst>
          </a:custGeom>
          <a:solidFill>
            <a:srgbClr val="718096">
              <a:alpha val="20000"/>
            </a:srgbClr>
          </a:solidFill>
        </p:spPr>
      </p:sp>
      <p:sp>
        <p:nvSpPr>
          <p:cNvPr id="51" name="Text 49"/>
          <p:cNvSpPr/>
          <p:nvPr/>
        </p:nvSpPr>
        <p:spPr>
          <a:xfrm>
            <a:off x="9613305" y="3886200"/>
            <a:ext cx="695325" cy="266700"/>
          </a:xfrm>
          <a:prstGeom prst="rect">
            <a:avLst/>
          </a:prstGeom>
          <a:noFill/>
        </p:spPr>
        <p:txBody>
          <a:bodyPr wrap="square" lIns="114300" tIns="38100" rIns="114300" bIns="38100" rtlCol="0" anchor="ctr"/>
          <a:lstStyle/>
          <a:p>
            <a:pPr>
              <a:lnSpc>
                <a:spcPct val="120000"/>
              </a:lnSpc>
            </a:pPr>
            <a:r>
              <a:rPr lang="en-US" sz="1050" dirty="0">
                <a:solidFill>
                  <a:srgbClr val="2D3748"/>
                </a:solidFill>
                <a:latin typeface="Quattrocento Sans" panose="020B0502050000020003" pitchFamily="34" charset="0"/>
                <a:ea typeface="Quattrocento Sans" panose="020B0502050000020003" pitchFamily="34" charset="-122"/>
                <a:cs typeface="Quattrocento Sans" panose="020B0502050000020003" pitchFamily="34" charset="-120"/>
              </a:rPr>
              <a:t>Python</a:t>
            </a:r>
            <a:endParaRPr lang="en-US" sz="1600" dirty="0"/>
          </a:p>
        </p:txBody>
      </p:sp>
      <p:sp>
        <p:nvSpPr>
          <p:cNvPr id="52" name="Shape 50"/>
          <p:cNvSpPr/>
          <p:nvPr/>
        </p:nvSpPr>
        <p:spPr>
          <a:xfrm>
            <a:off x="7410450" y="5235577"/>
            <a:ext cx="4171950" cy="6350"/>
          </a:xfrm>
          <a:custGeom>
            <a:avLst/>
            <a:gdLst/>
            <a:ahLst/>
            <a:cxnLst/>
            <a:rect l="l" t="t" r="r" b="b"/>
            <a:pathLst>
              <a:path w="4171950" h="6350">
                <a:moveTo>
                  <a:pt x="0" y="0"/>
                </a:moveTo>
                <a:lnTo>
                  <a:pt x="4171950" y="0"/>
                </a:lnTo>
                <a:lnTo>
                  <a:pt x="4171950" y="6350"/>
                </a:lnTo>
                <a:lnTo>
                  <a:pt x="0" y="6350"/>
                </a:lnTo>
                <a:lnTo>
                  <a:pt x="0" y="0"/>
                </a:lnTo>
                <a:close/>
              </a:path>
            </a:pathLst>
          </a:custGeom>
          <a:solidFill>
            <a:srgbClr val="718096">
              <a:alpha val="20000"/>
            </a:srgbClr>
          </a:solidFill>
        </p:spPr>
      </p:sp>
      <p:sp>
        <p:nvSpPr>
          <p:cNvPr id="53" name="Shape 51"/>
          <p:cNvSpPr/>
          <p:nvPr/>
        </p:nvSpPr>
        <p:spPr>
          <a:xfrm>
            <a:off x="7717036" y="5499102"/>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101322" y="63311"/>
                </a:moveTo>
                <a:lnTo>
                  <a:pt x="77510" y="101411"/>
                </a:lnTo>
                <a:cubicBezTo>
                  <a:pt x="76260" y="103406"/>
                  <a:pt x="74116" y="104656"/>
                  <a:pt x="71765" y="104775"/>
                </a:cubicBezTo>
                <a:cubicBezTo>
                  <a:pt x="69413" y="104894"/>
                  <a:pt x="67151" y="103823"/>
                  <a:pt x="65752" y="101918"/>
                </a:cubicBezTo>
                <a:lnTo>
                  <a:pt x="51465" y="82867"/>
                </a:lnTo>
                <a:cubicBezTo>
                  <a:pt x="49084" y="79712"/>
                  <a:pt x="49738" y="75248"/>
                  <a:pt x="52894" y="72866"/>
                </a:cubicBezTo>
                <a:cubicBezTo>
                  <a:pt x="56049" y="70485"/>
                  <a:pt x="60514" y="71140"/>
                  <a:pt x="62895" y="74295"/>
                </a:cubicBezTo>
                <a:lnTo>
                  <a:pt x="70931" y="85011"/>
                </a:lnTo>
                <a:lnTo>
                  <a:pt x="89208" y="55751"/>
                </a:lnTo>
                <a:cubicBezTo>
                  <a:pt x="91291" y="52417"/>
                  <a:pt x="95696" y="51375"/>
                  <a:pt x="99060" y="53489"/>
                </a:cubicBezTo>
                <a:cubicBezTo>
                  <a:pt x="102424" y="55602"/>
                  <a:pt x="103436" y="59978"/>
                  <a:pt x="101322" y="63341"/>
                </a:cubicBezTo>
                <a:close/>
              </a:path>
            </a:pathLst>
          </a:custGeom>
          <a:solidFill>
            <a:srgbClr val="4A5568"/>
          </a:solidFill>
        </p:spPr>
      </p:sp>
      <p:sp>
        <p:nvSpPr>
          <p:cNvPr id="54" name="Text 52"/>
          <p:cNvSpPr/>
          <p:nvPr/>
        </p:nvSpPr>
        <p:spPr>
          <a:xfrm>
            <a:off x="7620000" y="5467350"/>
            <a:ext cx="4000500" cy="228600"/>
          </a:xfrm>
          <a:prstGeom prst="rect">
            <a:avLst/>
          </a:prstGeom>
          <a:noFill/>
        </p:spPr>
        <p:txBody>
          <a:bodyPr wrap="square" lIns="0" tIns="0" rIns="0" bIns="0" rtlCol="0" anchor="ctr"/>
          <a:lstStyle/>
          <a:p>
            <a:pPr algn="ctr">
              <a:lnSpc>
                <a:spcPct val="130000"/>
              </a:lnSpc>
            </a:pPr>
            <a:r>
              <a:rPr lang="en-US" sz="1200" b="1" dirty="0">
                <a:solidFill>
                  <a:srgbClr val="2D3748"/>
                </a:solidFill>
                <a:latin typeface="Quattrocento Sans" panose="020B0502050000020003" pitchFamily="34" charset="0"/>
                <a:ea typeface="Quattrocento Sans" panose="020B0502050000020003" pitchFamily="34" charset="-122"/>
                <a:cs typeface="Quattrocento Sans" panose="020B0502050000020003" pitchFamily="34" charset="-120"/>
              </a:rPr>
              <a:t>Both approaches ensure comprehensive coverage</a:t>
            </a:r>
            <a:endParaRPr lang="en-US" sz="1600" dirty="0"/>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sp>
        <p:nvSpPr>
          <p:cNvPr id="2" name="Text 0"/>
          <p:cNvSpPr/>
          <p:nvPr/>
        </p:nvSpPr>
        <p:spPr>
          <a:xfrm>
            <a:off x="381000" y="381000"/>
            <a:ext cx="4648200" cy="457200"/>
          </a:xfrm>
          <a:prstGeom prst="rect">
            <a:avLst/>
          </a:prstGeom>
          <a:noFill/>
        </p:spPr>
        <p:txBody>
          <a:bodyPr wrap="square" lIns="0" tIns="0" rIns="0" bIns="0" rtlCol="0" anchor="ctr"/>
          <a:lstStyle/>
          <a:p>
            <a:pPr>
              <a:lnSpc>
                <a:spcPct val="80000"/>
              </a:lnSpc>
            </a:pPr>
            <a:r>
              <a:rPr lang="en-US" sz="3600" b="1" dirty="0">
                <a:solidFill>
                  <a:srgbClr val="2D3748"/>
                </a:solidFill>
                <a:latin typeface="Hedvig Letters Sans" pitchFamily="34" charset="0"/>
                <a:ea typeface="Hedvig Letters Sans" pitchFamily="34" charset="-122"/>
                <a:cs typeface="Hedvig Letters Sans" pitchFamily="34" charset="-120"/>
              </a:rPr>
              <a:t>Tools &amp; Technologies</a:t>
            </a:r>
            <a:endParaRPr lang="en-US" sz="1600" dirty="0"/>
          </a:p>
        </p:txBody>
      </p:sp>
      <p:sp>
        <p:nvSpPr>
          <p:cNvPr id="3" name="Shape 1"/>
          <p:cNvSpPr/>
          <p:nvPr/>
        </p:nvSpPr>
        <p:spPr>
          <a:xfrm>
            <a:off x="381000" y="914400"/>
            <a:ext cx="914400" cy="38100"/>
          </a:xfrm>
          <a:custGeom>
            <a:avLst/>
            <a:gdLst/>
            <a:ahLst/>
            <a:cxnLst/>
            <a:rect l="l" t="t" r="r" b="b"/>
            <a:pathLst>
              <a:path w="914400" h="38100">
                <a:moveTo>
                  <a:pt x="0" y="0"/>
                </a:moveTo>
                <a:lnTo>
                  <a:pt x="914400" y="0"/>
                </a:lnTo>
                <a:lnTo>
                  <a:pt x="914400" y="38100"/>
                </a:lnTo>
                <a:lnTo>
                  <a:pt x="0" y="38100"/>
                </a:lnTo>
                <a:lnTo>
                  <a:pt x="0" y="0"/>
                </a:lnTo>
                <a:close/>
              </a:path>
            </a:pathLst>
          </a:custGeom>
          <a:solidFill>
            <a:srgbClr val="4A5568"/>
          </a:solidFill>
        </p:spPr>
      </p:sp>
      <p:sp>
        <p:nvSpPr>
          <p:cNvPr id="4" name="Shape 2"/>
          <p:cNvSpPr/>
          <p:nvPr/>
        </p:nvSpPr>
        <p:spPr>
          <a:xfrm>
            <a:off x="11132344" y="381000"/>
            <a:ext cx="642938" cy="571500"/>
          </a:xfrm>
          <a:custGeom>
            <a:avLst/>
            <a:gdLst/>
            <a:ahLst/>
            <a:cxnLst/>
            <a:rect l="l" t="t" r="r" b="b"/>
            <a:pathLst>
              <a:path w="642938" h="571500">
                <a:moveTo>
                  <a:pt x="250143" y="108384"/>
                </a:moveTo>
                <a:lnTo>
                  <a:pt x="250143" y="163748"/>
                </a:lnTo>
                <a:lnTo>
                  <a:pt x="250701" y="164306"/>
                </a:lnTo>
                <a:cubicBezTo>
                  <a:pt x="257956" y="72330"/>
                  <a:pt x="334863" y="0"/>
                  <a:pt x="428737" y="0"/>
                </a:cubicBezTo>
                <a:cubicBezTo>
                  <a:pt x="451172" y="0"/>
                  <a:pt x="472715" y="4130"/>
                  <a:pt x="492472" y="11720"/>
                </a:cubicBezTo>
                <a:cubicBezTo>
                  <a:pt x="503634" y="15962"/>
                  <a:pt x="505644" y="30138"/>
                  <a:pt x="497272" y="38621"/>
                </a:cubicBezTo>
                <a:lnTo>
                  <a:pt x="398264" y="137629"/>
                </a:lnTo>
                <a:cubicBezTo>
                  <a:pt x="394915" y="140977"/>
                  <a:pt x="393018" y="145554"/>
                  <a:pt x="393018" y="150242"/>
                </a:cubicBezTo>
                <a:lnTo>
                  <a:pt x="393018" y="196453"/>
                </a:lnTo>
                <a:cubicBezTo>
                  <a:pt x="393018" y="206276"/>
                  <a:pt x="401055" y="214313"/>
                  <a:pt x="410877" y="214313"/>
                </a:cubicBezTo>
                <a:lnTo>
                  <a:pt x="457088" y="214313"/>
                </a:lnTo>
                <a:cubicBezTo>
                  <a:pt x="461776" y="214313"/>
                  <a:pt x="466353" y="212415"/>
                  <a:pt x="469702" y="209066"/>
                </a:cubicBezTo>
                <a:lnTo>
                  <a:pt x="568709" y="110058"/>
                </a:lnTo>
                <a:cubicBezTo>
                  <a:pt x="577193" y="101575"/>
                  <a:pt x="591369" y="103696"/>
                  <a:pt x="595610" y="114858"/>
                </a:cubicBezTo>
                <a:cubicBezTo>
                  <a:pt x="603200" y="134615"/>
                  <a:pt x="607330" y="156158"/>
                  <a:pt x="607330" y="178594"/>
                </a:cubicBezTo>
                <a:cubicBezTo>
                  <a:pt x="607330" y="246236"/>
                  <a:pt x="569714" y="305172"/>
                  <a:pt x="514127" y="335421"/>
                </a:cubicBezTo>
                <a:lnTo>
                  <a:pt x="605098" y="426393"/>
                </a:lnTo>
                <a:cubicBezTo>
                  <a:pt x="625971" y="447266"/>
                  <a:pt x="625971" y="481199"/>
                  <a:pt x="605098" y="502183"/>
                </a:cubicBezTo>
                <a:lnTo>
                  <a:pt x="538014" y="569268"/>
                </a:lnTo>
                <a:cubicBezTo>
                  <a:pt x="517141" y="590141"/>
                  <a:pt x="483208" y="590141"/>
                  <a:pt x="462223" y="569268"/>
                </a:cubicBezTo>
                <a:lnTo>
                  <a:pt x="321580" y="428625"/>
                </a:lnTo>
                <a:cubicBezTo>
                  <a:pt x="290996" y="398041"/>
                  <a:pt x="284076" y="352834"/>
                  <a:pt x="300930" y="315553"/>
                </a:cubicBezTo>
                <a:lnTo>
                  <a:pt x="199690" y="214313"/>
                </a:lnTo>
                <a:lnTo>
                  <a:pt x="144326" y="214313"/>
                </a:lnTo>
                <a:cubicBezTo>
                  <a:pt x="132383" y="214313"/>
                  <a:pt x="121221" y="208397"/>
                  <a:pt x="114635" y="198462"/>
                </a:cubicBezTo>
                <a:lnTo>
                  <a:pt x="26119" y="65745"/>
                </a:lnTo>
                <a:cubicBezTo>
                  <a:pt x="21431" y="58713"/>
                  <a:pt x="22324" y="49225"/>
                  <a:pt x="28352" y="43197"/>
                </a:cubicBezTo>
                <a:lnTo>
                  <a:pt x="79028" y="-7479"/>
                </a:lnTo>
                <a:cubicBezTo>
                  <a:pt x="85055" y="-13506"/>
                  <a:pt x="94431" y="-14399"/>
                  <a:pt x="101575" y="-9711"/>
                </a:cubicBezTo>
                <a:lnTo>
                  <a:pt x="234293" y="78693"/>
                </a:lnTo>
                <a:cubicBezTo>
                  <a:pt x="244227" y="85279"/>
                  <a:pt x="250143" y="96441"/>
                  <a:pt x="250143" y="108384"/>
                </a:cubicBezTo>
                <a:close/>
                <a:moveTo>
                  <a:pt x="240655" y="331068"/>
                </a:moveTo>
                <a:cubicBezTo>
                  <a:pt x="233623" y="372368"/>
                  <a:pt x="243334" y="416012"/>
                  <a:pt x="270123" y="450949"/>
                </a:cubicBezTo>
                <a:lnTo>
                  <a:pt x="164083" y="556878"/>
                </a:lnTo>
                <a:cubicBezTo>
                  <a:pt x="132717" y="588243"/>
                  <a:pt x="81818" y="588243"/>
                  <a:pt x="50453" y="556878"/>
                </a:cubicBezTo>
                <a:cubicBezTo>
                  <a:pt x="19087" y="525512"/>
                  <a:pt x="19087" y="474613"/>
                  <a:pt x="50453" y="443247"/>
                </a:cubicBezTo>
                <a:lnTo>
                  <a:pt x="201588" y="292112"/>
                </a:lnTo>
                <a:lnTo>
                  <a:pt x="240655" y="331180"/>
                </a:lnTo>
                <a:close/>
              </a:path>
            </a:pathLst>
          </a:custGeom>
          <a:solidFill>
            <a:srgbClr val="718096">
              <a:alpha val="30196"/>
            </a:srgbClr>
          </a:solidFill>
        </p:spPr>
      </p:sp>
      <p:sp>
        <p:nvSpPr>
          <p:cNvPr id="5" name="Shape 3"/>
          <p:cNvSpPr/>
          <p:nvPr/>
        </p:nvSpPr>
        <p:spPr>
          <a:xfrm>
            <a:off x="381000" y="1257300"/>
            <a:ext cx="5600700" cy="2171700"/>
          </a:xfrm>
          <a:custGeom>
            <a:avLst/>
            <a:gdLst/>
            <a:ahLst/>
            <a:cxnLst/>
            <a:rect l="l" t="t" r="r" b="b"/>
            <a:pathLst>
              <a:path w="5600700" h="2171700">
                <a:moveTo>
                  <a:pt x="76205" y="0"/>
                </a:moveTo>
                <a:lnTo>
                  <a:pt x="5524495" y="0"/>
                </a:lnTo>
                <a:cubicBezTo>
                  <a:pt x="5566582" y="0"/>
                  <a:pt x="5600700" y="34118"/>
                  <a:pt x="5600700" y="76205"/>
                </a:cubicBezTo>
                <a:lnTo>
                  <a:pt x="5600700" y="2095495"/>
                </a:lnTo>
                <a:cubicBezTo>
                  <a:pt x="5600700" y="2137582"/>
                  <a:pt x="5566582" y="2171700"/>
                  <a:pt x="5524495" y="2171700"/>
                </a:cubicBezTo>
                <a:lnTo>
                  <a:pt x="76205" y="2171700"/>
                </a:lnTo>
                <a:cubicBezTo>
                  <a:pt x="34118" y="2171700"/>
                  <a:pt x="0" y="2137582"/>
                  <a:pt x="0" y="2095495"/>
                </a:cubicBezTo>
                <a:lnTo>
                  <a:pt x="0" y="76205"/>
                </a:lnTo>
                <a:cubicBezTo>
                  <a:pt x="0" y="34146"/>
                  <a:pt x="34146" y="0"/>
                  <a:pt x="76205" y="0"/>
                </a:cubicBezTo>
                <a:close/>
              </a:path>
            </a:pathLst>
          </a:custGeom>
          <a:gradFill flip="none" rotWithShape="1">
            <a:gsLst>
              <a:gs pos="0">
                <a:srgbClr val="2D3748"/>
              </a:gs>
              <a:gs pos="100000">
                <a:srgbClr val="4A5568"/>
              </a:gs>
            </a:gsLst>
            <a:lin ang="2700000" scaled="1"/>
          </a:gradFill>
        </p:spPr>
      </p:sp>
      <p:sp>
        <p:nvSpPr>
          <p:cNvPr id="6" name="Shape 4"/>
          <p:cNvSpPr/>
          <p:nvPr/>
        </p:nvSpPr>
        <p:spPr>
          <a:xfrm>
            <a:off x="609600" y="1485900"/>
            <a:ext cx="609600" cy="609600"/>
          </a:xfrm>
          <a:custGeom>
            <a:avLst/>
            <a:gdLst/>
            <a:ahLst/>
            <a:cxnLst/>
            <a:rect l="l" t="t" r="r" b="b"/>
            <a:pathLst>
              <a:path w="609600" h="609600">
                <a:moveTo>
                  <a:pt x="76200" y="0"/>
                </a:moveTo>
                <a:lnTo>
                  <a:pt x="533400" y="0"/>
                </a:lnTo>
                <a:cubicBezTo>
                  <a:pt x="575456" y="0"/>
                  <a:pt x="609600" y="34144"/>
                  <a:pt x="609600" y="76200"/>
                </a:cubicBezTo>
                <a:lnTo>
                  <a:pt x="609600" y="533400"/>
                </a:lnTo>
                <a:cubicBezTo>
                  <a:pt x="609600" y="575456"/>
                  <a:pt x="575456" y="609600"/>
                  <a:pt x="533400" y="609600"/>
                </a:cubicBezTo>
                <a:lnTo>
                  <a:pt x="76200" y="609600"/>
                </a:lnTo>
                <a:cubicBezTo>
                  <a:pt x="34144" y="609600"/>
                  <a:pt x="0" y="575456"/>
                  <a:pt x="0" y="533400"/>
                </a:cubicBezTo>
                <a:lnTo>
                  <a:pt x="0" y="76200"/>
                </a:lnTo>
                <a:cubicBezTo>
                  <a:pt x="0" y="34144"/>
                  <a:pt x="34144" y="0"/>
                  <a:pt x="76200" y="0"/>
                </a:cubicBezTo>
                <a:close/>
              </a:path>
            </a:pathLst>
          </a:custGeom>
          <a:solidFill>
            <a:srgbClr val="E2E8F0">
              <a:alpha val="20000"/>
            </a:srgbClr>
          </a:solidFill>
        </p:spPr>
      </p:sp>
      <p:sp>
        <p:nvSpPr>
          <p:cNvPr id="7" name="Shape 5"/>
          <p:cNvSpPr/>
          <p:nvPr/>
        </p:nvSpPr>
        <p:spPr>
          <a:xfrm>
            <a:off x="773906" y="1647825"/>
            <a:ext cx="285750" cy="285750"/>
          </a:xfrm>
          <a:custGeom>
            <a:avLst/>
            <a:gdLst/>
            <a:ahLst/>
            <a:cxnLst/>
            <a:rect l="l" t="t" r="r" b="b"/>
            <a:pathLst>
              <a:path w="285750" h="285750">
                <a:moveTo>
                  <a:pt x="206108" y="-17301"/>
                </a:moveTo>
                <a:cubicBezTo>
                  <a:pt x="212750" y="-19255"/>
                  <a:pt x="219726" y="-15794"/>
                  <a:pt x="222293" y="-9544"/>
                </a:cubicBezTo>
                <a:lnTo>
                  <a:pt x="222740" y="-8260"/>
                </a:lnTo>
                <a:lnTo>
                  <a:pt x="245064" y="67642"/>
                </a:lnTo>
                <a:cubicBezTo>
                  <a:pt x="246459" y="72330"/>
                  <a:pt x="245120" y="77409"/>
                  <a:pt x="241660" y="80869"/>
                </a:cubicBezTo>
                <a:lnTo>
                  <a:pt x="205885" y="116644"/>
                </a:lnTo>
                <a:lnTo>
                  <a:pt x="248524" y="105035"/>
                </a:lnTo>
                <a:lnTo>
                  <a:pt x="259631" y="71661"/>
                </a:lnTo>
                <a:lnTo>
                  <a:pt x="260133" y="70377"/>
                </a:lnTo>
                <a:cubicBezTo>
                  <a:pt x="262923" y="64182"/>
                  <a:pt x="270011" y="61001"/>
                  <a:pt x="276597" y="63178"/>
                </a:cubicBezTo>
                <a:cubicBezTo>
                  <a:pt x="283183" y="65354"/>
                  <a:pt x="286922" y="72163"/>
                  <a:pt x="285415" y="78804"/>
                </a:cubicBezTo>
                <a:lnTo>
                  <a:pt x="285024" y="80144"/>
                </a:lnTo>
                <a:lnTo>
                  <a:pt x="271630" y="120328"/>
                </a:lnTo>
                <a:cubicBezTo>
                  <a:pt x="270235" y="124569"/>
                  <a:pt x="266774" y="127806"/>
                  <a:pt x="262421" y="129034"/>
                </a:cubicBezTo>
                <a:lnTo>
                  <a:pt x="211578" y="142875"/>
                </a:lnTo>
                <a:lnTo>
                  <a:pt x="262421" y="156716"/>
                </a:lnTo>
                <a:cubicBezTo>
                  <a:pt x="266719" y="157888"/>
                  <a:pt x="270179" y="161181"/>
                  <a:pt x="271630" y="165422"/>
                </a:cubicBezTo>
                <a:lnTo>
                  <a:pt x="285024" y="205606"/>
                </a:lnTo>
                <a:lnTo>
                  <a:pt x="285415" y="206946"/>
                </a:lnTo>
                <a:cubicBezTo>
                  <a:pt x="286922" y="213587"/>
                  <a:pt x="283127" y="220396"/>
                  <a:pt x="276597" y="222572"/>
                </a:cubicBezTo>
                <a:cubicBezTo>
                  <a:pt x="270011" y="224749"/>
                  <a:pt x="262923" y="221568"/>
                  <a:pt x="260133" y="215373"/>
                </a:cubicBezTo>
                <a:lnTo>
                  <a:pt x="259631" y="214089"/>
                </a:lnTo>
                <a:lnTo>
                  <a:pt x="248524" y="180715"/>
                </a:lnTo>
                <a:lnTo>
                  <a:pt x="205885" y="169106"/>
                </a:lnTo>
                <a:lnTo>
                  <a:pt x="241660" y="204881"/>
                </a:lnTo>
                <a:cubicBezTo>
                  <a:pt x="245064" y="208285"/>
                  <a:pt x="246404" y="213308"/>
                  <a:pt x="245120" y="217940"/>
                </a:cubicBezTo>
                <a:lnTo>
                  <a:pt x="222796" y="298307"/>
                </a:lnTo>
                <a:lnTo>
                  <a:pt x="222349" y="299591"/>
                </a:lnTo>
                <a:cubicBezTo>
                  <a:pt x="219894" y="305898"/>
                  <a:pt x="212973" y="309469"/>
                  <a:pt x="206276" y="307628"/>
                </a:cubicBezTo>
                <a:cubicBezTo>
                  <a:pt x="199579" y="305786"/>
                  <a:pt x="195504" y="299145"/>
                  <a:pt x="196676" y="292447"/>
                </a:cubicBezTo>
                <a:lnTo>
                  <a:pt x="196955" y="291108"/>
                </a:lnTo>
                <a:lnTo>
                  <a:pt x="217159" y="218275"/>
                </a:lnTo>
                <a:lnTo>
                  <a:pt x="196397" y="197514"/>
                </a:lnTo>
                <a:cubicBezTo>
                  <a:pt x="195895" y="226591"/>
                  <a:pt x="172120" y="250031"/>
                  <a:pt x="142875" y="250031"/>
                </a:cubicBezTo>
                <a:cubicBezTo>
                  <a:pt x="113630" y="250031"/>
                  <a:pt x="89855" y="226591"/>
                  <a:pt x="89297" y="197514"/>
                </a:cubicBezTo>
                <a:lnTo>
                  <a:pt x="68647" y="218163"/>
                </a:lnTo>
                <a:lnTo>
                  <a:pt x="88739" y="286420"/>
                </a:lnTo>
                <a:lnTo>
                  <a:pt x="89074" y="287759"/>
                </a:lnTo>
                <a:cubicBezTo>
                  <a:pt x="90301" y="294401"/>
                  <a:pt x="86339" y="301098"/>
                  <a:pt x="79697" y="303051"/>
                </a:cubicBezTo>
                <a:cubicBezTo>
                  <a:pt x="73056" y="305005"/>
                  <a:pt x="66080" y="301544"/>
                  <a:pt x="63512" y="295294"/>
                </a:cubicBezTo>
                <a:lnTo>
                  <a:pt x="63066" y="294010"/>
                </a:lnTo>
                <a:lnTo>
                  <a:pt x="40742" y="218108"/>
                </a:lnTo>
                <a:cubicBezTo>
                  <a:pt x="39346" y="213420"/>
                  <a:pt x="40686" y="208341"/>
                  <a:pt x="44146" y="204825"/>
                </a:cubicBezTo>
                <a:lnTo>
                  <a:pt x="79921" y="169050"/>
                </a:lnTo>
                <a:lnTo>
                  <a:pt x="37281" y="180659"/>
                </a:lnTo>
                <a:lnTo>
                  <a:pt x="26175" y="214033"/>
                </a:lnTo>
                <a:lnTo>
                  <a:pt x="25673" y="215317"/>
                </a:lnTo>
                <a:cubicBezTo>
                  <a:pt x="22882" y="221512"/>
                  <a:pt x="15794" y="224693"/>
                  <a:pt x="9209" y="222517"/>
                </a:cubicBezTo>
                <a:cubicBezTo>
                  <a:pt x="2623" y="220340"/>
                  <a:pt x="-1116" y="213531"/>
                  <a:pt x="391" y="206890"/>
                </a:cubicBezTo>
                <a:lnTo>
                  <a:pt x="781" y="205550"/>
                </a:lnTo>
                <a:lnTo>
                  <a:pt x="14176" y="165367"/>
                </a:lnTo>
                <a:cubicBezTo>
                  <a:pt x="15571" y="161125"/>
                  <a:pt x="19031" y="157888"/>
                  <a:pt x="23385" y="156660"/>
                </a:cubicBezTo>
                <a:lnTo>
                  <a:pt x="74228" y="142819"/>
                </a:lnTo>
                <a:lnTo>
                  <a:pt x="23385" y="128978"/>
                </a:lnTo>
                <a:cubicBezTo>
                  <a:pt x="19087" y="127806"/>
                  <a:pt x="15627" y="124513"/>
                  <a:pt x="14176" y="120272"/>
                </a:cubicBezTo>
                <a:lnTo>
                  <a:pt x="781" y="80088"/>
                </a:lnTo>
                <a:lnTo>
                  <a:pt x="391" y="78749"/>
                </a:lnTo>
                <a:cubicBezTo>
                  <a:pt x="-1116" y="72107"/>
                  <a:pt x="2679" y="65298"/>
                  <a:pt x="9209" y="63122"/>
                </a:cubicBezTo>
                <a:cubicBezTo>
                  <a:pt x="15739" y="60945"/>
                  <a:pt x="22882" y="64126"/>
                  <a:pt x="25673" y="70321"/>
                </a:cubicBezTo>
                <a:lnTo>
                  <a:pt x="26175" y="71605"/>
                </a:lnTo>
                <a:lnTo>
                  <a:pt x="37281" y="104980"/>
                </a:lnTo>
                <a:lnTo>
                  <a:pt x="79921" y="116588"/>
                </a:lnTo>
                <a:lnTo>
                  <a:pt x="44146" y="80814"/>
                </a:lnTo>
                <a:cubicBezTo>
                  <a:pt x="40686" y="77353"/>
                  <a:pt x="39402" y="72275"/>
                  <a:pt x="40742" y="67587"/>
                </a:cubicBezTo>
                <a:lnTo>
                  <a:pt x="63066" y="-8316"/>
                </a:lnTo>
                <a:lnTo>
                  <a:pt x="63512" y="-9599"/>
                </a:lnTo>
                <a:cubicBezTo>
                  <a:pt x="66080" y="-15906"/>
                  <a:pt x="73056" y="-19310"/>
                  <a:pt x="79697" y="-17357"/>
                </a:cubicBezTo>
                <a:cubicBezTo>
                  <a:pt x="86339" y="-15404"/>
                  <a:pt x="90301" y="-8706"/>
                  <a:pt x="89074" y="-2065"/>
                </a:cubicBezTo>
                <a:lnTo>
                  <a:pt x="88739" y="-726"/>
                </a:lnTo>
                <a:lnTo>
                  <a:pt x="68647" y="67531"/>
                </a:lnTo>
                <a:lnTo>
                  <a:pt x="98227" y="97110"/>
                </a:lnTo>
                <a:cubicBezTo>
                  <a:pt x="98785" y="72944"/>
                  <a:pt x="118542" y="53522"/>
                  <a:pt x="142819" y="53522"/>
                </a:cubicBezTo>
                <a:cubicBezTo>
                  <a:pt x="167097" y="53522"/>
                  <a:pt x="186854" y="72944"/>
                  <a:pt x="187412" y="97166"/>
                </a:cubicBezTo>
                <a:lnTo>
                  <a:pt x="217047" y="67531"/>
                </a:lnTo>
                <a:lnTo>
                  <a:pt x="196955" y="-726"/>
                </a:lnTo>
                <a:lnTo>
                  <a:pt x="196621" y="-2065"/>
                </a:lnTo>
                <a:cubicBezTo>
                  <a:pt x="195393" y="-8762"/>
                  <a:pt x="199355" y="-15404"/>
                  <a:pt x="205997" y="-17357"/>
                </a:cubicBezTo>
                <a:close/>
              </a:path>
            </a:pathLst>
          </a:custGeom>
          <a:solidFill>
            <a:srgbClr val="E2E8F0"/>
          </a:solidFill>
        </p:spPr>
      </p:sp>
      <p:sp>
        <p:nvSpPr>
          <p:cNvPr id="8" name="Text 6"/>
          <p:cNvSpPr/>
          <p:nvPr/>
        </p:nvSpPr>
        <p:spPr>
          <a:xfrm>
            <a:off x="1371600" y="1524000"/>
            <a:ext cx="1447800" cy="304800"/>
          </a:xfrm>
          <a:prstGeom prst="rect">
            <a:avLst/>
          </a:prstGeom>
          <a:noFill/>
        </p:spPr>
        <p:txBody>
          <a:bodyPr wrap="square" lIns="0" tIns="0" rIns="0" bIns="0" rtlCol="0" anchor="ctr"/>
          <a:lstStyle/>
          <a:p>
            <a:pPr>
              <a:lnSpc>
                <a:spcPct val="110000"/>
              </a:lnSpc>
            </a:pPr>
            <a:r>
              <a:rPr lang="en-US" sz="1800" b="1" dirty="0">
                <a:solidFill>
                  <a:srgbClr val="E2E8F0"/>
                </a:solidFill>
                <a:latin typeface="Liter" panose="02000503030000020004" pitchFamily="34" charset="0"/>
                <a:ea typeface="Liter" panose="02000503030000020004" pitchFamily="34" charset="-122"/>
                <a:cs typeface="Liter" panose="02000503030000020004" pitchFamily="34" charset="-120"/>
              </a:rPr>
              <a:t>Selenium IDE</a:t>
            </a:r>
            <a:endParaRPr lang="en-US" sz="1600" dirty="0"/>
          </a:p>
        </p:txBody>
      </p:sp>
      <p:sp>
        <p:nvSpPr>
          <p:cNvPr id="9" name="Text 7"/>
          <p:cNvSpPr/>
          <p:nvPr/>
        </p:nvSpPr>
        <p:spPr>
          <a:xfrm>
            <a:off x="1371600" y="1828800"/>
            <a:ext cx="1409700" cy="228600"/>
          </a:xfrm>
          <a:prstGeom prst="rect">
            <a:avLst/>
          </a:prstGeom>
          <a:noFill/>
        </p:spPr>
        <p:txBody>
          <a:bodyPr wrap="square" lIns="0" tIns="0" rIns="0" bIns="0" rtlCol="0" anchor="ctr"/>
          <a:lstStyle/>
          <a:p>
            <a:pPr>
              <a:lnSpc>
                <a:spcPct val="130000"/>
              </a:lnSpc>
            </a:pPr>
            <a:r>
              <a:rPr lang="en-US" sz="1200" dirty="0">
                <a:solidFill>
                  <a:srgbClr val="E2E8F0">
                    <a:alpha val="80000"/>
                  </a:srgbClr>
                </a:solidFill>
                <a:latin typeface="Quattrocento Sans" panose="020B0502050000020003" pitchFamily="34" charset="0"/>
                <a:ea typeface="Quattrocento Sans" panose="020B0502050000020003" pitchFamily="34" charset="-122"/>
                <a:cs typeface="Quattrocento Sans" panose="020B0502050000020003" pitchFamily="34" charset="-120"/>
              </a:rPr>
              <a:t>Record &amp; Playback</a:t>
            </a:r>
            <a:endParaRPr lang="en-US" sz="1600" dirty="0"/>
          </a:p>
        </p:txBody>
      </p:sp>
      <p:sp>
        <p:nvSpPr>
          <p:cNvPr id="10" name="Text 8"/>
          <p:cNvSpPr/>
          <p:nvPr/>
        </p:nvSpPr>
        <p:spPr>
          <a:xfrm>
            <a:off x="609600" y="2247900"/>
            <a:ext cx="5219700" cy="495300"/>
          </a:xfrm>
          <a:prstGeom prst="rect">
            <a:avLst/>
          </a:prstGeom>
          <a:noFill/>
        </p:spPr>
        <p:txBody>
          <a:bodyPr wrap="square" lIns="0" tIns="0" rIns="0" bIns="0" rtlCol="0" anchor="ctr"/>
          <a:lstStyle/>
          <a:p>
            <a:pPr>
              <a:lnSpc>
                <a:spcPct val="140000"/>
              </a:lnSpc>
            </a:pPr>
            <a:r>
              <a:rPr lang="en-US" sz="1200" dirty="0">
                <a:solidFill>
                  <a:srgbClr val="E2E8F0"/>
                </a:solidFill>
                <a:latin typeface="Quattrocento Sans" panose="020B0502050000020003" pitchFamily="34" charset="0"/>
                <a:ea typeface="Quattrocento Sans" panose="020B0502050000020003" pitchFamily="34" charset="-122"/>
                <a:cs typeface="Quattrocento Sans" panose="020B0502050000020003" pitchFamily="34" charset="-120"/>
              </a:rPr>
              <a:t>Browser extension for rapid test creation through recording and playback of user interactions.</a:t>
            </a:r>
            <a:endParaRPr lang="en-US" sz="1600" dirty="0"/>
          </a:p>
        </p:txBody>
      </p:sp>
      <p:sp>
        <p:nvSpPr>
          <p:cNvPr id="11" name="Shape 9"/>
          <p:cNvSpPr/>
          <p:nvPr/>
        </p:nvSpPr>
        <p:spPr>
          <a:xfrm>
            <a:off x="609600" y="2895600"/>
            <a:ext cx="1123950" cy="266700"/>
          </a:xfrm>
          <a:custGeom>
            <a:avLst/>
            <a:gdLst/>
            <a:ahLst/>
            <a:cxnLst/>
            <a:rect l="l" t="t" r="r" b="b"/>
            <a:pathLst>
              <a:path w="1123950" h="266700">
                <a:moveTo>
                  <a:pt x="38101" y="0"/>
                </a:moveTo>
                <a:lnTo>
                  <a:pt x="1085849" y="0"/>
                </a:lnTo>
                <a:cubicBezTo>
                  <a:pt x="1106892" y="0"/>
                  <a:pt x="1123950" y="17058"/>
                  <a:pt x="1123950" y="38101"/>
                </a:cubicBezTo>
                <a:lnTo>
                  <a:pt x="1123950" y="228599"/>
                </a:lnTo>
                <a:cubicBezTo>
                  <a:pt x="1123950" y="249642"/>
                  <a:pt x="1106892" y="266700"/>
                  <a:pt x="1085849" y="266700"/>
                </a:cubicBezTo>
                <a:lnTo>
                  <a:pt x="38101" y="266700"/>
                </a:lnTo>
                <a:cubicBezTo>
                  <a:pt x="17058" y="266700"/>
                  <a:pt x="0" y="249642"/>
                  <a:pt x="0" y="228599"/>
                </a:cubicBezTo>
                <a:lnTo>
                  <a:pt x="0" y="38101"/>
                </a:lnTo>
                <a:cubicBezTo>
                  <a:pt x="0" y="17072"/>
                  <a:pt x="17072" y="0"/>
                  <a:pt x="38101" y="0"/>
                </a:cubicBezTo>
                <a:close/>
              </a:path>
            </a:pathLst>
          </a:custGeom>
          <a:solidFill>
            <a:srgbClr val="E2E8F0">
              <a:alpha val="20000"/>
            </a:srgbClr>
          </a:solidFill>
        </p:spPr>
      </p:sp>
      <p:sp>
        <p:nvSpPr>
          <p:cNvPr id="12" name="Text 10"/>
          <p:cNvSpPr/>
          <p:nvPr/>
        </p:nvSpPr>
        <p:spPr>
          <a:xfrm>
            <a:off x="609600" y="2895600"/>
            <a:ext cx="1190625" cy="266700"/>
          </a:xfrm>
          <a:prstGeom prst="rect">
            <a:avLst/>
          </a:prstGeom>
          <a:noFill/>
        </p:spPr>
        <p:txBody>
          <a:bodyPr wrap="square" lIns="114300" tIns="38100" rIns="114300" bIns="38100" rtlCol="0" anchor="ctr"/>
          <a:lstStyle/>
          <a:p>
            <a:pPr>
              <a:lnSpc>
                <a:spcPct val="120000"/>
              </a:lnSpc>
            </a:pPr>
            <a:r>
              <a:rPr lang="en-US" sz="1050" dirty="0">
                <a:solidFill>
                  <a:srgbClr val="E2E8F0"/>
                </a:solidFill>
                <a:latin typeface="Quattrocento Sans" panose="020B0502050000020003" pitchFamily="34" charset="0"/>
                <a:ea typeface="Quattrocento Sans" panose="020B0502050000020003" pitchFamily="34" charset="-122"/>
                <a:cs typeface="Quattrocento Sans" panose="020B0502050000020003" pitchFamily="34" charset="-120"/>
              </a:rPr>
              <a:t>Click Recording</a:t>
            </a:r>
            <a:endParaRPr lang="en-US" sz="1600" dirty="0"/>
          </a:p>
        </p:txBody>
      </p:sp>
      <p:sp>
        <p:nvSpPr>
          <p:cNvPr id="13" name="Shape 11"/>
          <p:cNvSpPr/>
          <p:nvPr/>
        </p:nvSpPr>
        <p:spPr>
          <a:xfrm>
            <a:off x="1809056" y="2895600"/>
            <a:ext cx="1285875" cy="266700"/>
          </a:xfrm>
          <a:custGeom>
            <a:avLst/>
            <a:gdLst/>
            <a:ahLst/>
            <a:cxnLst/>
            <a:rect l="l" t="t" r="r" b="b"/>
            <a:pathLst>
              <a:path w="1285875" h="266700">
                <a:moveTo>
                  <a:pt x="38101" y="0"/>
                </a:moveTo>
                <a:lnTo>
                  <a:pt x="1247774" y="0"/>
                </a:lnTo>
                <a:cubicBezTo>
                  <a:pt x="1268817" y="0"/>
                  <a:pt x="1285875" y="17058"/>
                  <a:pt x="1285875" y="38101"/>
                </a:cubicBezTo>
                <a:lnTo>
                  <a:pt x="1285875" y="228599"/>
                </a:lnTo>
                <a:cubicBezTo>
                  <a:pt x="1285875" y="249642"/>
                  <a:pt x="1268817" y="266700"/>
                  <a:pt x="1247774" y="266700"/>
                </a:cubicBezTo>
                <a:lnTo>
                  <a:pt x="38101" y="266700"/>
                </a:lnTo>
                <a:cubicBezTo>
                  <a:pt x="17058" y="266700"/>
                  <a:pt x="0" y="249642"/>
                  <a:pt x="0" y="228599"/>
                </a:cubicBezTo>
                <a:lnTo>
                  <a:pt x="0" y="38101"/>
                </a:lnTo>
                <a:cubicBezTo>
                  <a:pt x="0" y="17072"/>
                  <a:pt x="17072" y="0"/>
                  <a:pt x="38101" y="0"/>
                </a:cubicBezTo>
                <a:close/>
              </a:path>
            </a:pathLst>
          </a:custGeom>
          <a:solidFill>
            <a:srgbClr val="E2E8F0">
              <a:alpha val="20000"/>
            </a:srgbClr>
          </a:solidFill>
        </p:spPr>
      </p:sp>
      <p:sp>
        <p:nvSpPr>
          <p:cNvPr id="14" name="Text 12"/>
          <p:cNvSpPr/>
          <p:nvPr/>
        </p:nvSpPr>
        <p:spPr>
          <a:xfrm>
            <a:off x="1809056" y="2895600"/>
            <a:ext cx="1352550" cy="266700"/>
          </a:xfrm>
          <a:prstGeom prst="rect">
            <a:avLst/>
          </a:prstGeom>
          <a:noFill/>
        </p:spPr>
        <p:txBody>
          <a:bodyPr wrap="square" lIns="114300" tIns="38100" rIns="114300" bIns="38100" rtlCol="0" anchor="ctr"/>
          <a:lstStyle/>
          <a:p>
            <a:pPr>
              <a:lnSpc>
                <a:spcPct val="120000"/>
              </a:lnSpc>
            </a:pPr>
            <a:r>
              <a:rPr lang="en-US" sz="1050" dirty="0">
                <a:solidFill>
                  <a:srgbClr val="E2E8F0"/>
                </a:solidFill>
                <a:latin typeface="Quattrocento Sans" panose="020B0502050000020003" pitchFamily="34" charset="0"/>
                <a:ea typeface="Quattrocento Sans" panose="020B0502050000020003" pitchFamily="34" charset="-122"/>
                <a:cs typeface="Quattrocento Sans" panose="020B0502050000020003" pitchFamily="34" charset="-120"/>
              </a:rPr>
              <a:t>Assertion Creation</a:t>
            </a:r>
            <a:endParaRPr lang="en-US" sz="1600" dirty="0"/>
          </a:p>
        </p:txBody>
      </p:sp>
      <p:sp>
        <p:nvSpPr>
          <p:cNvPr id="15" name="Shape 13"/>
          <p:cNvSpPr/>
          <p:nvPr/>
        </p:nvSpPr>
        <p:spPr>
          <a:xfrm>
            <a:off x="3173611" y="2895600"/>
            <a:ext cx="885825" cy="266700"/>
          </a:xfrm>
          <a:custGeom>
            <a:avLst/>
            <a:gdLst/>
            <a:ahLst/>
            <a:cxnLst/>
            <a:rect l="l" t="t" r="r" b="b"/>
            <a:pathLst>
              <a:path w="885825" h="266700">
                <a:moveTo>
                  <a:pt x="38101" y="0"/>
                </a:moveTo>
                <a:lnTo>
                  <a:pt x="847724" y="0"/>
                </a:lnTo>
                <a:cubicBezTo>
                  <a:pt x="868767" y="0"/>
                  <a:pt x="885825" y="17058"/>
                  <a:pt x="885825" y="38101"/>
                </a:cubicBezTo>
                <a:lnTo>
                  <a:pt x="885825" y="228599"/>
                </a:lnTo>
                <a:cubicBezTo>
                  <a:pt x="885825" y="249642"/>
                  <a:pt x="868767" y="266700"/>
                  <a:pt x="847724" y="266700"/>
                </a:cubicBezTo>
                <a:lnTo>
                  <a:pt x="38101" y="266700"/>
                </a:lnTo>
                <a:cubicBezTo>
                  <a:pt x="17058" y="266700"/>
                  <a:pt x="0" y="249642"/>
                  <a:pt x="0" y="228599"/>
                </a:cubicBezTo>
                <a:lnTo>
                  <a:pt x="0" y="38101"/>
                </a:lnTo>
                <a:cubicBezTo>
                  <a:pt x="0" y="17072"/>
                  <a:pt x="17072" y="0"/>
                  <a:pt x="38101" y="0"/>
                </a:cubicBezTo>
                <a:close/>
              </a:path>
            </a:pathLst>
          </a:custGeom>
          <a:solidFill>
            <a:srgbClr val="E2E8F0">
              <a:alpha val="20000"/>
            </a:srgbClr>
          </a:solidFill>
        </p:spPr>
      </p:sp>
      <p:sp>
        <p:nvSpPr>
          <p:cNvPr id="16" name="Text 14"/>
          <p:cNvSpPr/>
          <p:nvPr/>
        </p:nvSpPr>
        <p:spPr>
          <a:xfrm>
            <a:off x="3173611" y="2895600"/>
            <a:ext cx="952500" cy="266700"/>
          </a:xfrm>
          <a:prstGeom prst="rect">
            <a:avLst/>
          </a:prstGeom>
          <a:noFill/>
        </p:spPr>
        <p:txBody>
          <a:bodyPr wrap="square" lIns="114300" tIns="38100" rIns="114300" bIns="38100" rtlCol="0" anchor="ctr"/>
          <a:lstStyle/>
          <a:p>
            <a:pPr>
              <a:lnSpc>
                <a:spcPct val="120000"/>
              </a:lnSpc>
            </a:pPr>
            <a:r>
              <a:rPr lang="en-US" sz="1050" dirty="0">
                <a:solidFill>
                  <a:srgbClr val="E2E8F0"/>
                </a:solidFill>
                <a:latin typeface="Quattrocento Sans" panose="020B0502050000020003" pitchFamily="34" charset="0"/>
                <a:ea typeface="Quattrocento Sans" panose="020B0502050000020003" pitchFamily="34" charset="-122"/>
                <a:cs typeface="Quattrocento Sans" panose="020B0502050000020003" pitchFamily="34" charset="-120"/>
              </a:rPr>
              <a:t>Test Export</a:t>
            </a:r>
            <a:endParaRPr lang="en-US" sz="1600" dirty="0"/>
          </a:p>
        </p:txBody>
      </p:sp>
      <p:sp>
        <p:nvSpPr>
          <p:cNvPr id="17" name="Shape 15"/>
          <p:cNvSpPr/>
          <p:nvPr/>
        </p:nvSpPr>
        <p:spPr>
          <a:xfrm>
            <a:off x="6219825" y="1266825"/>
            <a:ext cx="5581650" cy="2152650"/>
          </a:xfrm>
          <a:custGeom>
            <a:avLst/>
            <a:gdLst/>
            <a:ahLst/>
            <a:cxnLst/>
            <a:rect l="l" t="t" r="r" b="b"/>
            <a:pathLst>
              <a:path w="5581650" h="2152650">
                <a:moveTo>
                  <a:pt x="76204" y="0"/>
                </a:moveTo>
                <a:lnTo>
                  <a:pt x="5505446" y="0"/>
                </a:lnTo>
                <a:cubicBezTo>
                  <a:pt x="5547532" y="0"/>
                  <a:pt x="5581650" y="34118"/>
                  <a:pt x="5581650" y="76204"/>
                </a:cubicBezTo>
                <a:lnTo>
                  <a:pt x="5581650" y="2076446"/>
                </a:lnTo>
                <a:cubicBezTo>
                  <a:pt x="5581650" y="2118532"/>
                  <a:pt x="5547532" y="2152650"/>
                  <a:pt x="5505446" y="2152650"/>
                </a:cubicBezTo>
                <a:lnTo>
                  <a:pt x="76204" y="2152650"/>
                </a:lnTo>
                <a:cubicBezTo>
                  <a:pt x="34118" y="2152650"/>
                  <a:pt x="0" y="2118532"/>
                  <a:pt x="0" y="2076446"/>
                </a:cubicBezTo>
                <a:lnTo>
                  <a:pt x="0" y="76204"/>
                </a:lnTo>
                <a:cubicBezTo>
                  <a:pt x="0" y="34146"/>
                  <a:pt x="34146" y="0"/>
                  <a:pt x="76204" y="0"/>
                </a:cubicBezTo>
                <a:close/>
              </a:path>
            </a:pathLst>
          </a:custGeom>
          <a:solidFill>
            <a:srgbClr val="FFFFFF"/>
          </a:solidFill>
          <a:ln w="25400">
            <a:solidFill>
              <a:srgbClr val="2D3748"/>
            </a:solidFill>
            <a:prstDash val="solid"/>
          </a:ln>
          <a:effectLst>
            <a:outerShdw blurRad="28575" dist="9525" dir="5400000" algn="bl" rotWithShape="0">
              <a:srgbClr val="000000">
                <a:alpha val="10196"/>
              </a:srgbClr>
            </a:outerShdw>
          </a:effectLst>
        </p:spPr>
      </p:sp>
      <p:sp>
        <p:nvSpPr>
          <p:cNvPr id="18" name="Shape 16"/>
          <p:cNvSpPr/>
          <p:nvPr/>
        </p:nvSpPr>
        <p:spPr>
          <a:xfrm>
            <a:off x="6457950" y="1504950"/>
            <a:ext cx="609600" cy="609600"/>
          </a:xfrm>
          <a:custGeom>
            <a:avLst/>
            <a:gdLst/>
            <a:ahLst/>
            <a:cxnLst/>
            <a:rect l="l" t="t" r="r" b="b"/>
            <a:pathLst>
              <a:path w="609600" h="609600">
                <a:moveTo>
                  <a:pt x="76200" y="0"/>
                </a:moveTo>
                <a:lnTo>
                  <a:pt x="533400" y="0"/>
                </a:lnTo>
                <a:cubicBezTo>
                  <a:pt x="575456" y="0"/>
                  <a:pt x="609600" y="34144"/>
                  <a:pt x="609600" y="76200"/>
                </a:cubicBezTo>
                <a:lnTo>
                  <a:pt x="609600" y="533400"/>
                </a:lnTo>
                <a:cubicBezTo>
                  <a:pt x="609600" y="575456"/>
                  <a:pt x="575456" y="609600"/>
                  <a:pt x="533400" y="609600"/>
                </a:cubicBezTo>
                <a:lnTo>
                  <a:pt x="76200" y="609600"/>
                </a:lnTo>
                <a:cubicBezTo>
                  <a:pt x="34144" y="609600"/>
                  <a:pt x="0" y="575456"/>
                  <a:pt x="0" y="533400"/>
                </a:cubicBezTo>
                <a:lnTo>
                  <a:pt x="0" y="76200"/>
                </a:lnTo>
                <a:cubicBezTo>
                  <a:pt x="0" y="34144"/>
                  <a:pt x="34144" y="0"/>
                  <a:pt x="76200" y="0"/>
                </a:cubicBezTo>
                <a:close/>
              </a:path>
            </a:pathLst>
          </a:custGeom>
          <a:solidFill>
            <a:srgbClr val="2D3748"/>
          </a:solidFill>
        </p:spPr>
      </p:sp>
      <p:sp>
        <p:nvSpPr>
          <p:cNvPr id="19" name="Shape 17"/>
          <p:cNvSpPr/>
          <p:nvPr/>
        </p:nvSpPr>
        <p:spPr>
          <a:xfrm>
            <a:off x="6604397" y="1666875"/>
            <a:ext cx="321469" cy="285750"/>
          </a:xfrm>
          <a:custGeom>
            <a:avLst/>
            <a:gdLst/>
            <a:ahLst/>
            <a:cxnLst/>
            <a:rect l="l" t="t" r="r" b="b"/>
            <a:pathLst>
              <a:path w="321469" h="285750">
                <a:moveTo>
                  <a:pt x="201364" y="670"/>
                </a:moveTo>
                <a:cubicBezTo>
                  <a:pt x="191877" y="-2065"/>
                  <a:pt x="181998" y="3460"/>
                  <a:pt x="179263" y="12948"/>
                </a:cubicBezTo>
                <a:lnTo>
                  <a:pt x="107826" y="262979"/>
                </a:lnTo>
                <a:cubicBezTo>
                  <a:pt x="105091" y="272467"/>
                  <a:pt x="110617" y="282346"/>
                  <a:pt x="120104" y="285080"/>
                </a:cubicBezTo>
                <a:cubicBezTo>
                  <a:pt x="129592" y="287815"/>
                  <a:pt x="139471" y="282290"/>
                  <a:pt x="142205" y="272802"/>
                </a:cubicBezTo>
                <a:lnTo>
                  <a:pt x="213643" y="22771"/>
                </a:lnTo>
                <a:cubicBezTo>
                  <a:pt x="216377" y="13283"/>
                  <a:pt x="210852" y="3404"/>
                  <a:pt x="201364" y="670"/>
                </a:cubicBezTo>
                <a:close/>
                <a:moveTo>
                  <a:pt x="237418" y="76628"/>
                </a:moveTo>
                <a:cubicBezTo>
                  <a:pt x="230442" y="83604"/>
                  <a:pt x="230442" y="94934"/>
                  <a:pt x="237418" y="101910"/>
                </a:cubicBezTo>
                <a:lnTo>
                  <a:pt x="278383" y="142875"/>
                </a:lnTo>
                <a:lnTo>
                  <a:pt x="237418" y="183840"/>
                </a:lnTo>
                <a:cubicBezTo>
                  <a:pt x="230442" y="190816"/>
                  <a:pt x="230442" y="202146"/>
                  <a:pt x="237418" y="209122"/>
                </a:cubicBezTo>
                <a:cubicBezTo>
                  <a:pt x="244394" y="216098"/>
                  <a:pt x="255724" y="216098"/>
                  <a:pt x="262700" y="209122"/>
                </a:cubicBezTo>
                <a:lnTo>
                  <a:pt x="316278" y="155544"/>
                </a:lnTo>
                <a:cubicBezTo>
                  <a:pt x="323255" y="148568"/>
                  <a:pt x="323255" y="137238"/>
                  <a:pt x="316278" y="130262"/>
                </a:cubicBezTo>
                <a:lnTo>
                  <a:pt x="262700" y="76684"/>
                </a:lnTo>
                <a:cubicBezTo>
                  <a:pt x="255724" y="69707"/>
                  <a:pt x="244394" y="69707"/>
                  <a:pt x="237418" y="76684"/>
                </a:cubicBezTo>
                <a:close/>
                <a:moveTo>
                  <a:pt x="84106" y="76628"/>
                </a:moveTo>
                <a:cubicBezTo>
                  <a:pt x="77130" y="69652"/>
                  <a:pt x="65801" y="69652"/>
                  <a:pt x="58824" y="76628"/>
                </a:cubicBezTo>
                <a:lnTo>
                  <a:pt x="5246" y="130206"/>
                </a:lnTo>
                <a:cubicBezTo>
                  <a:pt x="-1730" y="137182"/>
                  <a:pt x="-1730" y="148512"/>
                  <a:pt x="5246" y="155488"/>
                </a:cubicBezTo>
                <a:lnTo>
                  <a:pt x="58824" y="209066"/>
                </a:lnTo>
                <a:cubicBezTo>
                  <a:pt x="65801" y="216043"/>
                  <a:pt x="77130" y="216043"/>
                  <a:pt x="84106" y="209066"/>
                </a:cubicBezTo>
                <a:cubicBezTo>
                  <a:pt x="91083" y="202090"/>
                  <a:pt x="91083" y="190760"/>
                  <a:pt x="84106" y="183784"/>
                </a:cubicBezTo>
                <a:lnTo>
                  <a:pt x="43142" y="142875"/>
                </a:lnTo>
                <a:lnTo>
                  <a:pt x="84051" y="101910"/>
                </a:lnTo>
                <a:cubicBezTo>
                  <a:pt x="91027" y="94934"/>
                  <a:pt x="91027" y="83604"/>
                  <a:pt x="84051" y="76628"/>
                </a:cubicBezTo>
                <a:close/>
              </a:path>
            </a:pathLst>
          </a:custGeom>
          <a:solidFill>
            <a:srgbClr val="E2E8F0"/>
          </a:solidFill>
        </p:spPr>
      </p:sp>
      <p:sp>
        <p:nvSpPr>
          <p:cNvPr id="20" name="Text 18"/>
          <p:cNvSpPr/>
          <p:nvPr/>
        </p:nvSpPr>
        <p:spPr>
          <a:xfrm>
            <a:off x="7219950" y="1543050"/>
            <a:ext cx="1447800" cy="304800"/>
          </a:xfrm>
          <a:prstGeom prst="rect">
            <a:avLst/>
          </a:prstGeom>
          <a:noFill/>
        </p:spPr>
        <p:txBody>
          <a:bodyPr wrap="square" lIns="0" tIns="0" rIns="0" bIns="0" rtlCol="0" anchor="ctr"/>
          <a:lstStyle/>
          <a:p>
            <a:pPr>
              <a:lnSpc>
                <a:spcPct val="110000"/>
              </a:lnSpc>
            </a:pPr>
            <a:r>
              <a:rPr lang="en-US" sz="1800" b="1" dirty="0">
                <a:solidFill>
                  <a:srgbClr val="2D3748"/>
                </a:solidFill>
                <a:latin typeface="Liter" panose="02000503030000020004" pitchFamily="34" charset="0"/>
                <a:ea typeface="Liter" panose="02000503030000020004" pitchFamily="34" charset="-122"/>
                <a:cs typeface="Liter" panose="02000503030000020004" pitchFamily="34" charset="-120"/>
              </a:rPr>
              <a:t>PyCharm IDE</a:t>
            </a:r>
            <a:endParaRPr lang="en-US" sz="1600" dirty="0"/>
          </a:p>
        </p:txBody>
      </p:sp>
      <p:sp>
        <p:nvSpPr>
          <p:cNvPr id="21" name="Text 19"/>
          <p:cNvSpPr/>
          <p:nvPr/>
        </p:nvSpPr>
        <p:spPr>
          <a:xfrm>
            <a:off x="7219950" y="1847850"/>
            <a:ext cx="1409700" cy="228600"/>
          </a:xfrm>
          <a:prstGeom prst="rect">
            <a:avLst/>
          </a:prstGeom>
          <a:noFill/>
        </p:spPr>
        <p:txBody>
          <a:bodyPr wrap="square" lIns="0" tIns="0" rIns="0" bIns="0" rtlCol="0" anchor="ctr"/>
          <a:lstStyle/>
          <a:p>
            <a:pPr>
              <a:lnSpc>
                <a:spcPct val="130000"/>
              </a:lnSpc>
            </a:pPr>
            <a:r>
              <a:rPr lang="en-US" sz="1200" dirty="0">
                <a:solidFill>
                  <a:srgbClr val="718096"/>
                </a:solidFill>
                <a:latin typeface="Quattrocento Sans" panose="020B0502050000020003" pitchFamily="34" charset="0"/>
                <a:ea typeface="Quattrocento Sans" panose="020B0502050000020003" pitchFamily="34" charset="-122"/>
                <a:cs typeface="Quattrocento Sans" panose="020B0502050000020003" pitchFamily="34" charset="-120"/>
              </a:rPr>
              <a:t>Python Scripts</a:t>
            </a:r>
            <a:endParaRPr lang="en-US" sz="1600" dirty="0"/>
          </a:p>
        </p:txBody>
      </p:sp>
      <p:sp>
        <p:nvSpPr>
          <p:cNvPr id="22" name="Text 20"/>
          <p:cNvSpPr/>
          <p:nvPr/>
        </p:nvSpPr>
        <p:spPr>
          <a:xfrm>
            <a:off x="6457950" y="2266950"/>
            <a:ext cx="5181600" cy="495300"/>
          </a:xfrm>
          <a:prstGeom prst="rect">
            <a:avLst/>
          </a:prstGeom>
          <a:noFill/>
        </p:spPr>
        <p:txBody>
          <a:bodyPr wrap="square" lIns="0" tIns="0" rIns="0" bIns="0" rtlCol="0" anchor="ctr"/>
          <a:lstStyle/>
          <a:p>
            <a:pPr>
              <a:lnSpc>
                <a:spcPct val="140000"/>
              </a:lnSpc>
            </a:pPr>
            <a:r>
              <a:rPr lang="en-US" sz="1200" dirty="0">
                <a:solidFill>
                  <a:srgbClr val="1A202C"/>
                </a:solidFill>
                <a:latin typeface="Quattrocento Sans" panose="020B0502050000020003" pitchFamily="34" charset="0"/>
                <a:ea typeface="Quattrocento Sans" panose="020B0502050000020003" pitchFamily="34" charset="-122"/>
                <a:cs typeface="Quattrocento Sans" panose="020B0502050000020003" pitchFamily="34" charset="-120"/>
              </a:rPr>
              <a:t>Professional Python IDE for developing robust, maintainable automated test scripts.</a:t>
            </a:r>
            <a:endParaRPr lang="en-US" sz="1600" dirty="0"/>
          </a:p>
        </p:txBody>
      </p:sp>
      <p:sp>
        <p:nvSpPr>
          <p:cNvPr id="23" name="Shape 21"/>
          <p:cNvSpPr/>
          <p:nvPr/>
        </p:nvSpPr>
        <p:spPr>
          <a:xfrm>
            <a:off x="6457950" y="2914650"/>
            <a:ext cx="1238250" cy="266700"/>
          </a:xfrm>
          <a:custGeom>
            <a:avLst/>
            <a:gdLst/>
            <a:ahLst/>
            <a:cxnLst/>
            <a:rect l="l" t="t" r="r" b="b"/>
            <a:pathLst>
              <a:path w="1238250" h="266700">
                <a:moveTo>
                  <a:pt x="38101" y="0"/>
                </a:moveTo>
                <a:lnTo>
                  <a:pt x="1200149" y="0"/>
                </a:lnTo>
                <a:cubicBezTo>
                  <a:pt x="1221192" y="0"/>
                  <a:pt x="1238250" y="17058"/>
                  <a:pt x="1238250" y="38101"/>
                </a:cubicBezTo>
                <a:lnTo>
                  <a:pt x="1238250" y="228599"/>
                </a:lnTo>
                <a:cubicBezTo>
                  <a:pt x="1238250" y="249642"/>
                  <a:pt x="1221192" y="266700"/>
                  <a:pt x="1200149" y="266700"/>
                </a:cubicBezTo>
                <a:lnTo>
                  <a:pt x="38101" y="266700"/>
                </a:lnTo>
                <a:cubicBezTo>
                  <a:pt x="17058" y="266700"/>
                  <a:pt x="0" y="249642"/>
                  <a:pt x="0" y="228599"/>
                </a:cubicBezTo>
                <a:lnTo>
                  <a:pt x="0" y="38101"/>
                </a:lnTo>
                <a:cubicBezTo>
                  <a:pt x="0" y="17072"/>
                  <a:pt x="17072" y="0"/>
                  <a:pt x="38101" y="0"/>
                </a:cubicBezTo>
                <a:close/>
              </a:path>
            </a:pathLst>
          </a:custGeom>
          <a:solidFill>
            <a:srgbClr val="718096">
              <a:alpha val="20000"/>
            </a:srgbClr>
          </a:solidFill>
        </p:spPr>
      </p:sp>
      <p:sp>
        <p:nvSpPr>
          <p:cNvPr id="24" name="Text 22"/>
          <p:cNvSpPr/>
          <p:nvPr/>
        </p:nvSpPr>
        <p:spPr>
          <a:xfrm>
            <a:off x="6457950" y="2914650"/>
            <a:ext cx="1304925" cy="266700"/>
          </a:xfrm>
          <a:prstGeom prst="rect">
            <a:avLst/>
          </a:prstGeom>
          <a:noFill/>
        </p:spPr>
        <p:txBody>
          <a:bodyPr wrap="square" lIns="114300" tIns="38100" rIns="114300" bIns="38100" rtlCol="0" anchor="ctr"/>
          <a:lstStyle/>
          <a:p>
            <a:pPr>
              <a:lnSpc>
                <a:spcPct val="120000"/>
              </a:lnSpc>
            </a:pPr>
            <a:r>
              <a:rPr lang="en-US" sz="1050" dirty="0">
                <a:solidFill>
                  <a:srgbClr val="2D3748"/>
                </a:solidFill>
                <a:latin typeface="Quattrocento Sans" panose="020B0502050000020003" pitchFamily="34" charset="0"/>
                <a:ea typeface="Quattrocento Sans" panose="020B0502050000020003" pitchFamily="34" charset="-122"/>
                <a:cs typeface="Quattrocento Sans" panose="020B0502050000020003" pitchFamily="34" charset="-120"/>
              </a:rPr>
              <a:t>Code Completion</a:t>
            </a:r>
            <a:endParaRPr lang="en-US" sz="1600" dirty="0"/>
          </a:p>
        </p:txBody>
      </p:sp>
      <p:sp>
        <p:nvSpPr>
          <p:cNvPr id="25" name="Shape 23"/>
          <p:cNvSpPr/>
          <p:nvPr/>
        </p:nvSpPr>
        <p:spPr>
          <a:xfrm>
            <a:off x="7773194" y="2914650"/>
            <a:ext cx="847725" cy="266700"/>
          </a:xfrm>
          <a:custGeom>
            <a:avLst/>
            <a:gdLst/>
            <a:ahLst/>
            <a:cxnLst/>
            <a:rect l="l" t="t" r="r" b="b"/>
            <a:pathLst>
              <a:path w="847725" h="266700">
                <a:moveTo>
                  <a:pt x="38101" y="0"/>
                </a:moveTo>
                <a:lnTo>
                  <a:pt x="809624" y="0"/>
                </a:lnTo>
                <a:cubicBezTo>
                  <a:pt x="830667" y="0"/>
                  <a:pt x="847725" y="17058"/>
                  <a:pt x="847725" y="38101"/>
                </a:cubicBezTo>
                <a:lnTo>
                  <a:pt x="847725" y="228599"/>
                </a:lnTo>
                <a:cubicBezTo>
                  <a:pt x="847725" y="249628"/>
                  <a:pt x="830653" y="266700"/>
                  <a:pt x="809624" y="266700"/>
                </a:cubicBezTo>
                <a:lnTo>
                  <a:pt x="38101" y="266700"/>
                </a:lnTo>
                <a:cubicBezTo>
                  <a:pt x="17058" y="266700"/>
                  <a:pt x="0" y="249642"/>
                  <a:pt x="0" y="228599"/>
                </a:cubicBezTo>
                <a:lnTo>
                  <a:pt x="0" y="38101"/>
                </a:lnTo>
                <a:cubicBezTo>
                  <a:pt x="0" y="17072"/>
                  <a:pt x="17072" y="0"/>
                  <a:pt x="38101" y="0"/>
                </a:cubicBezTo>
                <a:close/>
              </a:path>
            </a:pathLst>
          </a:custGeom>
          <a:solidFill>
            <a:srgbClr val="718096">
              <a:alpha val="20000"/>
            </a:srgbClr>
          </a:solidFill>
        </p:spPr>
      </p:sp>
      <p:sp>
        <p:nvSpPr>
          <p:cNvPr id="26" name="Text 24"/>
          <p:cNvSpPr/>
          <p:nvPr/>
        </p:nvSpPr>
        <p:spPr>
          <a:xfrm>
            <a:off x="7773194" y="2914650"/>
            <a:ext cx="914400" cy="266700"/>
          </a:xfrm>
          <a:prstGeom prst="rect">
            <a:avLst/>
          </a:prstGeom>
          <a:noFill/>
        </p:spPr>
        <p:txBody>
          <a:bodyPr wrap="square" lIns="114300" tIns="38100" rIns="114300" bIns="38100" rtlCol="0" anchor="ctr"/>
          <a:lstStyle/>
          <a:p>
            <a:pPr>
              <a:lnSpc>
                <a:spcPct val="120000"/>
              </a:lnSpc>
            </a:pPr>
            <a:r>
              <a:rPr lang="en-US" sz="1050" dirty="0">
                <a:solidFill>
                  <a:srgbClr val="2D3748"/>
                </a:solidFill>
                <a:latin typeface="Quattrocento Sans" panose="020B0502050000020003" pitchFamily="34" charset="0"/>
                <a:ea typeface="Quattrocento Sans" panose="020B0502050000020003" pitchFamily="34" charset="-122"/>
                <a:cs typeface="Quattrocento Sans" panose="020B0502050000020003" pitchFamily="34" charset="-120"/>
              </a:rPr>
              <a:t>Debugging</a:t>
            </a:r>
            <a:endParaRPr lang="en-US" sz="1600" dirty="0"/>
          </a:p>
        </p:txBody>
      </p:sp>
      <p:sp>
        <p:nvSpPr>
          <p:cNvPr id="27" name="Shape 25"/>
          <p:cNvSpPr/>
          <p:nvPr/>
        </p:nvSpPr>
        <p:spPr>
          <a:xfrm>
            <a:off x="8696127" y="2914650"/>
            <a:ext cx="1133475" cy="266700"/>
          </a:xfrm>
          <a:custGeom>
            <a:avLst/>
            <a:gdLst/>
            <a:ahLst/>
            <a:cxnLst/>
            <a:rect l="l" t="t" r="r" b="b"/>
            <a:pathLst>
              <a:path w="1133475" h="266700">
                <a:moveTo>
                  <a:pt x="38101" y="0"/>
                </a:moveTo>
                <a:lnTo>
                  <a:pt x="1095374" y="0"/>
                </a:lnTo>
                <a:cubicBezTo>
                  <a:pt x="1116417" y="0"/>
                  <a:pt x="1133475" y="17058"/>
                  <a:pt x="1133475" y="38101"/>
                </a:cubicBezTo>
                <a:lnTo>
                  <a:pt x="1133475" y="228599"/>
                </a:lnTo>
                <a:cubicBezTo>
                  <a:pt x="1133475" y="249642"/>
                  <a:pt x="1116417" y="266700"/>
                  <a:pt x="1095374" y="266700"/>
                </a:cubicBezTo>
                <a:lnTo>
                  <a:pt x="38101" y="266700"/>
                </a:lnTo>
                <a:cubicBezTo>
                  <a:pt x="17058" y="266700"/>
                  <a:pt x="0" y="249642"/>
                  <a:pt x="0" y="228599"/>
                </a:cubicBezTo>
                <a:lnTo>
                  <a:pt x="0" y="38101"/>
                </a:lnTo>
                <a:cubicBezTo>
                  <a:pt x="0" y="17072"/>
                  <a:pt x="17072" y="0"/>
                  <a:pt x="38101" y="0"/>
                </a:cubicBezTo>
                <a:close/>
              </a:path>
            </a:pathLst>
          </a:custGeom>
          <a:solidFill>
            <a:srgbClr val="718096">
              <a:alpha val="20000"/>
            </a:srgbClr>
          </a:solidFill>
        </p:spPr>
      </p:sp>
      <p:sp>
        <p:nvSpPr>
          <p:cNvPr id="28" name="Text 26"/>
          <p:cNvSpPr/>
          <p:nvPr/>
        </p:nvSpPr>
        <p:spPr>
          <a:xfrm>
            <a:off x="8696127" y="2914650"/>
            <a:ext cx="1200150" cy="266700"/>
          </a:xfrm>
          <a:prstGeom prst="rect">
            <a:avLst/>
          </a:prstGeom>
          <a:noFill/>
        </p:spPr>
        <p:txBody>
          <a:bodyPr wrap="square" lIns="114300" tIns="38100" rIns="114300" bIns="38100" rtlCol="0" anchor="ctr"/>
          <a:lstStyle/>
          <a:p>
            <a:pPr>
              <a:lnSpc>
                <a:spcPct val="120000"/>
              </a:lnSpc>
            </a:pPr>
            <a:r>
              <a:rPr lang="en-US" sz="1050" dirty="0">
                <a:solidFill>
                  <a:srgbClr val="2D3748"/>
                </a:solidFill>
                <a:latin typeface="Quattrocento Sans" panose="020B0502050000020003" pitchFamily="34" charset="0"/>
                <a:ea typeface="Quattrocento Sans" panose="020B0502050000020003" pitchFamily="34" charset="-122"/>
                <a:cs typeface="Quattrocento Sans" panose="020B0502050000020003" pitchFamily="34" charset="-120"/>
              </a:rPr>
              <a:t>Version Control</a:t>
            </a:r>
            <a:endParaRPr lang="en-US" sz="1600" dirty="0"/>
          </a:p>
        </p:txBody>
      </p:sp>
      <p:sp>
        <p:nvSpPr>
          <p:cNvPr id="29" name="Shape 27"/>
          <p:cNvSpPr/>
          <p:nvPr/>
        </p:nvSpPr>
        <p:spPr>
          <a:xfrm>
            <a:off x="381000" y="3676650"/>
            <a:ext cx="2743200" cy="1428750"/>
          </a:xfrm>
          <a:custGeom>
            <a:avLst/>
            <a:gdLst/>
            <a:ahLst/>
            <a:cxnLst/>
            <a:rect l="l" t="t" r="r" b="b"/>
            <a:pathLst>
              <a:path w="2743200" h="1428750">
                <a:moveTo>
                  <a:pt x="38100" y="0"/>
                </a:moveTo>
                <a:lnTo>
                  <a:pt x="2705100" y="0"/>
                </a:lnTo>
                <a:cubicBezTo>
                  <a:pt x="2726142" y="0"/>
                  <a:pt x="2743200" y="17058"/>
                  <a:pt x="2743200" y="38100"/>
                </a:cubicBezTo>
                <a:lnTo>
                  <a:pt x="2743200" y="1352555"/>
                </a:lnTo>
                <a:cubicBezTo>
                  <a:pt x="2743200" y="1394636"/>
                  <a:pt x="2709086" y="1428750"/>
                  <a:pt x="2667005" y="1428750"/>
                </a:cubicBezTo>
                <a:lnTo>
                  <a:pt x="76195" y="1428750"/>
                </a:lnTo>
                <a:cubicBezTo>
                  <a:pt x="34114" y="1428750"/>
                  <a:pt x="0" y="1394636"/>
                  <a:pt x="0" y="1352555"/>
                </a:cubicBezTo>
                <a:lnTo>
                  <a:pt x="0" y="38100"/>
                </a:lnTo>
                <a:cubicBezTo>
                  <a:pt x="0" y="17072"/>
                  <a:pt x="17072" y="0"/>
                  <a:pt x="38100" y="0"/>
                </a:cubicBezTo>
                <a:close/>
              </a:path>
            </a:pathLst>
          </a:custGeom>
          <a:solidFill>
            <a:srgbClr val="718096">
              <a:alpha val="10196"/>
            </a:srgbClr>
          </a:solidFill>
        </p:spPr>
      </p:sp>
      <p:sp>
        <p:nvSpPr>
          <p:cNvPr id="30" name="Shape 28"/>
          <p:cNvSpPr/>
          <p:nvPr/>
        </p:nvSpPr>
        <p:spPr>
          <a:xfrm>
            <a:off x="381000" y="3676650"/>
            <a:ext cx="2743200" cy="38100"/>
          </a:xfrm>
          <a:custGeom>
            <a:avLst/>
            <a:gdLst/>
            <a:ahLst/>
            <a:cxnLst/>
            <a:rect l="l" t="t" r="r" b="b"/>
            <a:pathLst>
              <a:path w="2743200" h="38100">
                <a:moveTo>
                  <a:pt x="38100" y="0"/>
                </a:moveTo>
                <a:lnTo>
                  <a:pt x="2705100" y="0"/>
                </a:lnTo>
                <a:cubicBezTo>
                  <a:pt x="2726128" y="0"/>
                  <a:pt x="2743200" y="17072"/>
                  <a:pt x="2743200" y="38100"/>
                </a:cubicBezTo>
                <a:lnTo>
                  <a:pt x="2743200" y="38100"/>
                </a:lnTo>
                <a:lnTo>
                  <a:pt x="0" y="38100"/>
                </a:lnTo>
                <a:lnTo>
                  <a:pt x="0" y="38100"/>
                </a:lnTo>
                <a:cubicBezTo>
                  <a:pt x="0" y="17072"/>
                  <a:pt x="17072" y="0"/>
                  <a:pt x="38100" y="0"/>
                </a:cubicBezTo>
                <a:close/>
              </a:path>
            </a:pathLst>
          </a:custGeom>
          <a:solidFill>
            <a:srgbClr val="2D3748"/>
          </a:solidFill>
        </p:spPr>
      </p:sp>
      <p:sp>
        <p:nvSpPr>
          <p:cNvPr id="31" name="Shape 29"/>
          <p:cNvSpPr/>
          <p:nvPr/>
        </p:nvSpPr>
        <p:spPr>
          <a:xfrm>
            <a:off x="1581150" y="3886200"/>
            <a:ext cx="342900" cy="342900"/>
          </a:xfrm>
          <a:custGeom>
            <a:avLst/>
            <a:gdLst/>
            <a:ahLst/>
            <a:cxnLst/>
            <a:rect l="l" t="t" r="r" b="b"/>
            <a:pathLst>
              <a:path w="342900" h="342900">
                <a:moveTo>
                  <a:pt x="337207" y="161739"/>
                </a:moveTo>
                <a:cubicBezTo>
                  <a:pt x="337140" y="160667"/>
                  <a:pt x="337073" y="159663"/>
                  <a:pt x="337073" y="158591"/>
                </a:cubicBezTo>
                <a:lnTo>
                  <a:pt x="337073" y="158524"/>
                </a:lnTo>
                <a:lnTo>
                  <a:pt x="336805" y="155377"/>
                </a:lnTo>
                <a:lnTo>
                  <a:pt x="336805" y="155310"/>
                </a:lnTo>
                <a:cubicBezTo>
                  <a:pt x="335935" y="146000"/>
                  <a:pt x="334328" y="136758"/>
                  <a:pt x="331916" y="127717"/>
                </a:cubicBezTo>
                <a:cubicBezTo>
                  <a:pt x="331916" y="127650"/>
                  <a:pt x="331916" y="127650"/>
                  <a:pt x="331850" y="127583"/>
                </a:cubicBezTo>
                <a:lnTo>
                  <a:pt x="331113" y="124904"/>
                </a:lnTo>
                <a:cubicBezTo>
                  <a:pt x="331046" y="124770"/>
                  <a:pt x="331046" y="124569"/>
                  <a:pt x="330979" y="124502"/>
                </a:cubicBezTo>
                <a:cubicBezTo>
                  <a:pt x="330711" y="123698"/>
                  <a:pt x="330510" y="122828"/>
                  <a:pt x="330242" y="122024"/>
                </a:cubicBezTo>
                <a:cubicBezTo>
                  <a:pt x="330175" y="121890"/>
                  <a:pt x="330175" y="121622"/>
                  <a:pt x="330108" y="121488"/>
                </a:cubicBezTo>
                <a:cubicBezTo>
                  <a:pt x="329840" y="120685"/>
                  <a:pt x="329639" y="119881"/>
                  <a:pt x="329372" y="119144"/>
                </a:cubicBezTo>
                <a:cubicBezTo>
                  <a:pt x="329305" y="118876"/>
                  <a:pt x="329238" y="118743"/>
                  <a:pt x="329104" y="118475"/>
                </a:cubicBezTo>
                <a:cubicBezTo>
                  <a:pt x="328836" y="117671"/>
                  <a:pt x="328635" y="116934"/>
                  <a:pt x="328300" y="116131"/>
                </a:cubicBezTo>
                <a:lnTo>
                  <a:pt x="328032" y="115394"/>
                </a:lnTo>
                <a:cubicBezTo>
                  <a:pt x="327764" y="114657"/>
                  <a:pt x="327496" y="113854"/>
                  <a:pt x="327228" y="113117"/>
                </a:cubicBezTo>
                <a:cubicBezTo>
                  <a:pt x="327161" y="112916"/>
                  <a:pt x="327094" y="112648"/>
                  <a:pt x="326961" y="112447"/>
                </a:cubicBezTo>
                <a:cubicBezTo>
                  <a:pt x="326626" y="111710"/>
                  <a:pt x="326425" y="110907"/>
                  <a:pt x="326090" y="110170"/>
                </a:cubicBezTo>
                <a:cubicBezTo>
                  <a:pt x="326023" y="110036"/>
                  <a:pt x="325956" y="109768"/>
                  <a:pt x="325822" y="109634"/>
                </a:cubicBezTo>
                <a:cubicBezTo>
                  <a:pt x="325487" y="108831"/>
                  <a:pt x="325152" y="108094"/>
                  <a:pt x="324884" y="107290"/>
                </a:cubicBezTo>
                <a:cubicBezTo>
                  <a:pt x="324884" y="107223"/>
                  <a:pt x="324817" y="107156"/>
                  <a:pt x="324817" y="107022"/>
                </a:cubicBezTo>
                <a:cubicBezTo>
                  <a:pt x="323746" y="104477"/>
                  <a:pt x="322674" y="101865"/>
                  <a:pt x="321469" y="99387"/>
                </a:cubicBezTo>
                <a:lnTo>
                  <a:pt x="321201" y="98919"/>
                </a:lnTo>
                <a:cubicBezTo>
                  <a:pt x="320866" y="98249"/>
                  <a:pt x="320665" y="97713"/>
                  <a:pt x="320330" y="97177"/>
                </a:cubicBezTo>
                <a:cubicBezTo>
                  <a:pt x="320196" y="96842"/>
                  <a:pt x="319995" y="96441"/>
                  <a:pt x="319861" y="96106"/>
                </a:cubicBezTo>
                <a:cubicBezTo>
                  <a:pt x="319594" y="95570"/>
                  <a:pt x="319326" y="95034"/>
                  <a:pt x="319058" y="94498"/>
                </a:cubicBezTo>
                <a:cubicBezTo>
                  <a:pt x="318790" y="94097"/>
                  <a:pt x="318656" y="93695"/>
                  <a:pt x="318388" y="93293"/>
                </a:cubicBezTo>
                <a:cubicBezTo>
                  <a:pt x="318120" y="92891"/>
                  <a:pt x="317852" y="92355"/>
                  <a:pt x="317584" y="91753"/>
                </a:cubicBezTo>
                <a:cubicBezTo>
                  <a:pt x="317316" y="91351"/>
                  <a:pt x="317116" y="90882"/>
                  <a:pt x="316848" y="90480"/>
                </a:cubicBezTo>
                <a:cubicBezTo>
                  <a:pt x="316580" y="90078"/>
                  <a:pt x="316312" y="89542"/>
                  <a:pt x="316044" y="89007"/>
                </a:cubicBezTo>
                <a:cubicBezTo>
                  <a:pt x="315776" y="88538"/>
                  <a:pt x="315508" y="88069"/>
                  <a:pt x="315240" y="87667"/>
                </a:cubicBezTo>
                <a:cubicBezTo>
                  <a:pt x="314972" y="87198"/>
                  <a:pt x="314705" y="86797"/>
                  <a:pt x="314437" y="86328"/>
                </a:cubicBezTo>
                <a:cubicBezTo>
                  <a:pt x="314169" y="85859"/>
                  <a:pt x="313901" y="85457"/>
                  <a:pt x="313633" y="84988"/>
                </a:cubicBezTo>
                <a:cubicBezTo>
                  <a:pt x="313365" y="84519"/>
                  <a:pt x="313097" y="84118"/>
                  <a:pt x="312829" y="83716"/>
                </a:cubicBezTo>
                <a:cubicBezTo>
                  <a:pt x="312561" y="83314"/>
                  <a:pt x="312293" y="82778"/>
                  <a:pt x="311959" y="82242"/>
                </a:cubicBezTo>
                <a:cubicBezTo>
                  <a:pt x="311691" y="81841"/>
                  <a:pt x="311423" y="81439"/>
                  <a:pt x="311155" y="81037"/>
                </a:cubicBezTo>
                <a:lnTo>
                  <a:pt x="310217" y="79630"/>
                </a:lnTo>
                <a:cubicBezTo>
                  <a:pt x="309949" y="79229"/>
                  <a:pt x="309682" y="78827"/>
                  <a:pt x="309414" y="78425"/>
                </a:cubicBezTo>
                <a:cubicBezTo>
                  <a:pt x="309079" y="77956"/>
                  <a:pt x="308677" y="77353"/>
                  <a:pt x="308342" y="76885"/>
                </a:cubicBezTo>
                <a:cubicBezTo>
                  <a:pt x="308074" y="76550"/>
                  <a:pt x="307873" y="76148"/>
                  <a:pt x="307605" y="75813"/>
                </a:cubicBezTo>
                <a:lnTo>
                  <a:pt x="306400" y="74139"/>
                </a:lnTo>
                <a:cubicBezTo>
                  <a:pt x="306132" y="73804"/>
                  <a:pt x="305998" y="73603"/>
                  <a:pt x="305730" y="73268"/>
                </a:cubicBezTo>
                <a:cubicBezTo>
                  <a:pt x="305060" y="72397"/>
                  <a:pt x="304525" y="71594"/>
                  <a:pt x="303855" y="70790"/>
                </a:cubicBezTo>
                <a:cubicBezTo>
                  <a:pt x="299033" y="64495"/>
                  <a:pt x="293809" y="58534"/>
                  <a:pt x="288116" y="52975"/>
                </a:cubicBezTo>
                <a:cubicBezTo>
                  <a:pt x="284299" y="48957"/>
                  <a:pt x="280214" y="45274"/>
                  <a:pt x="275860" y="41791"/>
                </a:cubicBezTo>
                <a:cubicBezTo>
                  <a:pt x="273181" y="39447"/>
                  <a:pt x="270369" y="37304"/>
                  <a:pt x="267489" y="35228"/>
                </a:cubicBezTo>
                <a:cubicBezTo>
                  <a:pt x="262332" y="31343"/>
                  <a:pt x="256773" y="27995"/>
                  <a:pt x="251014" y="25115"/>
                </a:cubicBezTo>
                <a:cubicBezTo>
                  <a:pt x="249406" y="24244"/>
                  <a:pt x="247799" y="23440"/>
                  <a:pt x="246191" y="22637"/>
                </a:cubicBezTo>
                <a:cubicBezTo>
                  <a:pt x="234337" y="16877"/>
                  <a:pt x="221880" y="12457"/>
                  <a:pt x="209089" y="9510"/>
                </a:cubicBezTo>
                <a:cubicBezTo>
                  <a:pt x="207816" y="9242"/>
                  <a:pt x="206544" y="8974"/>
                  <a:pt x="205338" y="8706"/>
                </a:cubicBezTo>
                <a:lnTo>
                  <a:pt x="205271" y="8706"/>
                </a:lnTo>
                <a:cubicBezTo>
                  <a:pt x="204601" y="8639"/>
                  <a:pt x="204066" y="8439"/>
                  <a:pt x="203396" y="8372"/>
                </a:cubicBezTo>
                <a:cubicBezTo>
                  <a:pt x="195024" y="6764"/>
                  <a:pt x="186519" y="5894"/>
                  <a:pt x="177946" y="5693"/>
                </a:cubicBezTo>
                <a:lnTo>
                  <a:pt x="170847" y="5693"/>
                </a:lnTo>
                <a:cubicBezTo>
                  <a:pt x="160600" y="5827"/>
                  <a:pt x="150421" y="6965"/>
                  <a:pt x="140375" y="9041"/>
                </a:cubicBezTo>
                <a:cubicBezTo>
                  <a:pt x="117872" y="13796"/>
                  <a:pt x="98048" y="23240"/>
                  <a:pt x="84854" y="35161"/>
                </a:cubicBezTo>
                <a:cubicBezTo>
                  <a:pt x="84118" y="35830"/>
                  <a:pt x="83582" y="36299"/>
                  <a:pt x="83247" y="36634"/>
                </a:cubicBezTo>
                <a:lnTo>
                  <a:pt x="82912" y="36969"/>
                </a:lnTo>
                <a:lnTo>
                  <a:pt x="82979" y="36969"/>
                </a:lnTo>
                <a:cubicBezTo>
                  <a:pt x="82979" y="36969"/>
                  <a:pt x="83046" y="36969"/>
                  <a:pt x="83046" y="36969"/>
                </a:cubicBezTo>
                <a:cubicBezTo>
                  <a:pt x="83046" y="36969"/>
                  <a:pt x="83046" y="36902"/>
                  <a:pt x="83046" y="36902"/>
                </a:cubicBezTo>
                <a:lnTo>
                  <a:pt x="82979" y="36969"/>
                </a:lnTo>
                <a:cubicBezTo>
                  <a:pt x="83046" y="36902"/>
                  <a:pt x="83046" y="36902"/>
                  <a:pt x="83113" y="36902"/>
                </a:cubicBezTo>
                <a:cubicBezTo>
                  <a:pt x="92891" y="31008"/>
                  <a:pt x="106487" y="26186"/>
                  <a:pt x="116198" y="23775"/>
                </a:cubicBezTo>
                <a:lnTo>
                  <a:pt x="120149" y="22838"/>
                </a:lnTo>
                <a:cubicBezTo>
                  <a:pt x="120417" y="22771"/>
                  <a:pt x="120685" y="22771"/>
                  <a:pt x="120953" y="22704"/>
                </a:cubicBezTo>
                <a:cubicBezTo>
                  <a:pt x="122091" y="22436"/>
                  <a:pt x="123230" y="22235"/>
                  <a:pt x="124435" y="21967"/>
                </a:cubicBezTo>
                <a:cubicBezTo>
                  <a:pt x="124569" y="21967"/>
                  <a:pt x="124837" y="21900"/>
                  <a:pt x="124971" y="21900"/>
                </a:cubicBezTo>
                <a:cubicBezTo>
                  <a:pt x="167967" y="14064"/>
                  <a:pt x="213777" y="26923"/>
                  <a:pt x="245656" y="57396"/>
                </a:cubicBezTo>
                <a:cubicBezTo>
                  <a:pt x="252554" y="63959"/>
                  <a:pt x="258581" y="71326"/>
                  <a:pt x="263671" y="79363"/>
                </a:cubicBezTo>
                <a:cubicBezTo>
                  <a:pt x="284031" y="112313"/>
                  <a:pt x="282089" y="153769"/>
                  <a:pt x="266216" y="178214"/>
                </a:cubicBezTo>
                <a:cubicBezTo>
                  <a:pt x="243178" y="213710"/>
                  <a:pt x="191609" y="225966"/>
                  <a:pt x="159730" y="194823"/>
                </a:cubicBezTo>
                <a:cubicBezTo>
                  <a:pt x="149014" y="184443"/>
                  <a:pt x="142853" y="170244"/>
                  <a:pt x="142585" y="155310"/>
                </a:cubicBezTo>
                <a:cubicBezTo>
                  <a:pt x="142451" y="148144"/>
                  <a:pt x="143924" y="141111"/>
                  <a:pt x="146737" y="134548"/>
                </a:cubicBezTo>
                <a:cubicBezTo>
                  <a:pt x="147876" y="132003"/>
                  <a:pt x="155511" y="117336"/>
                  <a:pt x="158926" y="118073"/>
                </a:cubicBezTo>
                <a:cubicBezTo>
                  <a:pt x="150153" y="116198"/>
                  <a:pt x="133811" y="119814"/>
                  <a:pt x="122292" y="136959"/>
                </a:cubicBezTo>
                <a:cubicBezTo>
                  <a:pt x="111978" y="152296"/>
                  <a:pt x="112581" y="175937"/>
                  <a:pt x="118943" y="192747"/>
                </a:cubicBezTo>
                <a:cubicBezTo>
                  <a:pt x="114925" y="184443"/>
                  <a:pt x="112179" y="175602"/>
                  <a:pt x="110840" y="166494"/>
                </a:cubicBezTo>
                <a:cubicBezTo>
                  <a:pt x="102669" y="111175"/>
                  <a:pt x="139839" y="64026"/>
                  <a:pt x="173995" y="52306"/>
                </a:cubicBezTo>
                <a:cubicBezTo>
                  <a:pt x="155577" y="36232"/>
                  <a:pt x="109366" y="37371"/>
                  <a:pt x="75076" y="62619"/>
                </a:cubicBezTo>
                <a:cubicBezTo>
                  <a:pt x="55052" y="77353"/>
                  <a:pt x="40786" y="98249"/>
                  <a:pt x="33218" y="123163"/>
                </a:cubicBezTo>
                <a:cubicBezTo>
                  <a:pt x="34357" y="109165"/>
                  <a:pt x="39648" y="88270"/>
                  <a:pt x="50497" y="66973"/>
                </a:cubicBezTo>
                <a:cubicBezTo>
                  <a:pt x="38978" y="72933"/>
                  <a:pt x="24378" y="91753"/>
                  <a:pt x="17145" y="109098"/>
                </a:cubicBezTo>
                <a:cubicBezTo>
                  <a:pt x="6697" y="134146"/>
                  <a:pt x="3081" y="164150"/>
                  <a:pt x="6362" y="192680"/>
                </a:cubicBezTo>
                <a:cubicBezTo>
                  <a:pt x="6630" y="194823"/>
                  <a:pt x="6831" y="196967"/>
                  <a:pt x="7099" y="199110"/>
                </a:cubicBezTo>
                <a:cubicBezTo>
                  <a:pt x="20427" y="277535"/>
                  <a:pt x="88806" y="337341"/>
                  <a:pt x="171048" y="337341"/>
                </a:cubicBezTo>
                <a:cubicBezTo>
                  <a:pt x="262868" y="337341"/>
                  <a:pt x="337341" y="262868"/>
                  <a:pt x="337341" y="170981"/>
                </a:cubicBezTo>
                <a:cubicBezTo>
                  <a:pt x="337274" y="167967"/>
                  <a:pt x="337207" y="164887"/>
                  <a:pt x="337006" y="161940"/>
                </a:cubicBezTo>
                <a:close/>
              </a:path>
            </a:pathLst>
          </a:custGeom>
          <a:solidFill>
            <a:srgbClr val="2D3748"/>
          </a:solidFill>
        </p:spPr>
      </p:sp>
      <p:sp>
        <p:nvSpPr>
          <p:cNvPr id="32" name="Text 30"/>
          <p:cNvSpPr/>
          <p:nvPr/>
        </p:nvSpPr>
        <p:spPr>
          <a:xfrm>
            <a:off x="528638" y="4343400"/>
            <a:ext cx="2447925" cy="266700"/>
          </a:xfrm>
          <a:prstGeom prst="rect">
            <a:avLst/>
          </a:prstGeom>
          <a:noFill/>
        </p:spPr>
        <p:txBody>
          <a:bodyPr wrap="square" lIns="0" tIns="0" rIns="0" bIns="0" rtlCol="0" anchor="ctr"/>
          <a:lstStyle/>
          <a:p>
            <a:pPr algn="ctr">
              <a:lnSpc>
                <a:spcPct val="130000"/>
              </a:lnSpc>
            </a:pPr>
            <a:r>
              <a:rPr lang="en-US" sz="1350" b="1" dirty="0">
                <a:solidFill>
                  <a:srgbClr val="2D3748"/>
                </a:solidFill>
                <a:latin typeface="Liter" panose="02000503030000020004" pitchFamily="34" charset="0"/>
                <a:ea typeface="Liter" panose="02000503030000020004" pitchFamily="34" charset="-122"/>
                <a:cs typeface="Liter" panose="02000503030000020004" pitchFamily="34" charset="-120"/>
              </a:rPr>
              <a:t>Firefox</a:t>
            </a:r>
            <a:endParaRPr lang="en-US" sz="1600" dirty="0"/>
          </a:p>
        </p:txBody>
      </p:sp>
      <p:sp>
        <p:nvSpPr>
          <p:cNvPr id="33" name="Text 31"/>
          <p:cNvSpPr/>
          <p:nvPr/>
        </p:nvSpPr>
        <p:spPr>
          <a:xfrm>
            <a:off x="533400" y="4686300"/>
            <a:ext cx="2438400" cy="228600"/>
          </a:xfrm>
          <a:prstGeom prst="rect">
            <a:avLst/>
          </a:prstGeom>
          <a:noFill/>
        </p:spPr>
        <p:txBody>
          <a:bodyPr wrap="square" lIns="0" tIns="0" rIns="0" bIns="0" rtlCol="0" anchor="ctr"/>
          <a:lstStyle/>
          <a:p>
            <a:pPr algn="ctr">
              <a:lnSpc>
                <a:spcPct val="130000"/>
              </a:lnSpc>
            </a:pPr>
            <a:r>
              <a:rPr lang="en-US" sz="1200" dirty="0">
                <a:solidFill>
                  <a:srgbClr val="1A202C"/>
                </a:solidFill>
                <a:latin typeface="Quattrocento Sans" panose="020B0502050000020003" pitchFamily="34" charset="0"/>
                <a:ea typeface="Quattrocento Sans" panose="020B0502050000020003" pitchFamily="34" charset="-122"/>
                <a:cs typeface="Quattrocento Sans" panose="020B0502050000020003" pitchFamily="34" charset="-120"/>
              </a:rPr>
              <a:t>Browser for test execution</a:t>
            </a:r>
            <a:endParaRPr lang="en-US" sz="1600" dirty="0"/>
          </a:p>
        </p:txBody>
      </p:sp>
      <p:sp>
        <p:nvSpPr>
          <p:cNvPr id="34" name="Shape 32"/>
          <p:cNvSpPr/>
          <p:nvPr/>
        </p:nvSpPr>
        <p:spPr>
          <a:xfrm>
            <a:off x="3276600" y="3676650"/>
            <a:ext cx="2743200" cy="1428750"/>
          </a:xfrm>
          <a:custGeom>
            <a:avLst/>
            <a:gdLst/>
            <a:ahLst/>
            <a:cxnLst/>
            <a:rect l="l" t="t" r="r" b="b"/>
            <a:pathLst>
              <a:path w="2743200" h="1428750">
                <a:moveTo>
                  <a:pt x="38100" y="0"/>
                </a:moveTo>
                <a:lnTo>
                  <a:pt x="2705100" y="0"/>
                </a:lnTo>
                <a:cubicBezTo>
                  <a:pt x="2726142" y="0"/>
                  <a:pt x="2743200" y="17058"/>
                  <a:pt x="2743200" y="38100"/>
                </a:cubicBezTo>
                <a:lnTo>
                  <a:pt x="2743200" y="1352555"/>
                </a:lnTo>
                <a:cubicBezTo>
                  <a:pt x="2743200" y="1394636"/>
                  <a:pt x="2709086" y="1428750"/>
                  <a:pt x="2667005" y="1428750"/>
                </a:cubicBezTo>
                <a:lnTo>
                  <a:pt x="76195" y="1428750"/>
                </a:lnTo>
                <a:cubicBezTo>
                  <a:pt x="34114" y="1428750"/>
                  <a:pt x="0" y="1394636"/>
                  <a:pt x="0" y="1352555"/>
                </a:cubicBezTo>
                <a:lnTo>
                  <a:pt x="0" y="38100"/>
                </a:lnTo>
                <a:cubicBezTo>
                  <a:pt x="0" y="17072"/>
                  <a:pt x="17072" y="0"/>
                  <a:pt x="38100" y="0"/>
                </a:cubicBezTo>
                <a:close/>
              </a:path>
            </a:pathLst>
          </a:custGeom>
          <a:solidFill>
            <a:srgbClr val="718096">
              <a:alpha val="10196"/>
            </a:srgbClr>
          </a:solidFill>
        </p:spPr>
      </p:sp>
      <p:sp>
        <p:nvSpPr>
          <p:cNvPr id="35" name="Shape 33"/>
          <p:cNvSpPr/>
          <p:nvPr/>
        </p:nvSpPr>
        <p:spPr>
          <a:xfrm>
            <a:off x="3276600" y="3676650"/>
            <a:ext cx="2743200" cy="38100"/>
          </a:xfrm>
          <a:custGeom>
            <a:avLst/>
            <a:gdLst/>
            <a:ahLst/>
            <a:cxnLst/>
            <a:rect l="l" t="t" r="r" b="b"/>
            <a:pathLst>
              <a:path w="2743200" h="38100">
                <a:moveTo>
                  <a:pt x="38100" y="0"/>
                </a:moveTo>
                <a:lnTo>
                  <a:pt x="2705100" y="0"/>
                </a:lnTo>
                <a:cubicBezTo>
                  <a:pt x="2726128" y="0"/>
                  <a:pt x="2743200" y="17072"/>
                  <a:pt x="2743200" y="38100"/>
                </a:cubicBezTo>
                <a:lnTo>
                  <a:pt x="2743200" y="38100"/>
                </a:lnTo>
                <a:lnTo>
                  <a:pt x="0" y="38100"/>
                </a:lnTo>
                <a:lnTo>
                  <a:pt x="0" y="38100"/>
                </a:lnTo>
                <a:cubicBezTo>
                  <a:pt x="0" y="17072"/>
                  <a:pt x="17072" y="0"/>
                  <a:pt x="38100" y="0"/>
                </a:cubicBezTo>
                <a:close/>
              </a:path>
            </a:pathLst>
          </a:custGeom>
          <a:solidFill>
            <a:srgbClr val="4A5568"/>
          </a:solidFill>
        </p:spPr>
      </p:sp>
      <p:sp>
        <p:nvSpPr>
          <p:cNvPr id="36" name="Shape 34"/>
          <p:cNvSpPr/>
          <p:nvPr/>
        </p:nvSpPr>
        <p:spPr>
          <a:xfrm>
            <a:off x="4476750" y="3886200"/>
            <a:ext cx="342900" cy="342900"/>
          </a:xfrm>
          <a:custGeom>
            <a:avLst/>
            <a:gdLst/>
            <a:ahLst/>
            <a:cxnLst/>
            <a:rect l="l" t="t" r="r" b="b"/>
            <a:pathLst>
              <a:path w="342900" h="342900">
                <a:moveTo>
                  <a:pt x="44135" y="153033"/>
                </a:moveTo>
                <a:cubicBezTo>
                  <a:pt x="53042" y="90748"/>
                  <a:pt x="106687" y="42863"/>
                  <a:pt x="171450" y="42863"/>
                </a:cubicBezTo>
                <a:cubicBezTo>
                  <a:pt x="206946" y="42863"/>
                  <a:pt x="239092" y="57262"/>
                  <a:pt x="262399" y="80501"/>
                </a:cubicBezTo>
                <a:cubicBezTo>
                  <a:pt x="262533" y="80635"/>
                  <a:pt x="262667" y="80769"/>
                  <a:pt x="262801" y="80903"/>
                </a:cubicBezTo>
                <a:lnTo>
                  <a:pt x="267891" y="85725"/>
                </a:lnTo>
                <a:lnTo>
                  <a:pt x="235811" y="85725"/>
                </a:lnTo>
                <a:cubicBezTo>
                  <a:pt x="223957" y="85725"/>
                  <a:pt x="214379" y="95302"/>
                  <a:pt x="214379" y="107156"/>
                </a:cubicBezTo>
                <a:cubicBezTo>
                  <a:pt x="214379" y="119010"/>
                  <a:pt x="223957" y="128588"/>
                  <a:pt x="235811" y="128588"/>
                </a:cubicBezTo>
                <a:lnTo>
                  <a:pt x="321536" y="128588"/>
                </a:lnTo>
                <a:cubicBezTo>
                  <a:pt x="333390" y="128588"/>
                  <a:pt x="342967" y="119010"/>
                  <a:pt x="342967" y="107156"/>
                </a:cubicBezTo>
                <a:lnTo>
                  <a:pt x="342967" y="21431"/>
                </a:lnTo>
                <a:cubicBezTo>
                  <a:pt x="342967" y="9577"/>
                  <a:pt x="333390" y="0"/>
                  <a:pt x="321536" y="0"/>
                </a:cubicBezTo>
                <a:cubicBezTo>
                  <a:pt x="309682" y="0"/>
                  <a:pt x="300104" y="9577"/>
                  <a:pt x="300104" y="21431"/>
                </a:cubicBezTo>
                <a:lnTo>
                  <a:pt x="300104" y="57195"/>
                </a:lnTo>
                <a:lnTo>
                  <a:pt x="292537" y="50029"/>
                </a:lnTo>
                <a:cubicBezTo>
                  <a:pt x="261528" y="19154"/>
                  <a:pt x="218666" y="0"/>
                  <a:pt x="171450" y="0"/>
                </a:cubicBezTo>
                <a:cubicBezTo>
                  <a:pt x="85055" y="0"/>
                  <a:pt x="13595" y="63892"/>
                  <a:pt x="1741" y="147005"/>
                </a:cubicBezTo>
                <a:cubicBezTo>
                  <a:pt x="67" y="158725"/>
                  <a:pt x="8171" y="169575"/>
                  <a:pt x="19891" y="171249"/>
                </a:cubicBezTo>
                <a:cubicBezTo>
                  <a:pt x="31611" y="172923"/>
                  <a:pt x="42461" y="164753"/>
                  <a:pt x="44135" y="153099"/>
                </a:cubicBezTo>
                <a:close/>
                <a:moveTo>
                  <a:pt x="341159" y="195895"/>
                </a:moveTo>
                <a:cubicBezTo>
                  <a:pt x="342833" y="184175"/>
                  <a:pt x="334662" y="173325"/>
                  <a:pt x="323009" y="171651"/>
                </a:cubicBezTo>
                <a:cubicBezTo>
                  <a:pt x="311356" y="169977"/>
                  <a:pt x="300439" y="178147"/>
                  <a:pt x="298765" y="189801"/>
                </a:cubicBezTo>
                <a:cubicBezTo>
                  <a:pt x="289858" y="252085"/>
                  <a:pt x="236213" y="299971"/>
                  <a:pt x="171450" y="299971"/>
                </a:cubicBezTo>
                <a:cubicBezTo>
                  <a:pt x="135954" y="299971"/>
                  <a:pt x="103808" y="285571"/>
                  <a:pt x="80501" y="262332"/>
                </a:cubicBezTo>
                <a:cubicBezTo>
                  <a:pt x="80367" y="262198"/>
                  <a:pt x="80233" y="262064"/>
                  <a:pt x="80099" y="261930"/>
                </a:cubicBezTo>
                <a:lnTo>
                  <a:pt x="75009" y="257108"/>
                </a:lnTo>
                <a:lnTo>
                  <a:pt x="107089" y="257108"/>
                </a:lnTo>
                <a:cubicBezTo>
                  <a:pt x="118943" y="257108"/>
                  <a:pt x="128521" y="247531"/>
                  <a:pt x="128521" y="235677"/>
                </a:cubicBezTo>
                <a:cubicBezTo>
                  <a:pt x="128521" y="223823"/>
                  <a:pt x="118943" y="214246"/>
                  <a:pt x="107089" y="214246"/>
                </a:cubicBezTo>
                <a:lnTo>
                  <a:pt x="21431" y="214313"/>
                </a:lnTo>
                <a:cubicBezTo>
                  <a:pt x="15739" y="214313"/>
                  <a:pt x="10247" y="216590"/>
                  <a:pt x="6228" y="220675"/>
                </a:cubicBezTo>
                <a:cubicBezTo>
                  <a:pt x="2210" y="224760"/>
                  <a:pt x="-67" y="230185"/>
                  <a:pt x="0" y="235945"/>
                </a:cubicBezTo>
                <a:lnTo>
                  <a:pt x="670" y="321000"/>
                </a:lnTo>
                <a:cubicBezTo>
                  <a:pt x="737" y="332854"/>
                  <a:pt x="10448" y="342364"/>
                  <a:pt x="22302" y="342230"/>
                </a:cubicBezTo>
                <a:cubicBezTo>
                  <a:pt x="34156" y="342096"/>
                  <a:pt x="43666" y="332452"/>
                  <a:pt x="43532" y="320598"/>
                </a:cubicBezTo>
                <a:lnTo>
                  <a:pt x="43264" y="286107"/>
                </a:lnTo>
                <a:lnTo>
                  <a:pt x="50430" y="292871"/>
                </a:lnTo>
                <a:cubicBezTo>
                  <a:pt x="81439" y="323746"/>
                  <a:pt x="124234" y="342900"/>
                  <a:pt x="171450" y="342900"/>
                </a:cubicBezTo>
                <a:cubicBezTo>
                  <a:pt x="257845" y="342900"/>
                  <a:pt x="329305" y="279008"/>
                  <a:pt x="341159" y="195895"/>
                </a:cubicBezTo>
                <a:close/>
              </a:path>
            </a:pathLst>
          </a:custGeom>
          <a:solidFill>
            <a:srgbClr val="4A5568"/>
          </a:solidFill>
        </p:spPr>
      </p:sp>
      <p:sp>
        <p:nvSpPr>
          <p:cNvPr id="37" name="Text 35"/>
          <p:cNvSpPr/>
          <p:nvPr/>
        </p:nvSpPr>
        <p:spPr>
          <a:xfrm>
            <a:off x="3424238" y="4343400"/>
            <a:ext cx="2447925" cy="266700"/>
          </a:xfrm>
          <a:prstGeom prst="rect">
            <a:avLst/>
          </a:prstGeom>
          <a:noFill/>
        </p:spPr>
        <p:txBody>
          <a:bodyPr wrap="square" lIns="0" tIns="0" rIns="0" bIns="0" rtlCol="0" anchor="ctr"/>
          <a:lstStyle/>
          <a:p>
            <a:pPr algn="ctr">
              <a:lnSpc>
                <a:spcPct val="130000"/>
              </a:lnSpc>
            </a:pPr>
            <a:r>
              <a:rPr lang="en-US" sz="1350" b="1" dirty="0">
                <a:solidFill>
                  <a:srgbClr val="2D3748"/>
                </a:solidFill>
                <a:latin typeface="Liter" panose="02000503030000020004" pitchFamily="34" charset="0"/>
                <a:ea typeface="Liter" panose="02000503030000020004" pitchFamily="34" charset="-122"/>
                <a:cs typeface="Liter" panose="02000503030000020004" pitchFamily="34" charset="-120"/>
              </a:rPr>
              <a:t>GeckoDriver</a:t>
            </a:r>
            <a:endParaRPr lang="en-US" sz="1600" dirty="0"/>
          </a:p>
        </p:txBody>
      </p:sp>
      <p:sp>
        <p:nvSpPr>
          <p:cNvPr id="38" name="Text 36"/>
          <p:cNvSpPr/>
          <p:nvPr/>
        </p:nvSpPr>
        <p:spPr>
          <a:xfrm>
            <a:off x="3429000" y="4686300"/>
            <a:ext cx="2438400" cy="228600"/>
          </a:xfrm>
          <a:prstGeom prst="rect">
            <a:avLst/>
          </a:prstGeom>
          <a:noFill/>
        </p:spPr>
        <p:txBody>
          <a:bodyPr wrap="square" lIns="0" tIns="0" rIns="0" bIns="0" rtlCol="0" anchor="ctr"/>
          <a:lstStyle/>
          <a:p>
            <a:pPr algn="ctr">
              <a:lnSpc>
                <a:spcPct val="130000"/>
              </a:lnSpc>
            </a:pPr>
            <a:r>
              <a:rPr lang="en-US" sz="1200" dirty="0">
                <a:solidFill>
                  <a:srgbClr val="1A202C"/>
                </a:solidFill>
                <a:latin typeface="Quattrocento Sans" panose="020B0502050000020003" pitchFamily="34" charset="0"/>
                <a:ea typeface="Quattrocento Sans" panose="020B0502050000020003" pitchFamily="34" charset="-122"/>
                <a:cs typeface="Quattrocento Sans" panose="020B0502050000020003" pitchFamily="34" charset="-120"/>
              </a:rPr>
              <a:t>Browser automation driver</a:t>
            </a:r>
            <a:endParaRPr lang="en-US" sz="1600" dirty="0"/>
          </a:p>
        </p:txBody>
      </p:sp>
      <p:sp>
        <p:nvSpPr>
          <p:cNvPr id="39" name="Shape 37"/>
          <p:cNvSpPr/>
          <p:nvPr/>
        </p:nvSpPr>
        <p:spPr>
          <a:xfrm>
            <a:off x="6172200" y="3676650"/>
            <a:ext cx="2743200" cy="1428750"/>
          </a:xfrm>
          <a:custGeom>
            <a:avLst/>
            <a:gdLst/>
            <a:ahLst/>
            <a:cxnLst/>
            <a:rect l="l" t="t" r="r" b="b"/>
            <a:pathLst>
              <a:path w="2743200" h="1428750">
                <a:moveTo>
                  <a:pt x="38100" y="0"/>
                </a:moveTo>
                <a:lnTo>
                  <a:pt x="2705100" y="0"/>
                </a:lnTo>
                <a:cubicBezTo>
                  <a:pt x="2726142" y="0"/>
                  <a:pt x="2743200" y="17058"/>
                  <a:pt x="2743200" y="38100"/>
                </a:cubicBezTo>
                <a:lnTo>
                  <a:pt x="2743200" y="1352555"/>
                </a:lnTo>
                <a:cubicBezTo>
                  <a:pt x="2743200" y="1394636"/>
                  <a:pt x="2709086" y="1428750"/>
                  <a:pt x="2667005" y="1428750"/>
                </a:cubicBezTo>
                <a:lnTo>
                  <a:pt x="76195" y="1428750"/>
                </a:lnTo>
                <a:cubicBezTo>
                  <a:pt x="34114" y="1428750"/>
                  <a:pt x="0" y="1394636"/>
                  <a:pt x="0" y="1352555"/>
                </a:cubicBezTo>
                <a:lnTo>
                  <a:pt x="0" y="38100"/>
                </a:lnTo>
                <a:cubicBezTo>
                  <a:pt x="0" y="17072"/>
                  <a:pt x="17072" y="0"/>
                  <a:pt x="38100" y="0"/>
                </a:cubicBezTo>
                <a:close/>
              </a:path>
            </a:pathLst>
          </a:custGeom>
          <a:solidFill>
            <a:srgbClr val="718096">
              <a:alpha val="10196"/>
            </a:srgbClr>
          </a:solidFill>
        </p:spPr>
      </p:sp>
      <p:sp>
        <p:nvSpPr>
          <p:cNvPr id="40" name="Shape 38"/>
          <p:cNvSpPr/>
          <p:nvPr/>
        </p:nvSpPr>
        <p:spPr>
          <a:xfrm>
            <a:off x="6172200" y="3676650"/>
            <a:ext cx="2743200" cy="38100"/>
          </a:xfrm>
          <a:custGeom>
            <a:avLst/>
            <a:gdLst/>
            <a:ahLst/>
            <a:cxnLst/>
            <a:rect l="l" t="t" r="r" b="b"/>
            <a:pathLst>
              <a:path w="2743200" h="38100">
                <a:moveTo>
                  <a:pt x="38100" y="0"/>
                </a:moveTo>
                <a:lnTo>
                  <a:pt x="2705100" y="0"/>
                </a:lnTo>
                <a:cubicBezTo>
                  <a:pt x="2726128" y="0"/>
                  <a:pt x="2743200" y="17072"/>
                  <a:pt x="2743200" y="38100"/>
                </a:cubicBezTo>
                <a:lnTo>
                  <a:pt x="2743200" y="38100"/>
                </a:lnTo>
                <a:lnTo>
                  <a:pt x="0" y="38100"/>
                </a:lnTo>
                <a:lnTo>
                  <a:pt x="0" y="38100"/>
                </a:lnTo>
                <a:cubicBezTo>
                  <a:pt x="0" y="17072"/>
                  <a:pt x="17072" y="0"/>
                  <a:pt x="38100" y="0"/>
                </a:cubicBezTo>
                <a:close/>
              </a:path>
            </a:pathLst>
          </a:custGeom>
          <a:solidFill>
            <a:srgbClr val="2D3748"/>
          </a:solidFill>
        </p:spPr>
      </p:sp>
      <p:sp>
        <p:nvSpPr>
          <p:cNvPr id="41" name="Shape 39"/>
          <p:cNvSpPr/>
          <p:nvPr/>
        </p:nvSpPr>
        <p:spPr>
          <a:xfrm>
            <a:off x="7393781" y="3886200"/>
            <a:ext cx="300038" cy="342900"/>
          </a:xfrm>
          <a:custGeom>
            <a:avLst/>
            <a:gdLst/>
            <a:ahLst/>
            <a:cxnLst/>
            <a:rect l="l" t="t" r="r" b="b"/>
            <a:pathLst>
              <a:path w="300038" h="342900">
                <a:moveTo>
                  <a:pt x="294546" y="134280"/>
                </a:moveTo>
                <a:cubicBezTo>
                  <a:pt x="289389" y="113586"/>
                  <a:pt x="279611" y="97981"/>
                  <a:pt x="258782" y="97981"/>
                </a:cubicBezTo>
                <a:lnTo>
                  <a:pt x="231926" y="97981"/>
                </a:lnTo>
                <a:lnTo>
                  <a:pt x="231926" y="129726"/>
                </a:lnTo>
                <a:cubicBezTo>
                  <a:pt x="231926" y="154372"/>
                  <a:pt x="211031" y="175133"/>
                  <a:pt x="187189" y="175133"/>
                </a:cubicBezTo>
                <a:lnTo>
                  <a:pt x="115662" y="175133"/>
                </a:lnTo>
                <a:cubicBezTo>
                  <a:pt x="96106" y="175133"/>
                  <a:pt x="79898" y="191877"/>
                  <a:pt x="79898" y="211500"/>
                </a:cubicBezTo>
                <a:lnTo>
                  <a:pt x="79898" y="279678"/>
                </a:lnTo>
                <a:cubicBezTo>
                  <a:pt x="79898" y="299100"/>
                  <a:pt x="96775" y="310485"/>
                  <a:pt x="115662" y="316044"/>
                </a:cubicBezTo>
                <a:cubicBezTo>
                  <a:pt x="138299" y="322674"/>
                  <a:pt x="160065" y="323880"/>
                  <a:pt x="187189" y="316044"/>
                </a:cubicBezTo>
                <a:cubicBezTo>
                  <a:pt x="205204" y="310820"/>
                  <a:pt x="222952" y="300305"/>
                  <a:pt x="222952" y="279678"/>
                </a:cubicBezTo>
                <a:lnTo>
                  <a:pt x="222952" y="252420"/>
                </a:lnTo>
                <a:lnTo>
                  <a:pt x="151492" y="252420"/>
                </a:lnTo>
                <a:lnTo>
                  <a:pt x="151492" y="243312"/>
                </a:lnTo>
                <a:lnTo>
                  <a:pt x="258782" y="243312"/>
                </a:lnTo>
                <a:cubicBezTo>
                  <a:pt x="279611" y="243312"/>
                  <a:pt x="287313" y="228779"/>
                  <a:pt x="294546" y="207012"/>
                </a:cubicBezTo>
                <a:cubicBezTo>
                  <a:pt x="302047" y="184577"/>
                  <a:pt x="301712" y="163011"/>
                  <a:pt x="294546" y="134280"/>
                </a:cubicBezTo>
                <a:close/>
                <a:moveTo>
                  <a:pt x="191676" y="297827"/>
                </a:moveTo>
                <a:cubicBezTo>
                  <a:pt x="186579" y="298185"/>
                  <a:pt x="181708" y="295668"/>
                  <a:pt x="179050" y="291304"/>
                </a:cubicBezTo>
                <a:cubicBezTo>
                  <a:pt x="176393" y="286940"/>
                  <a:pt x="176393" y="281457"/>
                  <a:pt x="179050" y="277093"/>
                </a:cubicBezTo>
                <a:cubicBezTo>
                  <a:pt x="181708" y="272729"/>
                  <a:pt x="186579" y="270212"/>
                  <a:pt x="191676" y="270570"/>
                </a:cubicBezTo>
                <a:cubicBezTo>
                  <a:pt x="196773" y="270212"/>
                  <a:pt x="201644" y="272729"/>
                  <a:pt x="204301" y="277093"/>
                </a:cubicBezTo>
                <a:cubicBezTo>
                  <a:pt x="206959" y="281457"/>
                  <a:pt x="206959" y="286940"/>
                  <a:pt x="204301" y="291304"/>
                </a:cubicBezTo>
                <a:cubicBezTo>
                  <a:pt x="201644" y="295668"/>
                  <a:pt x="196773" y="298185"/>
                  <a:pt x="191676" y="297827"/>
                </a:cubicBezTo>
                <a:close/>
                <a:moveTo>
                  <a:pt x="112380" y="166159"/>
                </a:moveTo>
                <a:lnTo>
                  <a:pt x="183907" y="166159"/>
                </a:lnTo>
                <a:cubicBezTo>
                  <a:pt x="203798" y="166159"/>
                  <a:pt x="219670" y="149751"/>
                  <a:pt x="219670" y="129793"/>
                </a:cubicBezTo>
                <a:lnTo>
                  <a:pt x="219670" y="61548"/>
                </a:lnTo>
                <a:cubicBezTo>
                  <a:pt x="219670" y="42126"/>
                  <a:pt x="203329" y="27593"/>
                  <a:pt x="183907" y="24311"/>
                </a:cubicBezTo>
                <a:cubicBezTo>
                  <a:pt x="159931" y="20360"/>
                  <a:pt x="133878" y="20561"/>
                  <a:pt x="112380" y="24378"/>
                </a:cubicBezTo>
                <a:cubicBezTo>
                  <a:pt x="82108" y="29736"/>
                  <a:pt x="76617" y="40920"/>
                  <a:pt x="76617" y="61615"/>
                </a:cubicBezTo>
                <a:lnTo>
                  <a:pt x="76617" y="88873"/>
                </a:lnTo>
                <a:lnTo>
                  <a:pt x="148210" y="88873"/>
                </a:lnTo>
                <a:lnTo>
                  <a:pt x="148210" y="97981"/>
                </a:lnTo>
                <a:lnTo>
                  <a:pt x="49761" y="97981"/>
                </a:lnTo>
                <a:cubicBezTo>
                  <a:pt x="28932" y="97981"/>
                  <a:pt x="10716" y="110505"/>
                  <a:pt x="5023" y="134280"/>
                </a:cubicBezTo>
                <a:cubicBezTo>
                  <a:pt x="-1540" y="161538"/>
                  <a:pt x="-1808" y="178549"/>
                  <a:pt x="5023" y="207012"/>
                </a:cubicBezTo>
                <a:cubicBezTo>
                  <a:pt x="10113" y="228176"/>
                  <a:pt x="22235" y="243312"/>
                  <a:pt x="43063" y="243312"/>
                </a:cubicBezTo>
                <a:lnTo>
                  <a:pt x="67642" y="243312"/>
                </a:lnTo>
                <a:lnTo>
                  <a:pt x="67642" y="210629"/>
                </a:lnTo>
                <a:cubicBezTo>
                  <a:pt x="67642" y="186988"/>
                  <a:pt x="88069" y="166159"/>
                  <a:pt x="112380" y="166159"/>
                </a:cubicBezTo>
                <a:close/>
                <a:moveTo>
                  <a:pt x="107960" y="43331"/>
                </a:moveTo>
                <a:cubicBezTo>
                  <a:pt x="115500" y="43331"/>
                  <a:pt x="121622" y="49453"/>
                  <a:pt x="121622" y="56994"/>
                </a:cubicBezTo>
                <a:cubicBezTo>
                  <a:pt x="121622" y="64534"/>
                  <a:pt x="115500" y="70656"/>
                  <a:pt x="107960" y="70656"/>
                </a:cubicBezTo>
                <a:cubicBezTo>
                  <a:pt x="100419" y="70656"/>
                  <a:pt x="94297" y="64534"/>
                  <a:pt x="94297" y="56994"/>
                </a:cubicBezTo>
                <a:cubicBezTo>
                  <a:pt x="94297" y="49453"/>
                  <a:pt x="100419" y="43331"/>
                  <a:pt x="107960" y="43331"/>
                </a:cubicBezTo>
                <a:close/>
              </a:path>
            </a:pathLst>
          </a:custGeom>
          <a:solidFill>
            <a:srgbClr val="2D3748"/>
          </a:solidFill>
        </p:spPr>
      </p:sp>
      <p:sp>
        <p:nvSpPr>
          <p:cNvPr id="42" name="Text 40"/>
          <p:cNvSpPr/>
          <p:nvPr/>
        </p:nvSpPr>
        <p:spPr>
          <a:xfrm>
            <a:off x="6319838" y="4343400"/>
            <a:ext cx="2447925" cy="266700"/>
          </a:xfrm>
          <a:prstGeom prst="rect">
            <a:avLst/>
          </a:prstGeom>
          <a:noFill/>
        </p:spPr>
        <p:txBody>
          <a:bodyPr wrap="square" lIns="0" tIns="0" rIns="0" bIns="0" rtlCol="0" anchor="ctr"/>
          <a:lstStyle/>
          <a:p>
            <a:pPr algn="ctr">
              <a:lnSpc>
                <a:spcPct val="130000"/>
              </a:lnSpc>
            </a:pPr>
            <a:r>
              <a:rPr lang="en-US" sz="1350" b="1" dirty="0">
                <a:solidFill>
                  <a:srgbClr val="2D3748"/>
                </a:solidFill>
                <a:latin typeface="Liter" panose="02000503030000020004" pitchFamily="34" charset="0"/>
                <a:ea typeface="Liter" panose="02000503030000020004" pitchFamily="34" charset="-122"/>
                <a:cs typeface="Liter" panose="02000503030000020004" pitchFamily="34" charset="-120"/>
              </a:rPr>
              <a:t>Python</a:t>
            </a:r>
            <a:endParaRPr lang="en-US" sz="1600" dirty="0"/>
          </a:p>
        </p:txBody>
      </p:sp>
      <p:sp>
        <p:nvSpPr>
          <p:cNvPr id="43" name="Text 41"/>
          <p:cNvSpPr/>
          <p:nvPr/>
        </p:nvSpPr>
        <p:spPr>
          <a:xfrm>
            <a:off x="6324600" y="4686300"/>
            <a:ext cx="2438400" cy="228600"/>
          </a:xfrm>
          <a:prstGeom prst="rect">
            <a:avLst/>
          </a:prstGeom>
          <a:noFill/>
        </p:spPr>
        <p:txBody>
          <a:bodyPr wrap="square" lIns="0" tIns="0" rIns="0" bIns="0" rtlCol="0" anchor="ctr"/>
          <a:lstStyle/>
          <a:p>
            <a:pPr algn="ctr">
              <a:lnSpc>
                <a:spcPct val="130000"/>
              </a:lnSpc>
            </a:pPr>
            <a:r>
              <a:rPr lang="en-US" sz="1200" dirty="0">
                <a:solidFill>
                  <a:srgbClr val="1A202C"/>
                </a:solidFill>
                <a:latin typeface="Quattrocento Sans" panose="020B0502050000020003" pitchFamily="34" charset="0"/>
                <a:ea typeface="Quattrocento Sans" panose="020B0502050000020003" pitchFamily="34" charset="-122"/>
                <a:cs typeface="Quattrocento Sans" panose="020B0502050000020003" pitchFamily="34" charset="-120"/>
              </a:rPr>
              <a:t>Programming language</a:t>
            </a:r>
            <a:endParaRPr lang="en-US" sz="1600" dirty="0"/>
          </a:p>
        </p:txBody>
      </p:sp>
      <p:sp>
        <p:nvSpPr>
          <p:cNvPr id="44" name="Shape 42"/>
          <p:cNvSpPr/>
          <p:nvPr/>
        </p:nvSpPr>
        <p:spPr>
          <a:xfrm>
            <a:off x="9067800" y="3676650"/>
            <a:ext cx="2743200" cy="1428750"/>
          </a:xfrm>
          <a:custGeom>
            <a:avLst/>
            <a:gdLst/>
            <a:ahLst/>
            <a:cxnLst/>
            <a:rect l="l" t="t" r="r" b="b"/>
            <a:pathLst>
              <a:path w="2743200" h="1428750">
                <a:moveTo>
                  <a:pt x="38100" y="0"/>
                </a:moveTo>
                <a:lnTo>
                  <a:pt x="2705100" y="0"/>
                </a:lnTo>
                <a:cubicBezTo>
                  <a:pt x="2726142" y="0"/>
                  <a:pt x="2743200" y="17058"/>
                  <a:pt x="2743200" y="38100"/>
                </a:cubicBezTo>
                <a:lnTo>
                  <a:pt x="2743200" y="1352555"/>
                </a:lnTo>
                <a:cubicBezTo>
                  <a:pt x="2743200" y="1394636"/>
                  <a:pt x="2709086" y="1428750"/>
                  <a:pt x="2667005" y="1428750"/>
                </a:cubicBezTo>
                <a:lnTo>
                  <a:pt x="76195" y="1428750"/>
                </a:lnTo>
                <a:cubicBezTo>
                  <a:pt x="34114" y="1428750"/>
                  <a:pt x="0" y="1394636"/>
                  <a:pt x="0" y="1352555"/>
                </a:cubicBezTo>
                <a:lnTo>
                  <a:pt x="0" y="38100"/>
                </a:lnTo>
                <a:cubicBezTo>
                  <a:pt x="0" y="17072"/>
                  <a:pt x="17072" y="0"/>
                  <a:pt x="38100" y="0"/>
                </a:cubicBezTo>
                <a:close/>
              </a:path>
            </a:pathLst>
          </a:custGeom>
          <a:solidFill>
            <a:srgbClr val="718096">
              <a:alpha val="10196"/>
            </a:srgbClr>
          </a:solidFill>
        </p:spPr>
      </p:sp>
      <p:sp>
        <p:nvSpPr>
          <p:cNvPr id="45" name="Shape 43"/>
          <p:cNvSpPr/>
          <p:nvPr/>
        </p:nvSpPr>
        <p:spPr>
          <a:xfrm>
            <a:off x="9067800" y="3676650"/>
            <a:ext cx="2743200" cy="38100"/>
          </a:xfrm>
          <a:custGeom>
            <a:avLst/>
            <a:gdLst/>
            <a:ahLst/>
            <a:cxnLst/>
            <a:rect l="l" t="t" r="r" b="b"/>
            <a:pathLst>
              <a:path w="2743200" h="38100">
                <a:moveTo>
                  <a:pt x="38100" y="0"/>
                </a:moveTo>
                <a:lnTo>
                  <a:pt x="2705100" y="0"/>
                </a:lnTo>
                <a:cubicBezTo>
                  <a:pt x="2726128" y="0"/>
                  <a:pt x="2743200" y="17072"/>
                  <a:pt x="2743200" y="38100"/>
                </a:cubicBezTo>
                <a:lnTo>
                  <a:pt x="2743200" y="38100"/>
                </a:lnTo>
                <a:lnTo>
                  <a:pt x="0" y="38100"/>
                </a:lnTo>
                <a:lnTo>
                  <a:pt x="0" y="38100"/>
                </a:lnTo>
                <a:cubicBezTo>
                  <a:pt x="0" y="17072"/>
                  <a:pt x="17072" y="0"/>
                  <a:pt x="38100" y="0"/>
                </a:cubicBezTo>
                <a:close/>
              </a:path>
            </a:pathLst>
          </a:custGeom>
          <a:solidFill>
            <a:srgbClr val="4A5568"/>
          </a:solidFill>
        </p:spPr>
      </p:sp>
      <p:sp>
        <p:nvSpPr>
          <p:cNvPr id="46" name="Shape 44"/>
          <p:cNvSpPr/>
          <p:nvPr/>
        </p:nvSpPr>
        <p:spPr>
          <a:xfrm>
            <a:off x="10246519" y="3886200"/>
            <a:ext cx="385763" cy="342900"/>
          </a:xfrm>
          <a:custGeom>
            <a:avLst/>
            <a:gdLst/>
            <a:ahLst/>
            <a:cxnLst/>
            <a:rect l="l" t="t" r="r" b="b"/>
            <a:pathLst>
              <a:path w="385763" h="342900">
                <a:moveTo>
                  <a:pt x="64294" y="42863"/>
                </a:moveTo>
                <a:cubicBezTo>
                  <a:pt x="40652" y="42863"/>
                  <a:pt x="21431" y="62084"/>
                  <a:pt x="21431" y="85725"/>
                </a:cubicBezTo>
                <a:lnTo>
                  <a:pt x="21431" y="257175"/>
                </a:lnTo>
                <a:cubicBezTo>
                  <a:pt x="21431" y="280816"/>
                  <a:pt x="40652" y="300038"/>
                  <a:pt x="64294" y="300038"/>
                </a:cubicBezTo>
                <a:lnTo>
                  <a:pt x="235744" y="300038"/>
                </a:lnTo>
                <a:cubicBezTo>
                  <a:pt x="259385" y="300038"/>
                  <a:pt x="278606" y="280816"/>
                  <a:pt x="278606" y="257175"/>
                </a:cubicBezTo>
                <a:lnTo>
                  <a:pt x="278606" y="85725"/>
                </a:lnTo>
                <a:cubicBezTo>
                  <a:pt x="278606" y="62084"/>
                  <a:pt x="259385" y="42863"/>
                  <a:pt x="235744" y="42863"/>
                </a:cubicBezTo>
                <a:lnTo>
                  <a:pt x="64294" y="42863"/>
                </a:lnTo>
                <a:close/>
                <a:moveTo>
                  <a:pt x="310753" y="225028"/>
                </a:moveTo>
                <a:lnTo>
                  <a:pt x="359978" y="264408"/>
                </a:lnTo>
                <a:cubicBezTo>
                  <a:pt x="362791" y="266685"/>
                  <a:pt x="366273" y="267891"/>
                  <a:pt x="369890" y="267891"/>
                </a:cubicBezTo>
                <a:cubicBezTo>
                  <a:pt x="378663" y="267891"/>
                  <a:pt x="385763" y="260792"/>
                  <a:pt x="385763" y="252018"/>
                </a:cubicBezTo>
                <a:lnTo>
                  <a:pt x="385763" y="90882"/>
                </a:lnTo>
                <a:cubicBezTo>
                  <a:pt x="385763" y="82108"/>
                  <a:pt x="378663" y="75009"/>
                  <a:pt x="369890" y="75009"/>
                </a:cubicBezTo>
                <a:cubicBezTo>
                  <a:pt x="366273" y="75009"/>
                  <a:pt x="362791" y="76215"/>
                  <a:pt x="359978" y="78492"/>
                </a:cubicBezTo>
                <a:lnTo>
                  <a:pt x="310753" y="117872"/>
                </a:lnTo>
                <a:lnTo>
                  <a:pt x="310753" y="225028"/>
                </a:lnTo>
                <a:close/>
              </a:path>
            </a:pathLst>
          </a:custGeom>
          <a:solidFill>
            <a:srgbClr val="4A5568"/>
          </a:solidFill>
        </p:spPr>
      </p:sp>
      <p:sp>
        <p:nvSpPr>
          <p:cNvPr id="47" name="Text 45"/>
          <p:cNvSpPr/>
          <p:nvPr/>
        </p:nvSpPr>
        <p:spPr>
          <a:xfrm>
            <a:off x="9215438" y="4343400"/>
            <a:ext cx="2447925" cy="266700"/>
          </a:xfrm>
          <a:prstGeom prst="rect">
            <a:avLst/>
          </a:prstGeom>
          <a:noFill/>
        </p:spPr>
        <p:txBody>
          <a:bodyPr wrap="square" lIns="0" tIns="0" rIns="0" bIns="0" rtlCol="0" anchor="ctr"/>
          <a:lstStyle/>
          <a:p>
            <a:pPr algn="ctr">
              <a:lnSpc>
                <a:spcPct val="130000"/>
              </a:lnSpc>
            </a:pPr>
            <a:r>
              <a:rPr lang="en-US" sz="1350" b="1" dirty="0">
                <a:solidFill>
                  <a:srgbClr val="2D3748"/>
                </a:solidFill>
                <a:latin typeface="Liter" panose="02000503030000020004" pitchFamily="34" charset="0"/>
                <a:ea typeface="Liter" panose="02000503030000020004" pitchFamily="34" charset="-122"/>
                <a:cs typeface="Liter" panose="02000503030000020004" pitchFamily="34" charset="-120"/>
              </a:rPr>
              <a:t>OBS Studio</a:t>
            </a:r>
            <a:endParaRPr lang="en-US" sz="1600" dirty="0"/>
          </a:p>
        </p:txBody>
      </p:sp>
      <p:sp>
        <p:nvSpPr>
          <p:cNvPr id="48" name="Text 46"/>
          <p:cNvSpPr/>
          <p:nvPr/>
        </p:nvSpPr>
        <p:spPr>
          <a:xfrm>
            <a:off x="9220200" y="4686300"/>
            <a:ext cx="2438400" cy="228600"/>
          </a:xfrm>
          <a:prstGeom prst="rect">
            <a:avLst/>
          </a:prstGeom>
          <a:noFill/>
        </p:spPr>
        <p:txBody>
          <a:bodyPr wrap="square" lIns="0" tIns="0" rIns="0" bIns="0" rtlCol="0" anchor="ctr"/>
          <a:lstStyle/>
          <a:p>
            <a:pPr algn="ctr">
              <a:lnSpc>
                <a:spcPct val="130000"/>
              </a:lnSpc>
            </a:pPr>
            <a:r>
              <a:rPr lang="en-US" sz="1200" dirty="0">
                <a:solidFill>
                  <a:srgbClr val="1A202C"/>
                </a:solidFill>
                <a:latin typeface="Quattrocento Sans" panose="020B0502050000020003" pitchFamily="34" charset="0"/>
                <a:ea typeface="Quattrocento Sans" panose="020B0502050000020003" pitchFamily="34" charset="-122"/>
                <a:cs typeface="Quattrocento Sans" panose="020B0502050000020003" pitchFamily="34" charset="-120"/>
              </a:rPr>
              <a:t>Evidence documentation</a:t>
            </a:r>
            <a:endParaRPr lang="en-US" sz="1600" dirty="0"/>
          </a:p>
        </p:txBody>
      </p:sp>
      <p:sp>
        <p:nvSpPr>
          <p:cNvPr id="49" name="Shape 47"/>
          <p:cNvSpPr/>
          <p:nvPr/>
        </p:nvSpPr>
        <p:spPr>
          <a:xfrm>
            <a:off x="381000" y="5334000"/>
            <a:ext cx="5638800" cy="533400"/>
          </a:xfrm>
          <a:custGeom>
            <a:avLst/>
            <a:gdLst/>
            <a:ahLst/>
            <a:cxnLst/>
            <a:rect l="l" t="t" r="r" b="b"/>
            <a:pathLst>
              <a:path w="5638800" h="533400">
                <a:moveTo>
                  <a:pt x="76202" y="0"/>
                </a:moveTo>
                <a:lnTo>
                  <a:pt x="5562598" y="0"/>
                </a:lnTo>
                <a:cubicBezTo>
                  <a:pt x="5604683" y="0"/>
                  <a:pt x="5638800" y="34117"/>
                  <a:pt x="5638800" y="76202"/>
                </a:cubicBezTo>
                <a:lnTo>
                  <a:pt x="5638800" y="457198"/>
                </a:lnTo>
                <a:cubicBezTo>
                  <a:pt x="5638800" y="499283"/>
                  <a:pt x="5604683" y="533400"/>
                  <a:pt x="5562598" y="533400"/>
                </a:cubicBezTo>
                <a:lnTo>
                  <a:pt x="76202" y="533400"/>
                </a:lnTo>
                <a:cubicBezTo>
                  <a:pt x="34117" y="533400"/>
                  <a:pt x="0" y="499283"/>
                  <a:pt x="0" y="457198"/>
                </a:cubicBezTo>
                <a:lnTo>
                  <a:pt x="0" y="76202"/>
                </a:lnTo>
                <a:cubicBezTo>
                  <a:pt x="0" y="34145"/>
                  <a:pt x="34145" y="0"/>
                  <a:pt x="76202" y="0"/>
                </a:cubicBezTo>
                <a:close/>
              </a:path>
            </a:pathLst>
          </a:custGeom>
          <a:solidFill>
            <a:srgbClr val="2D3748">
              <a:alpha val="5098"/>
            </a:srgbClr>
          </a:solidFill>
        </p:spPr>
      </p:sp>
      <p:sp>
        <p:nvSpPr>
          <p:cNvPr id="50" name="Shape 48"/>
          <p:cNvSpPr/>
          <p:nvPr/>
        </p:nvSpPr>
        <p:spPr>
          <a:xfrm>
            <a:off x="576263" y="5486400"/>
            <a:ext cx="200025" cy="228600"/>
          </a:xfrm>
          <a:custGeom>
            <a:avLst/>
            <a:gdLst/>
            <a:ahLst/>
            <a:cxnLst/>
            <a:rect l="l" t="t" r="r" b="b"/>
            <a:pathLst>
              <a:path w="200025" h="228600">
                <a:moveTo>
                  <a:pt x="0" y="41836"/>
                </a:moveTo>
                <a:lnTo>
                  <a:pt x="81975" y="30540"/>
                </a:lnTo>
                <a:lnTo>
                  <a:pt x="81975" y="109746"/>
                </a:lnTo>
                <a:lnTo>
                  <a:pt x="0" y="109746"/>
                </a:lnTo>
                <a:lnTo>
                  <a:pt x="0" y="41836"/>
                </a:lnTo>
                <a:close/>
                <a:moveTo>
                  <a:pt x="0" y="186764"/>
                </a:moveTo>
                <a:lnTo>
                  <a:pt x="81975" y="198060"/>
                </a:lnTo>
                <a:lnTo>
                  <a:pt x="81975" y="119836"/>
                </a:lnTo>
                <a:lnTo>
                  <a:pt x="0" y="119836"/>
                </a:lnTo>
                <a:lnTo>
                  <a:pt x="0" y="186764"/>
                </a:lnTo>
                <a:close/>
                <a:moveTo>
                  <a:pt x="90994" y="199266"/>
                </a:moveTo>
                <a:lnTo>
                  <a:pt x="200025" y="214313"/>
                </a:lnTo>
                <a:lnTo>
                  <a:pt x="200025" y="119836"/>
                </a:lnTo>
                <a:lnTo>
                  <a:pt x="90994" y="119836"/>
                </a:lnTo>
                <a:lnTo>
                  <a:pt x="90994" y="199266"/>
                </a:lnTo>
                <a:close/>
                <a:moveTo>
                  <a:pt x="90994" y="29334"/>
                </a:moveTo>
                <a:lnTo>
                  <a:pt x="90994" y="109746"/>
                </a:lnTo>
                <a:lnTo>
                  <a:pt x="200025" y="109746"/>
                </a:lnTo>
                <a:lnTo>
                  <a:pt x="200025" y="14287"/>
                </a:lnTo>
                <a:lnTo>
                  <a:pt x="90994" y="29334"/>
                </a:lnTo>
                <a:close/>
              </a:path>
            </a:pathLst>
          </a:custGeom>
          <a:solidFill>
            <a:srgbClr val="2D3748"/>
          </a:solidFill>
        </p:spPr>
      </p:sp>
      <p:sp>
        <p:nvSpPr>
          <p:cNvPr id="51" name="Text 49"/>
          <p:cNvSpPr/>
          <p:nvPr/>
        </p:nvSpPr>
        <p:spPr>
          <a:xfrm>
            <a:off x="933450" y="5486400"/>
            <a:ext cx="2362200" cy="228600"/>
          </a:xfrm>
          <a:prstGeom prst="rect">
            <a:avLst/>
          </a:prstGeom>
          <a:noFill/>
        </p:spPr>
        <p:txBody>
          <a:bodyPr wrap="square" lIns="0" tIns="0" rIns="0" bIns="0" rtlCol="0" anchor="ctr"/>
          <a:lstStyle/>
          <a:p>
            <a:pPr>
              <a:lnSpc>
                <a:spcPct val="130000"/>
              </a:lnSpc>
            </a:pPr>
            <a:r>
              <a:rPr lang="en-US" sz="1200" b="1" dirty="0">
                <a:solidFill>
                  <a:srgbClr val="1A202C"/>
                </a:solidFill>
                <a:latin typeface="Quattrocento Sans" panose="020B0502050000020003" pitchFamily="34" charset="0"/>
                <a:ea typeface="Quattrocento Sans" panose="020B0502050000020003" pitchFamily="34" charset="-122"/>
                <a:cs typeface="Quattrocento Sans" panose="020B0502050000020003" pitchFamily="34" charset="-120"/>
              </a:rPr>
              <a:t>Windows:</a:t>
            </a:r>
            <a:r>
              <a:rPr lang="en-US" sz="1200" dirty="0">
                <a:solidFill>
                  <a:srgbClr val="1A202C"/>
                </a:solidFill>
                <a:latin typeface="Quattrocento Sans" panose="020B0502050000020003" pitchFamily="34" charset="0"/>
                <a:ea typeface="Quattrocento Sans" panose="020B0502050000020003" pitchFamily="34" charset="-122"/>
                <a:cs typeface="Quattrocento Sans" panose="020B0502050000020003" pitchFamily="34" charset="-120"/>
              </a:rPr>
              <a:t> Test execution platform</a:t>
            </a:r>
            <a:endParaRPr lang="en-US" sz="1600" dirty="0"/>
          </a:p>
        </p:txBody>
      </p:sp>
      <p:sp>
        <p:nvSpPr>
          <p:cNvPr id="52" name="Shape 50"/>
          <p:cNvSpPr/>
          <p:nvPr/>
        </p:nvSpPr>
        <p:spPr>
          <a:xfrm>
            <a:off x="6172200" y="5334000"/>
            <a:ext cx="5638800" cy="533400"/>
          </a:xfrm>
          <a:custGeom>
            <a:avLst/>
            <a:gdLst/>
            <a:ahLst/>
            <a:cxnLst/>
            <a:rect l="l" t="t" r="r" b="b"/>
            <a:pathLst>
              <a:path w="5638800" h="533400">
                <a:moveTo>
                  <a:pt x="76202" y="0"/>
                </a:moveTo>
                <a:lnTo>
                  <a:pt x="5562598" y="0"/>
                </a:lnTo>
                <a:cubicBezTo>
                  <a:pt x="5604683" y="0"/>
                  <a:pt x="5638800" y="34117"/>
                  <a:pt x="5638800" y="76202"/>
                </a:cubicBezTo>
                <a:lnTo>
                  <a:pt x="5638800" y="457198"/>
                </a:lnTo>
                <a:cubicBezTo>
                  <a:pt x="5638800" y="499283"/>
                  <a:pt x="5604683" y="533400"/>
                  <a:pt x="5562598" y="533400"/>
                </a:cubicBezTo>
                <a:lnTo>
                  <a:pt x="76202" y="533400"/>
                </a:lnTo>
                <a:cubicBezTo>
                  <a:pt x="34117" y="533400"/>
                  <a:pt x="0" y="499283"/>
                  <a:pt x="0" y="457198"/>
                </a:cubicBezTo>
                <a:lnTo>
                  <a:pt x="0" y="76202"/>
                </a:lnTo>
                <a:cubicBezTo>
                  <a:pt x="0" y="34145"/>
                  <a:pt x="34145" y="0"/>
                  <a:pt x="76202" y="0"/>
                </a:cubicBezTo>
                <a:close/>
              </a:path>
            </a:pathLst>
          </a:custGeom>
          <a:solidFill>
            <a:srgbClr val="2D3748">
              <a:alpha val="5098"/>
            </a:srgbClr>
          </a:solidFill>
        </p:spPr>
      </p:sp>
      <p:sp>
        <p:nvSpPr>
          <p:cNvPr id="53" name="Shape 51"/>
          <p:cNvSpPr/>
          <p:nvPr/>
        </p:nvSpPr>
        <p:spPr>
          <a:xfrm>
            <a:off x="6381750" y="5486400"/>
            <a:ext cx="171450" cy="228600"/>
          </a:xfrm>
          <a:custGeom>
            <a:avLst/>
            <a:gdLst/>
            <a:ahLst/>
            <a:cxnLst/>
            <a:rect l="l" t="t" r="r" b="b"/>
            <a:pathLst>
              <a:path w="171450" h="228600">
                <a:moveTo>
                  <a:pt x="142473" y="119970"/>
                </a:moveTo>
                <a:cubicBezTo>
                  <a:pt x="142384" y="103584"/>
                  <a:pt x="149796" y="91217"/>
                  <a:pt x="164797" y="82108"/>
                </a:cubicBezTo>
                <a:cubicBezTo>
                  <a:pt x="156403" y="70098"/>
                  <a:pt x="143723" y="63490"/>
                  <a:pt x="126980" y="62195"/>
                </a:cubicBezTo>
                <a:cubicBezTo>
                  <a:pt x="111130" y="60945"/>
                  <a:pt x="93806" y="71437"/>
                  <a:pt x="87466" y="71437"/>
                </a:cubicBezTo>
                <a:cubicBezTo>
                  <a:pt x="80769" y="71437"/>
                  <a:pt x="65410" y="62642"/>
                  <a:pt x="53355" y="62642"/>
                </a:cubicBezTo>
                <a:cubicBezTo>
                  <a:pt x="28441" y="63044"/>
                  <a:pt x="1965" y="82510"/>
                  <a:pt x="1965" y="122113"/>
                </a:cubicBezTo>
                <a:cubicBezTo>
                  <a:pt x="1965" y="133811"/>
                  <a:pt x="4108" y="145911"/>
                  <a:pt x="8394" y="158368"/>
                </a:cubicBezTo>
                <a:cubicBezTo>
                  <a:pt x="14109" y="174754"/>
                  <a:pt x="34736" y="214938"/>
                  <a:pt x="56257" y="214268"/>
                </a:cubicBezTo>
                <a:cubicBezTo>
                  <a:pt x="67508" y="214000"/>
                  <a:pt x="75456" y="206276"/>
                  <a:pt x="90101" y="206276"/>
                </a:cubicBezTo>
                <a:cubicBezTo>
                  <a:pt x="104299" y="206276"/>
                  <a:pt x="111666" y="214268"/>
                  <a:pt x="124212" y="214268"/>
                </a:cubicBezTo>
                <a:cubicBezTo>
                  <a:pt x="145911" y="213955"/>
                  <a:pt x="164574" y="177433"/>
                  <a:pt x="170021" y="161002"/>
                </a:cubicBezTo>
                <a:cubicBezTo>
                  <a:pt x="140910" y="147295"/>
                  <a:pt x="142473" y="120819"/>
                  <a:pt x="142473" y="119970"/>
                </a:cubicBezTo>
                <a:close/>
                <a:moveTo>
                  <a:pt x="117202" y="46658"/>
                </a:moveTo>
                <a:cubicBezTo>
                  <a:pt x="129391" y="32192"/>
                  <a:pt x="128275" y="19020"/>
                  <a:pt x="127918" y="14288"/>
                </a:cubicBezTo>
                <a:cubicBezTo>
                  <a:pt x="117157" y="14913"/>
                  <a:pt x="104701" y="21610"/>
                  <a:pt x="97601" y="29870"/>
                </a:cubicBezTo>
                <a:cubicBezTo>
                  <a:pt x="89788" y="38710"/>
                  <a:pt x="85189" y="49649"/>
                  <a:pt x="86171" y="61972"/>
                </a:cubicBezTo>
                <a:cubicBezTo>
                  <a:pt x="97825" y="62865"/>
                  <a:pt x="108451" y="56882"/>
                  <a:pt x="117202" y="46658"/>
                </a:cubicBezTo>
                <a:close/>
              </a:path>
            </a:pathLst>
          </a:custGeom>
          <a:solidFill>
            <a:srgbClr val="2D3748"/>
          </a:solidFill>
        </p:spPr>
      </p:sp>
      <p:sp>
        <p:nvSpPr>
          <p:cNvPr id="54" name="Text 52"/>
          <p:cNvSpPr/>
          <p:nvPr/>
        </p:nvSpPr>
        <p:spPr>
          <a:xfrm>
            <a:off x="6724650" y="5486400"/>
            <a:ext cx="3162300" cy="228600"/>
          </a:xfrm>
          <a:prstGeom prst="rect">
            <a:avLst/>
          </a:prstGeom>
          <a:noFill/>
        </p:spPr>
        <p:txBody>
          <a:bodyPr wrap="square" lIns="0" tIns="0" rIns="0" bIns="0" rtlCol="0" anchor="ctr"/>
          <a:lstStyle/>
          <a:p>
            <a:pPr>
              <a:lnSpc>
                <a:spcPct val="130000"/>
              </a:lnSpc>
            </a:pPr>
            <a:r>
              <a:rPr lang="en-US" sz="1200" b="1" dirty="0">
                <a:solidFill>
                  <a:srgbClr val="1A202C"/>
                </a:solidFill>
                <a:latin typeface="Quattrocento Sans" panose="020B0502050000020003" pitchFamily="34" charset="0"/>
                <a:ea typeface="Quattrocento Sans" panose="020B0502050000020003" pitchFamily="34" charset="-122"/>
                <a:cs typeface="Quattrocento Sans" panose="020B0502050000020003" pitchFamily="34" charset="-120"/>
              </a:rPr>
              <a:t>macOS:</a:t>
            </a:r>
            <a:r>
              <a:rPr lang="en-US" sz="1200" dirty="0">
                <a:solidFill>
                  <a:srgbClr val="1A202C"/>
                </a:solidFill>
                <a:latin typeface="Quattrocento Sans" panose="020B0502050000020003" pitchFamily="34" charset="0"/>
                <a:ea typeface="Quattrocento Sans" panose="020B0502050000020003" pitchFamily="34" charset="-122"/>
                <a:cs typeface="Quattrocento Sans" panose="020B0502050000020003" pitchFamily="34" charset="-120"/>
              </a:rPr>
              <a:t> Development and testing environment</a:t>
            </a:r>
            <a:endParaRPr lang="en-US" sz="1600" dirty="0"/>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sp>
        <p:nvSpPr>
          <p:cNvPr id="2" name="Text 0"/>
          <p:cNvSpPr/>
          <p:nvPr/>
        </p:nvSpPr>
        <p:spPr>
          <a:xfrm>
            <a:off x="381000" y="381000"/>
            <a:ext cx="4248150" cy="457200"/>
          </a:xfrm>
          <a:prstGeom prst="rect">
            <a:avLst/>
          </a:prstGeom>
          <a:noFill/>
        </p:spPr>
        <p:txBody>
          <a:bodyPr wrap="square" lIns="0" tIns="0" rIns="0" bIns="0" rtlCol="0" anchor="ctr"/>
          <a:lstStyle/>
          <a:p>
            <a:pPr>
              <a:lnSpc>
                <a:spcPct val="80000"/>
              </a:lnSpc>
            </a:pPr>
            <a:r>
              <a:rPr lang="en-US" sz="3600" b="1" dirty="0">
                <a:solidFill>
                  <a:srgbClr val="2D3748"/>
                </a:solidFill>
                <a:latin typeface="Hedvig Letters Sans" pitchFamily="34" charset="0"/>
                <a:ea typeface="Hedvig Letters Sans" pitchFamily="34" charset="-122"/>
                <a:cs typeface="Hedvig Letters Sans" pitchFamily="34" charset="-120"/>
              </a:rPr>
              <a:t>Environment Setup</a:t>
            </a:r>
            <a:endParaRPr lang="en-US" sz="1600" dirty="0"/>
          </a:p>
        </p:txBody>
      </p:sp>
      <p:sp>
        <p:nvSpPr>
          <p:cNvPr id="3" name="Shape 1"/>
          <p:cNvSpPr/>
          <p:nvPr/>
        </p:nvSpPr>
        <p:spPr>
          <a:xfrm>
            <a:off x="381000" y="914400"/>
            <a:ext cx="914400" cy="38100"/>
          </a:xfrm>
          <a:custGeom>
            <a:avLst/>
            <a:gdLst/>
            <a:ahLst/>
            <a:cxnLst/>
            <a:rect l="l" t="t" r="r" b="b"/>
            <a:pathLst>
              <a:path w="914400" h="38100">
                <a:moveTo>
                  <a:pt x="0" y="0"/>
                </a:moveTo>
                <a:lnTo>
                  <a:pt x="914400" y="0"/>
                </a:lnTo>
                <a:lnTo>
                  <a:pt x="914400" y="38100"/>
                </a:lnTo>
                <a:lnTo>
                  <a:pt x="0" y="38100"/>
                </a:lnTo>
                <a:lnTo>
                  <a:pt x="0" y="0"/>
                </a:lnTo>
                <a:close/>
              </a:path>
            </a:pathLst>
          </a:custGeom>
          <a:solidFill>
            <a:srgbClr val="4A5568"/>
          </a:solidFill>
        </p:spPr>
      </p:sp>
      <p:sp>
        <p:nvSpPr>
          <p:cNvPr id="4" name="Shape 2"/>
          <p:cNvSpPr/>
          <p:nvPr/>
        </p:nvSpPr>
        <p:spPr>
          <a:xfrm>
            <a:off x="11096625" y="381000"/>
            <a:ext cx="714375" cy="571500"/>
          </a:xfrm>
          <a:custGeom>
            <a:avLst/>
            <a:gdLst/>
            <a:ahLst/>
            <a:cxnLst/>
            <a:rect l="l" t="t" r="r" b="b"/>
            <a:pathLst>
              <a:path w="714375" h="571500">
                <a:moveTo>
                  <a:pt x="464232" y="234962"/>
                </a:moveTo>
                <a:cubicBezTo>
                  <a:pt x="477850" y="231279"/>
                  <a:pt x="492137" y="237753"/>
                  <a:pt x="498277" y="250366"/>
                </a:cubicBezTo>
                <a:lnTo>
                  <a:pt x="519038" y="292336"/>
                </a:lnTo>
                <a:cubicBezTo>
                  <a:pt x="530535" y="293898"/>
                  <a:pt x="541809" y="297024"/>
                  <a:pt x="552413" y="301377"/>
                </a:cubicBezTo>
                <a:lnTo>
                  <a:pt x="591480" y="275369"/>
                </a:lnTo>
                <a:cubicBezTo>
                  <a:pt x="603200" y="267556"/>
                  <a:pt x="618716" y="269118"/>
                  <a:pt x="628650" y="279053"/>
                </a:cubicBezTo>
                <a:lnTo>
                  <a:pt x="650081" y="300484"/>
                </a:lnTo>
                <a:cubicBezTo>
                  <a:pt x="660016" y="310418"/>
                  <a:pt x="661578" y="326045"/>
                  <a:pt x="653765" y="337654"/>
                </a:cubicBezTo>
                <a:lnTo>
                  <a:pt x="627757" y="376610"/>
                </a:lnTo>
                <a:cubicBezTo>
                  <a:pt x="629878" y="381856"/>
                  <a:pt x="631775" y="387325"/>
                  <a:pt x="633338" y="393018"/>
                </a:cubicBezTo>
                <a:cubicBezTo>
                  <a:pt x="634901" y="398711"/>
                  <a:pt x="635905" y="404292"/>
                  <a:pt x="636687" y="409984"/>
                </a:cubicBezTo>
                <a:lnTo>
                  <a:pt x="678768" y="430746"/>
                </a:lnTo>
                <a:cubicBezTo>
                  <a:pt x="691381" y="436997"/>
                  <a:pt x="697855" y="451284"/>
                  <a:pt x="694172" y="464790"/>
                </a:cubicBezTo>
                <a:lnTo>
                  <a:pt x="686358" y="494035"/>
                </a:lnTo>
                <a:cubicBezTo>
                  <a:pt x="682675" y="507541"/>
                  <a:pt x="670061" y="516694"/>
                  <a:pt x="655997" y="515801"/>
                </a:cubicBezTo>
                <a:lnTo>
                  <a:pt x="609116" y="512787"/>
                </a:lnTo>
                <a:cubicBezTo>
                  <a:pt x="602084" y="521829"/>
                  <a:pt x="593936" y="530200"/>
                  <a:pt x="584671" y="537344"/>
                </a:cubicBezTo>
                <a:lnTo>
                  <a:pt x="587685" y="584113"/>
                </a:lnTo>
                <a:cubicBezTo>
                  <a:pt x="588578" y="598177"/>
                  <a:pt x="579425" y="610902"/>
                  <a:pt x="565919" y="614474"/>
                </a:cubicBezTo>
                <a:lnTo>
                  <a:pt x="536674" y="622288"/>
                </a:lnTo>
                <a:cubicBezTo>
                  <a:pt x="523056" y="625971"/>
                  <a:pt x="508881" y="619497"/>
                  <a:pt x="502630" y="606884"/>
                </a:cubicBezTo>
                <a:lnTo>
                  <a:pt x="481868" y="564914"/>
                </a:lnTo>
                <a:cubicBezTo>
                  <a:pt x="470371" y="563352"/>
                  <a:pt x="459098" y="560226"/>
                  <a:pt x="448494" y="555873"/>
                </a:cubicBezTo>
                <a:lnTo>
                  <a:pt x="409426" y="581881"/>
                </a:lnTo>
                <a:cubicBezTo>
                  <a:pt x="397706" y="589694"/>
                  <a:pt x="382191" y="588132"/>
                  <a:pt x="372256" y="578197"/>
                </a:cubicBezTo>
                <a:lnTo>
                  <a:pt x="350825" y="556766"/>
                </a:lnTo>
                <a:cubicBezTo>
                  <a:pt x="340891" y="546832"/>
                  <a:pt x="339328" y="531316"/>
                  <a:pt x="347142" y="519596"/>
                </a:cubicBezTo>
                <a:lnTo>
                  <a:pt x="373149" y="480529"/>
                </a:lnTo>
                <a:cubicBezTo>
                  <a:pt x="371029" y="475283"/>
                  <a:pt x="369131" y="469813"/>
                  <a:pt x="367568" y="464121"/>
                </a:cubicBezTo>
                <a:cubicBezTo>
                  <a:pt x="366006" y="458428"/>
                  <a:pt x="365001" y="452735"/>
                  <a:pt x="364220" y="447154"/>
                </a:cubicBezTo>
                <a:lnTo>
                  <a:pt x="322138" y="426393"/>
                </a:lnTo>
                <a:cubicBezTo>
                  <a:pt x="309525" y="420142"/>
                  <a:pt x="303163" y="405854"/>
                  <a:pt x="306735" y="392348"/>
                </a:cubicBezTo>
                <a:lnTo>
                  <a:pt x="314548" y="363103"/>
                </a:lnTo>
                <a:cubicBezTo>
                  <a:pt x="318232" y="349597"/>
                  <a:pt x="330845" y="340444"/>
                  <a:pt x="344909" y="341337"/>
                </a:cubicBezTo>
                <a:lnTo>
                  <a:pt x="391678" y="344351"/>
                </a:lnTo>
                <a:cubicBezTo>
                  <a:pt x="398711" y="335310"/>
                  <a:pt x="406859" y="326938"/>
                  <a:pt x="416123" y="319794"/>
                </a:cubicBezTo>
                <a:lnTo>
                  <a:pt x="413110" y="273137"/>
                </a:lnTo>
                <a:cubicBezTo>
                  <a:pt x="412217" y="259073"/>
                  <a:pt x="421370" y="246348"/>
                  <a:pt x="434876" y="242776"/>
                </a:cubicBezTo>
                <a:lnTo>
                  <a:pt x="464121" y="234962"/>
                </a:lnTo>
                <a:close/>
                <a:moveTo>
                  <a:pt x="500509" y="379512"/>
                </a:moveTo>
                <a:cubicBezTo>
                  <a:pt x="473403" y="379543"/>
                  <a:pt x="451421" y="401574"/>
                  <a:pt x="451452" y="428681"/>
                </a:cubicBezTo>
                <a:cubicBezTo>
                  <a:pt x="451482" y="455787"/>
                  <a:pt x="473514" y="477769"/>
                  <a:pt x="500621" y="477738"/>
                </a:cubicBezTo>
                <a:cubicBezTo>
                  <a:pt x="527727" y="477707"/>
                  <a:pt x="549709" y="455676"/>
                  <a:pt x="549678" y="428569"/>
                </a:cubicBezTo>
                <a:cubicBezTo>
                  <a:pt x="549647" y="401463"/>
                  <a:pt x="527615" y="379481"/>
                  <a:pt x="500509" y="379512"/>
                </a:cubicBezTo>
                <a:close/>
                <a:moveTo>
                  <a:pt x="251036" y="-50788"/>
                </a:moveTo>
                <a:lnTo>
                  <a:pt x="280281" y="-42974"/>
                </a:lnTo>
                <a:cubicBezTo>
                  <a:pt x="293787" y="-39291"/>
                  <a:pt x="302940" y="-26566"/>
                  <a:pt x="302047" y="-12613"/>
                </a:cubicBezTo>
                <a:lnTo>
                  <a:pt x="299033" y="34044"/>
                </a:lnTo>
                <a:cubicBezTo>
                  <a:pt x="308297" y="41188"/>
                  <a:pt x="316446" y="49448"/>
                  <a:pt x="323478" y="58601"/>
                </a:cubicBezTo>
                <a:lnTo>
                  <a:pt x="370359" y="55587"/>
                </a:lnTo>
                <a:cubicBezTo>
                  <a:pt x="384311" y="54694"/>
                  <a:pt x="397036" y="63847"/>
                  <a:pt x="400720" y="77353"/>
                </a:cubicBezTo>
                <a:lnTo>
                  <a:pt x="408533" y="106598"/>
                </a:lnTo>
                <a:cubicBezTo>
                  <a:pt x="412105" y="120104"/>
                  <a:pt x="405743" y="134392"/>
                  <a:pt x="393129" y="140643"/>
                </a:cubicBezTo>
                <a:lnTo>
                  <a:pt x="351048" y="161404"/>
                </a:lnTo>
                <a:cubicBezTo>
                  <a:pt x="350267" y="167097"/>
                  <a:pt x="349151" y="172789"/>
                  <a:pt x="347700" y="178371"/>
                </a:cubicBezTo>
                <a:cubicBezTo>
                  <a:pt x="346249" y="183952"/>
                  <a:pt x="344239" y="189533"/>
                  <a:pt x="342119" y="194779"/>
                </a:cubicBezTo>
                <a:lnTo>
                  <a:pt x="368126" y="233846"/>
                </a:lnTo>
                <a:cubicBezTo>
                  <a:pt x="375940" y="245566"/>
                  <a:pt x="374377" y="261082"/>
                  <a:pt x="364443" y="271016"/>
                </a:cubicBezTo>
                <a:lnTo>
                  <a:pt x="343012" y="292447"/>
                </a:lnTo>
                <a:cubicBezTo>
                  <a:pt x="333077" y="302382"/>
                  <a:pt x="317562" y="303944"/>
                  <a:pt x="305842" y="296131"/>
                </a:cubicBezTo>
                <a:lnTo>
                  <a:pt x="266774" y="270123"/>
                </a:lnTo>
                <a:cubicBezTo>
                  <a:pt x="256170" y="274476"/>
                  <a:pt x="244897" y="277602"/>
                  <a:pt x="233400" y="279164"/>
                </a:cubicBezTo>
                <a:lnTo>
                  <a:pt x="212638" y="321134"/>
                </a:lnTo>
                <a:cubicBezTo>
                  <a:pt x="206387" y="333747"/>
                  <a:pt x="192100" y="340109"/>
                  <a:pt x="178594" y="336538"/>
                </a:cubicBezTo>
                <a:lnTo>
                  <a:pt x="149349" y="328724"/>
                </a:lnTo>
                <a:cubicBezTo>
                  <a:pt x="135731" y="325041"/>
                  <a:pt x="126690" y="312316"/>
                  <a:pt x="127583" y="298363"/>
                </a:cubicBezTo>
                <a:lnTo>
                  <a:pt x="130597" y="251594"/>
                </a:lnTo>
                <a:cubicBezTo>
                  <a:pt x="121332" y="244450"/>
                  <a:pt x="113184" y="236190"/>
                  <a:pt x="106152" y="227037"/>
                </a:cubicBezTo>
                <a:lnTo>
                  <a:pt x="59271" y="230051"/>
                </a:lnTo>
                <a:cubicBezTo>
                  <a:pt x="45318" y="230944"/>
                  <a:pt x="32593" y="221791"/>
                  <a:pt x="28910" y="208285"/>
                </a:cubicBezTo>
                <a:lnTo>
                  <a:pt x="21096" y="179040"/>
                </a:lnTo>
                <a:cubicBezTo>
                  <a:pt x="17525" y="165534"/>
                  <a:pt x="23887" y="151247"/>
                  <a:pt x="36500" y="144996"/>
                </a:cubicBezTo>
                <a:lnTo>
                  <a:pt x="78581" y="124234"/>
                </a:lnTo>
                <a:cubicBezTo>
                  <a:pt x="79363" y="118542"/>
                  <a:pt x="80479" y="112961"/>
                  <a:pt x="81930" y="107268"/>
                </a:cubicBezTo>
                <a:cubicBezTo>
                  <a:pt x="83493" y="101575"/>
                  <a:pt x="85279" y="96106"/>
                  <a:pt x="87511" y="90860"/>
                </a:cubicBezTo>
                <a:lnTo>
                  <a:pt x="61503" y="51904"/>
                </a:lnTo>
                <a:cubicBezTo>
                  <a:pt x="53690" y="40184"/>
                  <a:pt x="55252" y="24668"/>
                  <a:pt x="65187" y="14734"/>
                </a:cubicBezTo>
                <a:lnTo>
                  <a:pt x="86618" y="-6697"/>
                </a:lnTo>
                <a:cubicBezTo>
                  <a:pt x="96552" y="-16632"/>
                  <a:pt x="112068" y="-18194"/>
                  <a:pt x="123788" y="-10381"/>
                </a:cubicBezTo>
                <a:lnTo>
                  <a:pt x="162855" y="15627"/>
                </a:lnTo>
                <a:cubicBezTo>
                  <a:pt x="173459" y="11274"/>
                  <a:pt x="184733" y="8148"/>
                  <a:pt x="196230" y="6586"/>
                </a:cubicBezTo>
                <a:lnTo>
                  <a:pt x="216991" y="-35384"/>
                </a:lnTo>
                <a:cubicBezTo>
                  <a:pt x="223242" y="-47997"/>
                  <a:pt x="237418" y="-54359"/>
                  <a:pt x="251036" y="-50788"/>
                </a:cubicBezTo>
                <a:close/>
                <a:moveTo>
                  <a:pt x="214759" y="93762"/>
                </a:moveTo>
                <a:cubicBezTo>
                  <a:pt x="187653" y="93762"/>
                  <a:pt x="165646" y="115769"/>
                  <a:pt x="165646" y="142875"/>
                </a:cubicBezTo>
                <a:cubicBezTo>
                  <a:pt x="165646" y="169981"/>
                  <a:pt x="187653" y="191988"/>
                  <a:pt x="214759" y="191988"/>
                </a:cubicBezTo>
                <a:cubicBezTo>
                  <a:pt x="241865" y="191988"/>
                  <a:pt x="263872" y="169981"/>
                  <a:pt x="263872" y="142875"/>
                </a:cubicBezTo>
                <a:cubicBezTo>
                  <a:pt x="263872" y="115769"/>
                  <a:pt x="241865" y="93762"/>
                  <a:pt x="214759" y="93762"/>
                </a:cubicBezTo>
                <a:close/>
              </a:path>
            </a:pathLst>
          </a:custGeom>
          <a:solidFill>
            <a:srgbClr val="718096">
              <a:alpha val="30196"/>
            </a:srgbClr>
          </a:solidFill>
        </p:spPr>
      </p:sp>
      <p:sp>
        <p:nvSpPr>
          <p:cNvPr id="5" name="Shape 3"/>
          <p:cNvSpPr/>
          <p:nvPr/>
        </p:nvSpPr>
        <p:spPr>
          <a:xfrm>
            <a:off x="381000" y="1181100"/>
            <a:ext cx="11430000" cy="1638300"/>
          </a:xfrm>
          <a:custGeom>
            <a:avLst/>
            <a:gdLst/>
            <a:ahLst/>
            <a:cxnLst/>
            <a:rect l="l" t="t" r="r" b="b"/>
            <a:pathLst>
              <a:path w="11430000" h="1638300">
                <a:moveTo>
                  <a:pt x="76197" y="0"/>
                </a:moveTo>
                <a:lnTo>
                  <a:pt x="11353803" y="0"/>
                </a:lnTo>
                <a:cubicBezTo>
                  <a:pt x="11395885" y="0"/>
                  <a:pt x="11430000" y="34115"/>
                  <a:pt x="11430000" y="76197"/>
                </a:cubicBezTo>
                <a:lnTo>
                  <a:pt x="11430000" y="1562103"/>
                </a:lnTo>
                <a:cubicBezTo>
                  <a:pt x="11430000" y="1604185"/>
                  <a:pt x="11395885" y="1638300"/>
                  <a:pt x="11353803" y="1638300"/>
                </a:cubicBezTo>
                <a:lnTo>
                  <a:pt x="76197" y="1638300"/>
                </a:lnTo>
                <a:cubicBezTo>
                  <a:pt x="34115" y="1638300"/>
                  <a:pt x="0" y="1604185"/>
                  <a:pt x="0" y="1562103"/>
                </a:cubicBezTo>
                <a:lnTo>
                  <a:pt x="0" y="76197"/>
                </a:lnTo>
                <a:cubicBezTo>
                  <a:pt x="0" y="34143"/>
                  <a:pt x="34143" y="0"/>
                  <a:pt x="76197" y="0"/>
                </a:cubicBezTo>
                <a:close/>
              </a:path>
            </a:pathLst>
          </a:custGeom>
          <a:gradFill flip="none" rotWithShape="1">
            <a:gsLst>
              <a:gs pos="0">
                <a:srgbClr val="2D3748"/>
              </a:gs>
              <a:gs pos="100000">
                <a:srgbClr val="4A5568"/>
              </a:gs>
            </a:gsLst>
            <a:lin ang="0" scaled="1"/>
          </a:gradFill>
        </p:spPr>
      </p:sp>
      <p:sp>
        <p:nvSpPr>
          <p:cNvPr id="6" name="Shape 4"/>
          <p:cNvSpPr/>
          <p:nvPr/>
        </p:nvSpPr>
        <p:spPr>
          <a:xfrm>
            <a:off x="609600" y="1504950"/>
            <a:ext cx="428625" cy="342900"/>
          </a:xfrm>
          <a:custGeom>
            <a:avLst/>
            <a:gdLst/>
            <a:ahLst/>
            <a:cxnLst/>
            <a:rect l="l" t="t" r="r" b="b"/>
            <a:pathLst>
              <a:path w="428625" h="342900">
                <a:moveTo>
                  <a:pt x="42863" y="64294"/>
                </a:moveTo>
                <a:cubicBezTo>
                  <a:pt x="42863" y="40652"/>
                  <a:pt x="62084" y="21431"/>
                  <a:pt x="85725" y="21431"/>
                </a:cubicBezTo>
                <a:lnTo>
                  <a:pt x="342900" y="21431"/>
                </a:lnTo>
                <a:cubicBezTo>
                  <a:pt x="366541" y="21431"/>
                  <a:pt x="385763" y="40652"/>
                  <a:pt x="385763" y="64294"/>
                </a:cubicBezTo>
                <a:lnTo>
                  <a:pt x="385763" y="225028"/>
                </a:lnTo>
                <a:lnTo>
                  <a:pt x="342900" y="225028"/>
                </a:lnTo>
                <a:lnTo>
                  <a:pt x="342900" y="64294"/>
                </a:lnTo>
                <a:lnTo>
                  <a:pt x="85725" y="64294"/>
                </a:lnTo>
                <a:lnTo>
                  <a:pt x="85725" y="225028"/>
                </a:lnTo>
                <a:lnTo>
                  <a:pt x="42863" y="225028"/>
                </a:lnTo>
                <a:lnTo>
                  <a:pt x="42863" y="64294"/>
                </a:lnTo>
                <a:close/>
                <a:moveTo>
                  <a:pt x="0" y="270034"/>
                </a:moveTo>
                <a:cubicBezTo>
                  <a:pt x="0" y="262935"/>
                  <a:pt x="5760" y="257175"/>
                  <a:pt x="12859" y="257175"/>
                </a:cubicBezTo>
                <a:lnTo>
                  <a:pt x="415766" y="257175"/>
                </a:lnTo>
                <a:cubicBezTo>
                  <a:pt x="422865" y="257175"/>
                  <a:pt x="428625" y="262935"/>
                  <a:pt x="428625" y="270034"/>
                </a:cubicBezTo>
                <a:cubicBezTo>
                  <a:pt x="428625" y="298430"/>
                  <a:pt x="405586" y="321469"/>
                  <a:pt x="377190" y="321469"/>
                </a:cubicBezTo>
                <a:lnTo>
                  <a:pt x="51435" y="321469"/>
                </a:lnTo>
                <a:cubicBezTo>
                  <a:pt x="23039" y="321469"/>
                  <a:pt x="0" y="298430"/>
                  <a:pt x="0" y="270034"/>
                </a:cubicBezTo>
                <a:close/>
                <a:moveTo>
                  <a:pt x="188193" y="139973"/>
                </a:moveTo>
                <a:lnTo>
                  <a:pt x="167432" y="160734"/>
                </a:lnTo>
                <a:lnTo>
                  <a:pt x="188193" y="181496"/>
                </a:lnTo>
                <a:cubicBezTo>
                  <a:pt x="194489" y="187791"/>
                  <a:pt x="194489" y="197971"/>
                  <a:pt x="188193" y="204200"/>
                </a:cubicBezTo>
                <a:cubicBezTo>
                  <a:pt x="181898" y="210428"/>
                  <a:pt x="171718" y="210495"/>
                  <a:pt x="165489" y="204200"/>
                </a:cubicBezTo>
                <a:lnTo>
                  <a:pt x="133343" y="172053"/>
                </a:lnTo>
                <a:cubicBezTo>
                  <a:pt x="127047" y="165757"/>
                  <a:pt x="127047" y="155577"/>
                  <a:pt x="133343" y="149349"/>
                </a:cubicBezTo>
                <a:lnTo>
                  <a:pt x="165489" y="117202"/>
                </a:lnTo>
                <a:cubicBezTo>
                  <a:pt x="171785" y="110907"/>
                  <a:pt x="181965" y="110907"/>
                  <a:pt x="188193" y="117202"/>
                </a:cubicBezTo>
                <a:cubicBezTo>
                  <a:pt x="194422" y="123498"/>
                  <a:pt x="194489" y="133677"/>
                  <a:pt x="188193" y="139906"/>
                </a:cubicBezTo>
                <a:close/>
                <a:moveTo>
                  <a:pt x="263203" y="117202"/>
                </a:moveTo>
                <a:lnTo>
                  <a:pt x="295349" y="149349"/>
                </a:lnTo>
                <a:cubicBezTo>
                  <a:pt x="301645" y="155644"/>
                  <a:pt x="301645" y="165824"/>
                  <a:pt x="295349" y="172053"/>
                </a:cubicBezTo>
                <a:lnTo>
                  <a:pt x="263203" y="204200"/>
                </a:lnTo>
                <a:cubicBezTo>
                  <a:pt x="256907" y="210495"/>
                  <a:pt x="246727" y="210495"/>
                  <a:pt x="240499" y="204200"/>
                </a:cubicBezTo>
                <a:cubicBezTo>
                  <a:pt x="234270" y="197904"/>
                  <a:pt x="234203" y="187724"/>
                  <a:pt x="240499" y="181496"/>
                </a:cubicBezTo>
                <a:lnTo>
                  <a:pt x="261260" y="160734"/>
                </a:lnTo>
                <a:lnTo>
                  <a:pt x="240499" y="139973"/>
                </a:lnTo>
                <a:cubicBezTo>
                  <a:pt x="234203" y="133677"/>
                  <a:pt x="234203" y="123498"/>
                  <a:pt x="240499" y="117269"/>
                </a:cubicBezTo>
                <a:cubicBezTo>
                  <a:pt x="246794" y="111041"/>
                  <a:pt x="256974" y="110974"/>
                  <a:pt x="263203" y="117269"/>
                </a:cubicBezTo>
                <a:close/>
              </a:path>
            </a:pathLst>
          </a:custGeom>
          <a:solidFill>
            <a:srgbClr val="E2E8F0"/>
          </a:solidFill>
        </p:spPr>
      </p:sp>
      <p:sp>
        <p:nvSpPr>
          <p:cNvPr id="7" name="Text 5"/>
          <p:cNvSpPr/>
          <p:nvPr/>
        </p:nvSpPr>
        <p:spPr>
          <a:xfrm>
            <a:off x="1190625" y="1409700"/>
            <a:ext cx="4086225" cy="304800"/>
          </a:xfrm>
          <a:prstGeom prst="rect">
            <a:avLst/>
          </a:prstGeom>
          <a:noFill/>
        </p:spPr>
        <p:txBody>
          <a:bodyPr wrap="square" lIns="0" tIns="0" rIns="0" bIns="0" rtlCol="0" anchor="ctr"/>
          <a:lstStyle/>
          <a:p>
            <a:pPr>
              <a:lnSpc>
                <a:spcPct val="110000"/>
              </a:lnSpc>
            </a:pPr>
            <a:r>
              <a:rPr lang="en-US" sz="1800" b="1" dirty="0">
                <a:solidFill>
                  <a:srgbClr val="E2E8F0"/>
                </a:solidFill>
                <a:latin typeface="Liter" panose="02000503030000020004" pitchFamily="34" charset="0"/>
                <a:ea typeface="Liter" panose="02000503030000020004" pitchFamily="34" charset="-122"/>
                <a:cs typeface="Liter" panose="02000503030000020004" pitchFamily="34" charset="-120"/>
              </a:rPr>
              <a:t>Cross-Platform Setup</a:t>
            </a:r>
            <a:endParaRPr lang="en-US" sz="1600" dirty="0"/>
          </a:p>
        </p:txBody>
      </p:sp>
      <p:sp>
        <p:nvSpPr>
          <p:cNvPr id="8" name="Text 6"/>
          <p:cNvSpPr/>
          <p:nvPr/>
        </p:nvSpPr>
        <p:spPr>
          <a:xfrm>
            <a:off x="1190625" y="1714500"/>
            <a:ext cx="4048125" cy="228600"/>
          </a:xfrm>
          <a:prstGeom prst="rect">
            <a:avLst/>
          </a:prstGeom>
          <a:noFill/>
        </p:spPr>
        <p:txBody>
          <a:bodyPr wrap="square" lIns="0" tIns="0" rIns="0" bIns="0" rtlCol="0" anchor="ctr"/>
          <a:lstStyle/>
          <a:p>
            <a:pPr>
              <a:lnSpc>
                <a:spcPct val="130000"/>
              </a:lnSpc>
            </a:pPr>
            <a:r>
              <a:rPr lang="en-US" sz="1200" dirty="0">
                <a:solidFill>
                  <a:srgbClr val="E2E8F0">
                    <a:alpha val="90000"/>
                  </a:srgbClr>
                </a:solidFill>
                <a:latin typeface="Quattrocento Sans" panose="020B0502050000020003" pitchFamily="34" charset="0"/>
                <a:ea typeface="Quattrocento Sans" panose="020B0502050000020003" pitchFamily="34" charset="-122"/>
                <a:cs typeface="Quattrocento Sans" panose="020B0502050000020003" pitchFamily="34" charset="-120"/>
              </a:rPr>
              <a:t>macOS and Windows environments configured successfully</a:t>
            </a:r>
            <a:endParaRPr lang="en-US" sz="1600" dirty="0"/>
          </a:p>
        </p:txBody>
      </p:sp>
      <p:sp>
        <p:nvSpPr>
          <p:cNvPr id="9" name="Text 7"/>
          <p:cNvSpPr/>
          <p:nvPr/>
        </p:nvSpPr>
        <p:spPr>
          <a:xfrm>
            <a:off x="609600" y="2095500"/>
            <a:ext cx="11049000" cy="495300"/>
          </a:xfrm>
          <a:prstGeom prst="rect">
            <a:avLst/>
          </a:prstGeom>
          <a:noFill/>
        </p:spPr>
        <p:txBody>
          <a:bodyPr wrap="square" lIns="0" tIns="0" rIns="0" bIns="0" rtlCol="0" anchor="ctr"/>
          <a:lstStyle/>
          <a:p>
            <a:pPr>
              <a:lnSpc>
                <a:spcPct val="140000"/>
              </a:lnSpc>
            </a:pPr>
            <a:r>
              <a:rPr lang="en-US" sz="1200" dirty="0">
                <a:solidFill>
                  <a:srgbClr val="E2E8F0"/>
                </a:solidFill>
                <a:latin typeface="Quattrocento Sans" panose="020B0502050000020003" pitchFamily="34" charset="0"/>
                <a:ea typeface="Quattrocento Sans" panose="020B0502050000020003" pitchFamily="34" charset="-122"/>
                <a:cs typeface="Quattrocento Sans" panose="020B0502050000020003" pitchFamily="34" charset="-120"/>
              </a:rPr>
              <a:t>To perform automated testing using both Selenium IDE and Python Selenium, the testing environment was set up on macOS and Windows. All required tools and dependencies were installed and verified successfully before test execution.</a:t>
            </a:r>
            <a:endParaRPr lang="en-US" sz="1600" dirty="0"/>
          </a:p>
        </p:txBody>
      </p:sp>
      <p:sp>
        <p:nvSpPr>
          <p:cNvPr id="10" name="Shape 8"/>
          <p:cNvSpPr/>
          <p:nvPr/>
        </p:nvSpPr>
        <p:spPr>
          <a:xfrm>
            <a:off x="381635" y="3048000"/>
            <a:ext cx="4928235" cy="2628900"/>
          </a:xfrm>
          <a:custGeom>
            <a:avLst/>
            <a:gdLst/>
            <a:ahLst/>
            <a:cxnLst/>
            <a:rect l="l" t="t" r="r" b="b"/>
            <a:pathLst>
              <a:path w="3686175" h="2628900">
                <a:moveTo>
                  <a:pt x="76212" y="0"/>
                </a:moveTo>
                <a:lnTo>
                  <a:pt x="3609963" y="0"/>
                </a:lnTo>
                <a:cubicBezTo>
                  <a:pt x="3652054" y="0"/>
                  <a:pt x="3686175" y="34121"/>
                  <a:pt x="3686175" y="76212"/>
                </a:cubicBezTo>
                <a:lnTo>
                  <a:pt x="3686175" y="2552688"/>
                </a:lnTo>
                <a:cubicBezTo>
                  <a:pt x="3686175" y="2594779"/>
                  <a:pt x="3652054" y="2628900"/>
                  <a:pt x="3609963" y="2628900"/>
                </a:cubicBezTo>
                <a:lnTo>
                  <a:pt x="76212" y="2628900"/>
                </a:lnTo>
                <a:cubicBezTo>
                  <a:pt x="34121" y="2628900"/>
                  <a:pt x="0" y="2594779"/>
                  <a:pt x="0" y="2552688"/>
                </a:cubicBezTo>
                <a:lnTo>
                  <a:pt x="0" y="76212"/>
                </a:lnTo>
                <a:cubicBezTo>
                  <a:pt x="0" y="34149"/>
                  <a:pt x="34149" y="0"/>
                  <a:pt x="76212" y="0"/>
                </a:cubicBezTo>
                <a:close/>
              </a:path>
            </a:pathLst>
          </a:custGeom>
          <a:solidFill>
            <a:srgbClr val="FFFFFF"/>
          </a:solidFill>
          <a:effectLst>
            <a:outerShdw blurRad="28575" dist="9525" dir="5400000" algn="bl" rotWithShape="0">
              <a:srgbClr val="000000">
                <a:alpha val="10196"/>
              </a:srgbClr>
            </a:outerShdw>
          </a:effectLst>
        </p:spPr>
      </p:sp>
      <p:sp>
        <p:nvSpPr>
          <p:cNvPr id="11" name="Shape 9"/>
          <p:cNvSpPr/>
          <p:nvPr/>
        </p:nvSpPr>
        <p:spPr>
          <a:xfrm>
            <a:off x="1401445" y="3276600"/>
            <a:ext cx="142875" cy="190500"/>
          </a:xfrm>
          <a:custGeom>
            <a:avLst/>
            <a:gdLst/>
            <a:ahLst/>
            <a:cxnLst/>
            <a:rect l="l" t="t" r="r" b="b"/>
            <a:pathLst>
              <a:path w="142875" h="190500">
                <a:moveTo>
                  <a:pt x="118728" y="99975"/>
                </a:moveTo>
                <a:cubicBezTo>
                  <a:pt x="118653" y="86320"/>
                  <a:pt x="124830" y="76014"/>
                  <a:pt x="137331" y="68424"/>
                </a:cubicBezTo>
                <a:cubicBezTo>
                  <a:pt x="130336" y="58415"/>
                  <a:pt x="119769" y="52908"/>
                  <a:pt x="105817" y="51829"/>
                </a:cubicBezTo>
                <a:cubicBezTo>
                  <a:pt x="92608" y="50788"/>
                  <a:pt x="78172" y="59531"/>
                  <a:pt x="72889" y="59531"/>
                </a:cubicBezTo>
                <a:cubicBezTo>
                  <a:pt x="67308" y="59531"/>
                  <a:pt x="54508" y="52201"/>
                  <a:pt x="44462" y="52201"/>
                </a:cubicBezTo>
                <a:cubicBezTo>
                  <a:pt x="23701" y="52536"/>
                  <a:pt x="1637" y="68759"/>
                  <a:pt x="1637" y="101761"/>
                </a:cubicBezTo>
                <a:cubicBezTo>
                  <a:pt x="1637" y="111509"/>
                  <a:pt x="3423" y="121593"/>
                  <a:pt x="6995" y="131973"/>
                </a:cubicBezTo>
                <a:cubicBezTo>
                  <a:pt x="11757" y="145628"/>
                  <a:pt x="28947" y="179115"/>
                  <a:pt x="46881" y="178557"/>
                </a:cubicBezTo>
                <a:cubicBezTo>
                  <a:pt x="56257" y="178333"/>
                  <a:pt x="62880" y="171896"/>
                  <a:pt x="75084" y="171896"/>
                </a:cubicBezTo>
                <a:cubicBezTo>
                  <a:pt x="86916" y="171896"/>
                  <a:pt x="93055" y="178557"/>
                  <a:pt x="103510" y="178557"/>
                </a:cubicBezTo>
                <a:cubicBezTo>
                  <a:pt x="121593" y="178296"/>
                  <a:pt x="137145" y="147861"/>
                  <a:pt x="141684" y="134169"/>
                </a:cubicBezTo>
                <a:cubicBezTo>
                  <a:pt x="117425" y="122746"/>
                  <a:pt x="118728" y="100682"/>
                  <a:pt x="118728" y="99975"/>
                </a:cubicBezTo>
                <a:close/>
                <a:moveTo>
                  <a:pt x="97668" y="38881"/>
                </a:moveTo>
                <a:cubicBezTo>
                  <a:pt x="107826" y="26826"/>
                  <a:pt x="106896" y="15850"/>
                  <a:pt x="106598" y="11906"/>
                </a:cubicBezTo>
                <a:cubicBezTo>
                  <a:pt x="97631" y="12427"/>
                  <a:pt x="87250" y="18008"/>
                  <a:pt x="81335" y="24892"/>
                </a:cubicBezTo>
                <a:cubicBezTo>
                  <a:pt x="74823" y="32258"/>
                  <a:pt x="70991" y="41374"/>
                  <a:pt x="71810" y="51643"/>
                </a:cubicBezTo>
                <a:cubicBezTo>
                  <a:pt x="81521" y="52388"/>
                  <a:pt x="90376" y="47402"/>
                  <a:pt x="97668" y="38881"/>
                </a:cubicBezTo>
                <a:close/>
              </a:path>
            </a:pathLst>
          </a:custGeom>
          <a:solidFill>
            <a:srgbClr val="2D3748"/>
          </a:solidFill>
        </p:spPr>
      </p:sp>
      <p:sp>
        <p:nvSpPr>
          <p:cNvPr id="12" name="Text 10"/>
          <p:cNvSpPr/>
          <p:nvPr/>
        </p:nvSpPr>
        <p:spPr>
          <a:xfrm>
            <a:off x="1591945" y="3238500"/>
            <a:ext cx="3162300" cy="266700"/>
          </a:xfrm>
          <a:prstGeom prst="rect">
            <a:avLst/>
          </a:prstGeom>
          <a:noFill/>
        </p:spPr>
        <p:txBody>
          <a:bodyPr wrap="square" lIns="0" tIns="0" rIns="0" bIns="0" rtlCol="0" anchor="ctr"/>
          <a:lstStyle/>
          <a:p>
            <a:pPr>
              <a:lnSpc>
                <a:spcPct val="120000"/>
              </a:lnSpc>
            </a:pPr>
            <a:r>
              <a:rPr lang="en-US" sz="1500" b="1" dirty="0">
                <a:solidFill>
                  <a:srgbClr val="2D3748"/>
                </a:solidFill>
                <a:latin typeface="Liter" panose="02000503030000020004" pitchFamily="34" charset="0"/>
                <a:ea typeface="Liter" panose="02000503030000020004" pitchFamily="34" charset="-122"/>
                <a:cs typeface="Liter" panose="02000503030000020004" pitchFamily="34" charset="-120"/>
              </a:rPr>
              <a:t>Python Installation (macOS)</a:t>
            </a:r>
            <a:endParaRPr lang="en-US" sz="1600" dirty="0"/>
          </a:p>
        </p:txBody>
      </p:sp>
      <p:sp>
        <p:nvSpPr>
          <p:cNvPr id="13" name="Text 11"/>
          <p:cNvSpPr/>
          <p:nvPr/>
        </p:nvSpPr>
        <p:spPr>
          <a:xfrm>
            <a:off x="1353820" y="3657600"/>
            <a:ext cx="3381375" cy="457200"/>
          </a:xfrm>
          <a:prstGeom prst="rect">
            <a:avLst/>
          </a:prstGeom>
          <a:noFill/>
        </p:spPr>
        <p:txBody>
          <a:bodyPr wrap="square" lIns="0" tIns="0" rIns="0" bIns="0" rtlCol="0" anchor="ctr"/>
          <a:lstStyle/>
          <a:p>
            <a:pPr>
              <a:lnSpc>
                <a:spcPct val="130000"/>
              </a:lnSpc>
            </a:pPr>
            <a:r>
              <a:rPr lang="en-US" sz="1200" dirty="0">
                <a:solidFill>
                  <a:srgbClr val="1A202C"/>
                </a:solidFill>
                <a:latin typeface="Quattrocento Sans" panose="020B0502050000020003" pitchFamily="34" charset="0"/>
                <a:ea typeface="Quattrocento Sans" panose="020B0502050000020003" pitchFamily="34" charset="-122"/>
                <a:cs typeface="Quattrocento Sans" panose="020B0502050000020003" pitchFamily="34" charset="-120"/>
              </a:rPr>
              <a:t>Python was installed on macOS using Homebrew package manager.</a:t>
            </a:r>
            <a:endParaRPr lang="en-US" sz="1600" dirty="0"/>
          </a:p>
        </p:txBody>
      </p:sp>
      <p:sp>
        <p:nvSpPr>
          <p:cNvPr id="14" name="Shape 12"/>
          <p:cNvSpPr/>
          <p:nvPr/>
        </p:nvSpPr>
        <p:spPr>
          <a:xfrm>
            <a:off x="1333500" y="4267200"/>
            <a:ext cx="3305175" cy="685800"/>
          </a:xfrm>
          <a:custGeom>
            <a:avLst/>
            <a:gdLst/>
            <a:ahLst/>
            <a:cxnLst/>
            <a:rect l="l" t="t" r="r" b="b"/>
            <a:pathLst>
              <a:path w="3305175" h="685800">
                <a:moveTo>
                  <a:pt x="38103" y="0"/>
                </a:moveTo>
                <a:lnTo>
                  <a:pt x="3267072" y="0"/>
                </a:lnTo>
                <a:cubicBezTo>
                  <a:pt x="3288116" y="0"/>
                  <a:pt x="3305175" y="17059"/>
                  <a:pt x="3305175" y="38103"/>
                </a:cubicBezTo>
                <a:lnTo>
                  <a:pt x="3305175" y="647697"/>
                </a:lnTo>
                <a:cubicBezTo>
                  <a:pt x="3305175" y="668741"/>
                  <a:pt x="3288116" y="685800"/>
                  <a:pt x="3267072" y="685800"/>
                </a:cubicBezTo>
                <a:lnTo>
                  <a:pt x="38103" y="685800"/>
                </a:lnTo>
                <a:cubicBezTo>
                  <a:pt x="17059" y="685800"/>
                  <a:pt x="0" y="668741"/>
                  <a:pt x="0" y="647697"/>
                </a:cubicBezTo>
                <a:lnTo>
                  <a:pt x="0" y="38103"/>
                </a:lnTo>
                <a:cubicBezTo>
                  <a:pt x="0" y="17073"/>
                  <a:pt x="17073" y="0"/>
                  <a:pt x="38103" y="0"/>
                </a:cubicBezTo>
                <a:close/>
              </a:path>
            </a:pathLst>
          </a:custGeom>
          <a:solidFill>
            <a:srgbClr val="2D3748"/>
          </a:solidFill>
        </p:spPr>
      </p:sp>
      <p:sp>
        <p:nvSpPr>
          <p:cNvPr id="15" name="Text 13"/>
          <p:cNvSpPr/>
          <p:nvPr/>
        </p:nvSpPr>
        <p:spPr>
          <a:xfrm>
            <a:off x="1353820" y="4267200"/>
            <a:ext cx="3371850" cy="685800"/>
          </a:xfrm>
          <a:prstGeom prst="rect">
            <a:avLst/>
          </a:prstGeom>
          <a:noFill/>
        </p:spPr>
        <p:txBody>
          <a:bodyPr wrap="square" lIns="152400" tIns="152400" rIns="152400" bIns="152400" rtlCol="0" anchor="ctr"/>
          <a:lstStyle/>
          <a:p>
            <a:pPr>
              <a:lnSpc>
                <a:spcPct val="120000"/>
              </a:lnSpc>
            </a:pPr>
            <a:r>
              <a:rPr lang="en-US" sz="1050" dirty="0">
                <a:solidFill>
                  <a:srgbClr val="E2E8F0"/>
                </a:solidFill>
                <a:latin typeface="MiSans" pitchFamily="34" charset="-122"/>
                <a:ea typeface="MiSans" pitchFamily="34" charset="-122"/>
                <a:cs typeface="MiSans" pitchFamily="34" charset="-120"/>
              </a:rPr>
              <a:t>$ brew install python</a:t>
            </a:r>
            <a:endParaRPr lang="en-US" sz="1600" dirty="0"/>
          </a:p>
          <a:p>
            <a:pPr>
              <a:lnSpc>
                <a:spcPct val="120000"/>
              </a:lnSpc>
            </a:pPr>
            <a:r>
              <a:rPr lang="en-US" sz="1050" dirty="0">
                <a:solidFill>
                  <a:srgbClr val="E2E8F0"/>
                </a:solidFill>
                <a:latin typeface="MiSans" pitchFamily="34" charset="-122"/>
                <a:ea typeface="MiSans" pitchFamily="34" charset="-122"/>
                <a:cs typeface="MiSans" pitchFamily="34" charset="-120"/>
              </a:rPr>
              <a:t>$ python3 --version</a:t>
            </a:r>
            <a:endParaRPr lang="en-US" sz="1600" dirty="0"/>
          </a:p>
        </p:txBody>
      </p:sp>
      <p:sp>
        <p:nvSpPr>
          <p:cNvPr id="16" name="Shape 14"/>
          <p:cNvSpPr/>
          <p:nvPr/>
        </p:nvSpPr>
        <p:spPr>
          <a:xfrm>
            <a:off x="1353820" y="5067300"/>
            <a:ext cx="3305175" cy="419100"/>
          </a:xfrm>
          <a:custGeom>
            <a:avLst/>
            <a:gdLst/>
            <a:ahLst/>
            <a:cxnLst/>
            <a:rect l="l" t="t" r="r" b="b"/>
            <a:pathLst>
              <a:path w="3305175" h="419100">
                <a:moveTo>
                  <a:pt x="38100" y="0"/>
                </a:moveTo>
                <a:lnTo>
                  <a:pt x="3267075" y="0"/>
                </a:lnTo>
                <a:cubicBezTo>
                  <a:pt x="3288117" y="0"/>
                  <a:pt x="3305175" y="17058"/>
                  <a:pt x="3305175" y="38100"/>
                </a:cubicBezTo>
                <a:lnTo>
                  <a:pt x="3305175" y="381000"/>
                </a:lnTo>
                <a:cubicBezTo>
                  <a:pt x="3305175" y="402042"/>
                  <a:pt x="3288117" y="419100"/>
                  <a:pt x="3267075" y="419100"/>
                </a:cubicBezTo>
                <a:lnTo>
                  <a:pt x="38100" y="419100"/>
                </a:lnTo>
                <a:cubicBezTo>
                  <a:pt x="17058" y="419100"/>
                  <a:pt x="0" y="402042"/>
                  <a:pt x="0" y="381000"/>
                </a:cubicBezTo>
                <a:lnTo>
                  <a:pt x="0" y="38100"/>
                </a:lnTo>
                <a:cubicBezTo>
                  <a:pt x="0" y="17072"/>
                  <a:pt x="17072" y="0"/>
                  <a:pt x="38100" y="0"/>
                </a:cubicBezTo>
                <a:close/>
              </a:path>
            </a:pathLst>
          </a:custGeom>
          <a:solidFill>
            <a:srgbClr val="718096">
              <a:alpha val="10196"/>
            </a:srgbClr>
          </a:solidFill>
        </p:spPr>
      </p:sp>
      <p:sp>
        <p:nvSpPr>
          <p:cNvPr id="17" name="Shape 15"/>
          <p:cNvSpPr/>
          <p:nvPr/>
        </p:nvSpPr>
        <p:spPr>
          <a:xfrm>
            <a:off x="1487170" y="5207001"/>
            <a:ext cx="133350" cy="133350"/>
          </a:xfrm>
          <a:custGeom>
            <a:avLst/>
            <a:gdLst/>
            <a:ahLst/>
            <a:cxnLst/>
            <a:rect l="l" t="t" r="r" b="b"/>
            <a:pathLst>
              <a:path w="133350" h="133350">
                <a:moveTo>
                  <a:pt x="66675" y="133350"/>
                </a:moveTo>
                <a:cubicBezTo>
                  <a:pt x="103474" y="133350"/>
                  <a:pt x="133350" y="103474"/>
                  <a:pt x="133350" y="66675"/>
                </a:cubicBezTo>
                <a:cubicBezTo>
                  <a:pt x="133350" y="29876"/>
                  <a:pt x="103474" y="0"/>
                  <a:pt x="66675" y="0"/>
                </a:cubicBezTo>
                <a:cubicBezTo>
                  <a:pt x="29876" y="0"/>
                  <a:pt x="0" y="29876"/>
                  <a:pt x="0" y="66675"/>
                </a:cubicBezTo>
                <a:cubicBezTo>
                  <a:pt x="0" y="103474"/>
                  <a:pt x="29876" y="133350"/>
                  <a:pt x="66675" y="133350"/>
                </a:cubicBezTo>
                <a:close/>
                <a:moveTo>
                  <a:pt x="88657" y="55398"/>
                </a:moveTo>
                <a:lnTo>
                  <a:pt x="67821" y="88735"/>
                </a:lnTo>
                <a:cubicBezTo>
                  <a:pt x="66727" y="90480"/>
                  <a:pt x="64852" y="91574"/>
                  <a:pt x="62794" y="91678"/>
                </a:cubicBezTo>
                <a:cubicBezTo>
                  <a:pt x="60737" y="91782"/>
                  <a:pt x="58757" y="90845"/>
                  <a:pt x="57533" y="89178"/>
                </a:cubicBezTo>
                <a:lnTo>
                  <a:pt x="45032" y="72509"/>
                </a:lnTo>
                <a:cubicBezTo>
                  <a:pt x="42948" y="69748"/>
                  <a:pt x="43521" y="65842"/>
                  <a:pt x="46282" y="63758"/>
                </a:cubicBezTo>
                <a:cubicBezTo>
                  <a:pt x="49043" y="61674"/>
                  <a:pt x="52949" y="62247"/>
                  <a:pt x="55033" y="65008"/>
                </a:cubicBezTo>
                <a:lnTo>
                  <a:pt x="62065" y="74384"/>
                </a:lnTo>
                <a:lnTo>
                  <a:pt x="78057" y="48782"/>
                </a:lnTo>
                <a:cubicBezTo>
                  <a:pt x="79880" y="45865"/>
                  <a:pt x="83734" y="44954"/>
                  <a:pt x="86678" y="46803"/>
                </a:cubicBezTo>
                <a:cubicBezTo>
                  <a:pt x="89621" y="48652"/>
                  <a:pt x="90506" y="52481"/>
                  <a:pt x="88657" y="55424"/>
                </a:cubicBezTo>
                <a:close/>
              </a:path>
            </a:pathLst>
          </a:custGeom>
          <a:solidFill>
            <a:srgbClr val="4A5568"/>
          </a:solidFill>
        </p:spPr>
      </p:sp>
      <p:sp>
        <p:nvSpPr>
          <p:cNvPr id="18" name="Text 16"/>
          <p:cNvSpPr/>
          <p:nvPr/>
        </p:nvSpPr>
        <p:spPr>
          <a:xfrm>
            <a:off x="1696720" y="5181600"/>
            <a:ext cx="2162175" cy="190500"/>
          </a:xfrm>
          <a:prstGeom prst="rect">
            <a:avLst/>
          </a:prstGeom>
          <a:noFill/>
        </p:spPr>
        <p:txBody>
          <a:bodyPr wrap="square" lIns="0" tIns="0" rIns="0" bIns="0" rtlCol="0" anchor="ctr"/>
          <a:lstStyle/>
          <a:p>
            <a:pPr>
              <a:lnSpc>
                <a:spcPct val="120000"/>
              </a:lnSpc>
            </a:pPr>
            <a:r>
              <a:rPr lang="en-US" sz="1050" dirty="0">
                <a:solidFill>
                  <a:srgbClr val="1A202C"/>
                </a:solidFill>
                <a:latin typeface="Quattrocento Sans" panose="020B0502050000020003" pitchFamily="34" charset="0"/>
                <a:ea typeface="Quattrocento Sans" panose="020B0502050000020003" pitchFamily="34" charset="-122"/>
                <a:cs typeface="Quattrocento Sans" panose="020B0502050000020003" pitchFamily="34" charset="-120"/>
              </a:rPr>
              <a:t>Installation verified through terminal</a:t>
            </a:r>
            <a:endParaRPr lang="en-US" sz="1600" dirty="0"/>
          </a:p>
        </p:txBody>
      </p:sp>
      <p:sp>
        <p:nvSpPr>
          <p:cNvPr id="28" name="Shape 26"/>
          <p:cNvSpPr/>
          <p:nvPr/>
        </p:nvSpPr>
        <p:spPr>
          <a:xfrm>
            <a:off x="6643370" y="3048000"/>
            <a:ext cx="4959985" cy="2628900"/>
          </a:xfrm>
          <a:custGeom>
            <a:avLst/>
            <a:gdLst/>
            <a:ahLst/>
            <a:cxnLst/>
            <a:rect l="l" t="t" r="r" b="b"/>
            <a:pathLst>
              <a:path w="3686175" h="2628900">
                <a:moveTo>
                  <a:pt x="76212" y="0"/>
                </a:moveTo>
                <a:lnTo>
                  <a:pt x="3609963" y="0"/>
                </a:lnTo>
                <a:cubicBezTo>
                  <a:pt x="3652054" y="0"/>
                  <a:pt x="3686175" y="34121"/>
                  <a:pt x="3686175" y="76212"/>
                </a:cubicBezTo>
                <a:lnTo>
                  <a:pt x="3686175" y="2552688"/>
                </a:lnTo>
                <a:cubicBezTo>
                  <a:pt x="3686175" y="2594779"/>
                  <a:pt x="3652054" y="2628900"/>
                  <a:pt x="3609963" y="2628900"/>
                </a:cubicBezTo>
                <a:lnTo>
                  <a:pt x="76212" y="2628900"/>
                </a:lnTo>
                <a:cubicBezTo>
                  <a:pt x="34121" y="2628900"/>
                  <a:pt x="0" y="2594779"/>
                  <a:pt x="0" y="2552688"/>
                </a:cubicBezTo>
                <a:lnTo>
                  <a:pt x="0" y="76212"/>
                </a:lnTo>
                <a:cubicBezTo>
                  <a:pt x="0" y="34149"/>
                  <a:pt x="34149" y="0"/>
                  <a:pt x="76212" y="0"/>
                </a:cubicBezTo>
                <a:close/>
              </a:path>
            </a:pathLst>
          </a:custGeom>
          <a:solidFill>
            <a:srgbClr val="FFFFFF"/>
          </a:solidFill>
          <a:effectLst>
            <a:outerShdw blurRad="28575" dist="9525" dir="5400000" algn="bl" rotWithShape="0">
              <a:srgbClr val="000000">
                <a:alpha val="10196"/>
              </a:srgbClr>
            </a:outerShdw>
          </a:effectLst>
        </p:spPr>
      </p:sp>
      <p:sp>
        <p:nvSpPr>
          <p:cNvPr id="29" name="Shape 27"/>
          <p:cNvSpPr/>
          <p:nvPr/>
        </p:nvSpPr>
        <p:spPr>
          <a:xfrm>
            <a:off x="7693819" y="3276600"/>
            <a:ext cx="166688" cy="190500"/>
          </a:xfrm>
          <a:custGeom>
            <a:avLst/>
            <a:gdLst/>
            <a:ahLst/>
            <a:cxnLst/>
            <a:rect l="l" t="t" r="r" b="b"/>
            <a:pathLst>
              <a:path w="166688" h="190500">
                <a:moveTo>
                  <a:pt x="163637" y="74600"/>
                </a:moveTo>
                <a:cubicBezTo>
                  <a:pt x="160772" y="63103"/>
                  <a:pt x="155339" y="54434"/>
                  <a:pt x="143768" y="54434"/>
                </a:cubicBezTo>
                <a:lnTo>
                  <a:pt x="128848" y="54434"/>
                </a:lnTo>
                <a:lnTo>
                  <a:pt x="128848" y="72070"/>
                </a:lnTo>
                <a:cubicBezTo>
                  <a:pt x="128848" y="85762"/>
                  <a:pt x="117239" y="97296"/>
                  <a:pt x="103994" y="97296"/>
                </a:cubicBezTo>
                <a:lnTo>
                  <a:pt x="64257" y="97296"/>
                </a:lnTo>
                <a:cubicBezTo>
                  <a:pt x="53392" y="97296"/>
                  <a:pt x="44388" y="106598"/>
                  <a:pt x="44388" y="117500"/>
                </a:cubicBezTo>
                <a:lnTo>
                  <a:pt x="44388" y="155377"/>
                </a:lnTo>
                <a:cubicBezTo>
                  <a:pt x="44388" y="166167"/>
                  <a:pt x="53764" y="172492"/>
                  <a:pt x="64257" y="175580"/>
                </a:cubicBezTo>
                <a:cubicBezTo>
                  <a:pt x="76833" y="179263"/>
                  <a:pt x="88925" y="179933"/>
                  <a:pt x="103994" y="175580"/>
                </a:cubicBezTo>
                <a:cubicBezTo>
                  <a:pt x="114002" y="172678"/>
                  <a:pt x="123862" y="166836"/>
                  <a:pt x="123862" y="155377"/>
                </a:cubicBezTo>
                <a:lnTo>
                  <a:pt x="123862" y="140233"/>
                </a:lnTo>
                <a:lnTo>
                  <a:pt x="84162" y="140233"/>
                </a:lnTo>
                <a:lnTo>
                  <a:pt x="84162" y="135173"/>
                </a:lnTo>
                <a:lnTo>
                  <a:pt x="143768" y="135173"/>
                </a:lnTo>
                <a:cubicBezTo>
                  <a:pt x="155339" y="135173"/>
                  <a:pt x="159618" y="127099"/>
                  <a:pt x="163637" y="115007"/>
                </a:cubicBezTo>
                <a:cubicBezTo>
                  <a:pt x="167804" y="102543"/>
                  <a:pt x="167618" y="90562"/>
                  <a:pt x="163637" y="74600"/>
                </a:cubicBezTo>
                <a:close/>
                <a:moveTo>
                  <a:pt x="106487" y="165460"/>
                </a:moveTo>
                <a:cubicBezTo>
                  <a:pt x="103655" y="165658"/>
                  <a:pt x="100949" y="164260"/>
                  <a:pt x="99472" y="161836"/>
                </a:cubicBezTo>
                <a:cubicBezTo>
                  <a:pt x="97996" y="159411"/>
                  <a:pt x="97996" y="156365"/>
                  <a:pt x="99472" y="153941"/>
                </a:cubicBezTo>
                <a:cubicBezTo>
                  <a:pt x="100949" y="151516"/>
                  <a:pt x="103655" y="150118"/>
                  <a:pt x="106487" y="150316"/>
                </a:cubicBezTo>
                <a:cubicBezTo>
                  <a:pt x="109318" y="150118"/>
                  <a:pt x="112024" y="151516"/>
                  <a:pt x="113501" y="153941"/>
                </a:cubicBezTo>
                <a:cubicBezTo>
                  <a:pt x="114977" y="156365"/>
                  <a:pt x="114977" y="159411"/>
                  <a:pt x="113501" y="161836"/>
                </a:cubicBezTo>
                <a:cubicBezTo>
                  <a:pt x="112024" y="164260"/>
                  <a:pt x="109318" y="165658"/>
                  <a:pt x="106487" y="165460"/>
                </a:cubicBezTo>
                <a:close/>
                <a:moveTo>
                  <a:pt x="62433" y="92311"/>
                </a:moveTo>
                <a:lnTo>
                  <a:pt x="102171" y="92311"/>
                </a:lnTo>
                <a:cubicBezTo>
                  <a:pt x="113221" y="92311"/>
                  <a:pt x="122039" y="83195"/>
                  <a:pt x="122039" y="72107"/>
                </a:cubicBezTo>
                <a:lnTo>
                  <a:pt x="122039" y="34193"/>
                </a:lnTo>
                <a:cubicBezTo>
                  <a:pt x="122039" y="23403"/>
                  <a:pt x="112961" y="15329"/>
                  <a:pt x="102171" y="13506"/>
                </a:cubicBezTo>
                <a:cubicBezTo>
                  <a:pt x="88850" y="11311"/>
                  <a:pt x="74377" y="11423"/>
                  <a:pt x="62433" y="13543"/>
                </a:cubicBezTo>
                <a:cubicBezTo>
                  <a:pt x="45616" y="16520"/>
                  <a:pt x="42565" y="22733"/>
                  <a:pt x="42565" y="34230"/>
                </a:cubicBezTo>
                <a:lnTo>
                  <a:pt x="42565" y="49374"/>
                </a:lnTo>
                <a:lnTo>
                  <a:pt x="82339" y="49374"/>
                </a:lnTo>
                <a:lnTo>
                  <a:pt x="82339" y="54434"/>
                </a:lnTo>
                <a:lnTo>
                  <a:pt x="27645" y="54434"/>
                </a:lnTo>
                <a:cubicBezTo>
                  <a:pt x="16073" y="54434"/>
                  <a:pt x="5953" y="61392"/>
                  <a:pt x="2791" y="74600"/>
                </a:cubicBezTo>
                <a:cubicBezTo>
                  <a:pt x="-856" y="89743"/>
                  <a:pt x="-1005" y="99194"/>
                  <a:pt x="2791" y="115007"/>
                </a:cubicBezTo>
                <a:cubicBezTo>
                  <a:pt x="5618" y="126764"/>
                  <a:pt x="12353" y="135173"/>
                  <a:pt x="23924" y="135173"/>
                </a:cubicBezTo>
                <a:lnTo>
                  <a:pt x="37579" y="135173"/>
                </a:lnTo>
                <a:lnTo>
                  <a:pt x="37579" y="117016"/>
                </a:lnTo>
                <a:cubicBezTo>
                  <a:pt x="37579" y="103882"/>
                  <a:pt x="48927" y="92311"/>
                  <a:pt x="62433" y="92311"/>
                </a:cubicBezTo>
                <a:close/>
                <a:moveTo>
                  <a:pt x="59978" y="24073"/>
                </a:moveTo>
                <a:cubicBezTo>
                  <a:pt x="64167" y="24073"/>
                  <a:pt x="67568" y="27474"/>
                  <a:pt x="67568" y="31663"/>
                </a:cubicBezTo>
                <a:cubicBezTo>
                  <a:pt x="67568" y="35852"/>
                  <a:pt x="64167" y="39253"/>
                  <a:pt x="59978" y="39253"/>
                </a:cubicBezTo>
                <a:cubicBezTo>
                  <a:pt x="55789" y="39253"/>
                  <a:pt x="52387" y="35852"/>
                  <a:pt x="52387" y="31663"/>
                </a:cubicBezTo>
                <a:cubicBezTo>
                  <a:pt x="52387" y="27474"/>
                  <a:pt x="55789" y="24073"/>
                  <a:pt x="59978" y="24073"/>
                </a:cubicBezTo>
                <a:close/>
              </a:path>
            </a:pathLst>
          </a:custGeom>
          <a:solidFill>
            <a:srgbClr val="2D3748"/>
          </a:solidFill>
        </p:spPr>
      </p:sp>
      <p:sp>
        <p:nvSpPr>
          <p:cNvPr id="30" name="Text 28"/>
          <p:cNvSpPr/>
          <p:nvPr/>
        </p:nvSpPr>
        <p:spPr>
          <a:xfrm>
            <a:off x="7896225" y="3238500"/>
            <a:ext cx="3162300" cy="266700"/>
          </a:xfrm>
          <a:prstGeom prst="rect">
            <a:avLst/>
          </a:prstGeom>
          <a:noFill/>
        </p:spPr>
        <p:txBody>
          <a:bodyPr wrap="square" lIns="0" tIns="0" rIns="0" bIns="0" rtlCol="0" anchor="ctr"/>
          <a:lstStyle/>
          <a:p>
            <a:pPr>
              <a:lnSpc>
                <a:spcPct val="120000"/>
              </a:lnSpc>
            </a:pPr>
            <a:r>
              <a:rPr lang="en-US" sz="1500" b="1" dirty="0">
                <a:solidFill>
                  <a:srgbClr val="2D3748"/>
                </a:solidFill>
                <a:latin typeface="Liter" panose="02000503030000020004" pitchFamily="34" charset="0"/>
                <a:ea typeface="Liter" panose="02000503030000020004" pitchFamily="34" charset="-122"/>
                <a:cs typeface="Liter" panose="02000503030000020004" pitchFamily="34" charset="-120"/>
              </a:rPr>
              <a:t>Selenium Installation</a:t>
            </a:r>
            <a:endParaRPr lang="en-US" sz="1600" dirty="0"/>
          </a:p>
        </p:txBody>
      </p:sp>
      <p:sp>
        <p:nvSpPr>
          <p:cNvPr id="31" name="Text 29"/>
          <p:cNvSpPr/>
          <p:nvPr/>
        </p:nvSpPr>
        <p:spPr>
          <a:xfrm>
            <a:off x="7658100" y="3657600"/>
            <a:ext cx="3381375" cy="457200"/>
          </a:xfrm>
          <a:prstGeom prst="rect">
            <a:avLst/>
          </a:prstGeom>
          <a:noFill/>
        </p:spPr>
        <p:txBody>
          <a:bodyPr wrap="square" lIns="0" tIns="0" rIns="0" bIns="0" rtlCol="0" anchor="ctr"/>
          <a:lstStyle/>
          <a:p>
            <a:pPr>
              <a:lnSpc>
                <a:spcPct val="130000"/>
              </a:lnSpc>
            </a:pPr>
            <a:r>
              <a:rPr lang="en-US" sz="1200" dirty="0">
                <a:solidFill>
                  <a:srgbClr val="1A202C"/>
                </a:solidFill>
                <a:latin typeface="Quattrocento Sans" panose="020B0502050000020003" pitchFamily="34" charset="0"/>
                <a:ea typeface="Quattrocento Sans" panose="020B0502050000020003" pitchFamily="34" charset="-122"/>
                <a:cs typeface="Quattrocento Sans" panose="020B0502050000020003" pitchFamily="34" charset="-120"/>
              </a:rPr>
              <a:t>Selenium Python library was installed using pip package manager.</a:t>
            </a:r>
            <a:endParaRPr lang="en-US" sz="1600" dirty="0"/>
          </a:p>
        </p:txBody>
      </p:sp>
      <p:sp>
        <p:nvSpPr>
          <p:cNvPr id="32" name="Shape 30"/>
          <p:cNvSpPr/>
          <p:nvPr/>
        </p:nvSpPr>
        <p:spPr>
          <a:xfrm>
            <a:off x="7658100" y="4267200"/>
            <a:ext cx="3305175" cy="685800"/>
          </a:xfrm>
          <a:custGeom>
            <a:avLst/>
            <a:gdLst/>
            <a:ahLst/>
            <a:cxnLst/>
            <a:rect l="l" t="t" r="r" b="b"/>
            <a:pathLst>
              <a:path w="3305175" h="685800">
                <a:moveTo>
                  <a:pt x="38103" y="0"/>
                </a:moveTo>
                <a:lnTo>
                  <a:pt x="3267072" y="0"/>
                </a:lnTo>
                <a:cubicBezTo>
                  <a:pt x="3288116" y="0"/>
                  <a:pt x="3305175" y="17059"/>
                  <a:pt x="3305175" y="38103"/>
                </a:cubicBezTo>
                <a:lnTo>
                  <a:pt x="3305175" y="647697"/>
                </a:lnTo>
                <a:cubicBezTo>
                  <a:pt x="3305175" y="668741"/>
                  <a:pt x="3288116" y="685800"/>
                  <a:pt x="3267072" y="685800"/>
                </a:cubicBezTo>
                <a:lnTo>
                  <a:pt x="38103" y="685800"/>
                </a:lnTo>
                <a:cubicBezTo>
                  <a:pt x="17059" y="685800"/>
                  <a:pt x="0" y="668741"/>
                  <a:pt x="0" y="647697"/>
                </a:cubicBezTo>
                <a:lnTo>
                  <a:pt x="0" y="38103"/>
                </a:lnTo>
                <a:cubicBezTo>
                  <a:pt x="0" y="17073"/>
                  <a:pt x="17073" y="0"/>
                  <a:pt x="38103" y="0"/>
                </a:cubicBezTo>
                <a:close/>
              </a:path>
            </a:pathLst>
          </a:custGeom>
          <a:solidFill>
            <a:srgbClr val="2D3748"/>
          </a:solidFill>
        </p:spPr>
      </p:sp>
      <p:sp>
        <p:nvSpPr>
          <p:cNvPr id="33" name="Text 31"/>
          <p:cNvSpPr/>
          <p:nvPr/>
        </p:nvSpPr>
        <p:spPr>
          <a:xfrm>
            <a:off x="7658100" y="4267200"/>
            <a:ext cx="3371850" cy="685800"/>
          </a:xfrm>
          <a:prstGeom prst="rect">
            <a:avLst/>
          </a:prstGeom>
          <a:noFill/>
        </p:spPr>
        <p:txBody>
          <a:bodyPr wrap="square" lIns="152400" tIns="152400" rIns="152400" bIns="152400" rtlCol="0" anchor="ctr"/>
          <a:lstStyle/>
          <a:p>
            <a:pPr>
              <a:lnSpc>
                <a:spcPct val="120000"/>
              </a:lnSpc>
            </a:pPr>
            <a:r>
              <a:rPr lang="en-US" sz="1050" dirty="0">
                <a:solidFill>
                  <a:srgbClr val="E2E8F0"/>
                </a:solidFill>
                <a:latin typeface="MiSans" pitchFamily="34" charset="-122"/>
                <a:ea typeface="MiSans" pitchFamily="34" charset="-122"/>
                <a:cs typeface="MiSans" pitchFamily="34" charset="-120"/>
              </a:rPr>
              <a:t>$ pip install selenium</a:t>
            </a:r>
            <a:endParaRPr lang="en-US" sz="1600" dirty="0"/>
          </a:p>
          <a:p>
            <a:pPr>
              <a:lnSpc>
                <a:spcPct val="120000"/>
              </a:lnSpc>
            </a:pPr>
            <a:r>
              <a:rPr lang="en-US" sz="1050" dirty="0">
                <a:solidFill>
                  <a:srgbClr val="E2E8F0"/>
                </a:solidFill>
                <a:latin typeface="MiSans" pitchFamily="34" charset="-122"/>
                <a:ea typeface="MiSans" pitchFamily="34" charset="-122"/>
                <a:cs typeface="MiSans" pitchFamily="34" charset="-120"/>
              </a:rPr>
              <a:t>$ pip show selenium</a:t>
            </a:r>
            <a:endParaRPr lang="en-US" sz="1600" dirty="0"/>
          </a:p>
        </p:txBody>
      </p:sp>
      <p:sp>
        <p:nvSpPr>
          <p:cNvPr id="34" name="Shape 32"/>
          <p:cNvSpPr/>
          <p:nvPr/>
        </p:nvSpPr>
        <p:spPr>
          <a:xfrm>
            <a:off x="7658100" y="5067300"/>
            <a:ext cx="3305175" cy="419100"/>
          </a:xfrm>
          <a:custGeom>
            <a:avLst/>
            <a:gdLst/>
            <a:ahLst/>
            <a:cxnLst/>
            <a:rect l="l" t="t" r="r" b="b"/>
            <a:pathLst>
              <a:path w="3305175" h="419100">
                <a:moveTo>
                  <a:pt x="38100" y="0"/>
                </a:moveTo>
                <a:lnTo>
                  <a:pt x="3267075" y="0"/>
                </a:lnTo>
                <a:cubicBezTo>
                  <a:pt x="3288117" y="0"/>
                  <a:pt x="3305175" y="17058"/>
                  <a:pt x="3305175" y="38100"/>
                </a:cubicBezTo>
                <a:lnTo>
                  <a:pt x="3305175" y="381000"/>
                </a:lnTo>
                <a:cubicBezTo>
                  <a:pt x="3305175" y="402042"/>
                  <a:pt x="3288117" y="419100"/>
                  <a:pt x="3267075" y="419100"/>
                </a:cubicBezTo>
                <a:lnTo>
                  <a:pt x="38100" y="419100"/>
                </a:lnTo>
                <a:cubicBezTo>
                  <a:pt x="17058" y="419100"/>
                  <a:pt x="0" y="402042"/>
                  <a:pt x="0" y="381000"/>
                </a:cubicBezTo>
                <a:lnTo>
                  <a:pt x="0" y="38100"/>
                </a:lnTo>
                <a:cubicBezTo>
                  <a:pt x="0" y="17072"/>
                  <a:pt x="17072" y="0"/>
                  <a:pt x="38100" y="0"/>
                </a:cubicBezTo>
                <a:close/>
              </a:path>
            </a:pathLst>
          </a:custGeom>
          <a:solidFill>
            <a:srgbClr val="718096">
              <a:alpha val="10196"/>
            </a:srgbClr>
          </a:solidFill>
        </p:spPr>
      </p:sp>
      <p:sp>
        <p:nvSpPr>
          <p:cNvPr id="35" name="Shape 33"/>
          <p:cNvSpPr/>
          <p:nvPr/>
        </p:nvSpPr>
        <p:spPr>
          <a:xfrm>
            <a:off x="7791450" y="5207001"/>
            <a:ext cx="133350" cy="133350"/>
          </a:xfrm>
          <a:custGeom>
            <a:avLst/>
            <a:gdLst/>
            <a:ahLst/>
            <a:cxnLst/>
            <a:rect l="l" t="t" r="r" b="b"/>
            <a:pathLst>
              <a:path w="133350" h="133350">
                <a:moveTo>
                  <a:pt x="66675" y="133350"/>
                </a:moveTo>
                <a:cubicBezTo>
                  <a:pt x="103474" y="133350"/>
                  <a:pt x="133350" y="103474"/>
                  <a:pt x="133350" y="66675"/>
                </a:cubicBezTo>
                <a:cubicBezTo>
                  <a:pt x="133350" y="29876"/>
                  <a:pt x="103474" y="0"/>
                  <a:pt x="66675" y="0"/>
                </a:cubicBezTo>
                <a:cubicBezTo>
                  <a:pt x="29876" y="0"/>
                  <a:pt x="0" y="29876"/>
                  <a:pt x="0" y="66675"/>
                </a:cubicBezTo>
                <a:cubicBezTo>
                  <a:pt x="0" y="103474"/>
                  <a:pt x="29876" y="133350"/>
                  <a:pt x="66675" y="133350"/>
                </a:cubicBezTo>
                <a:close/>
                <a:moveTo>
                  <a:pt x="88657" y="55398"/>
                </a:moveTo>
                <a:lnTo>
                  <a:pt x="67821" y="88735"/>
                </a:lnTo>
                <a:cubicBezTo>
                  <a:pt x="66727" y="90480"/>
                  <a:pt x="64852" y="91574"/>
                  <a:pt x="62794" y="91678"/>
                </a:cubicBezTo>
                <a:cubicBezTo>
                  <a:pt x="60737" y="91782"/>
                  <a:pt x="58757" y="90845"/>
                  <a:pt x="57533" y="89178"/>
                </a:cubicBezTo>
                <a:lnTo>
                  <a:pt x="45032" y="72509"/>
                </a:lnTo>
                <a:cubicBezTo>
                  <a:pt x="42948" y="69748"/>
                  <a:pt x="43521" y="65842"/>
                  <a:pt x="46282" y="63758"/>
                </a:cubicBezTo>
                <a:cubicBezTo>
                  <a:pt x="49043" y="61674"/>
                  <a:pt x="52949" y="62247"/>
                  <a:pt x="55033" y="65008"/>
                </a:cubicBezTo>
                <a:lnTo>
                  <a:pt x="62065" y="74384"/>
                </a:lnTo>
                <a:lnTo>
                  <a:pt x="78057" y="48782"/>
                </a:lnTo>
                <a:cubicBezTo>
                  <a:pt x="79880" y="45865"/>
                  <a:pt x="83734" y="44954"/>
                  <a:pt x="86678" y="46803"/>
                </a:cubicBezTo>
                <a:cubicBezTo>
                  <a:pt x="89621" y="48652"/>
                  <a:pt x="90506" y="52481"/>
                  <a:pt x="88657" y="55424"/>
                </a:cubicBezTo>
                <a:close/>
              </a:path>
            </a:pathLst>
          </a:custGeom>
          <a:solidFill>
            <a:srgbClr val="4A5568"/>
          </a:solidFill>
        </p:spPr>
      </p:sp>
      <p:sp>
        <p:nvSpPr>
          <p:cNvPr id="36" name="Text 34"/>
          <p:cNvSpPr/>
          <p:nvPr/>
        </p:nvSpPr>
        <p:spPr>
          <a:xfrm>
            <a:off x="8001000" y="5181600"/>
            <a:ext cx="1600200" cy="190500"/>
          </a:xfrm>
          <a:prstGeom prst="rect">
            <a:avLst/>
          </a:prstGeom>
          <a:noFill/>
        </p:spPr>
        <p:txBody>
          <a:bodyPr wrap="square" lIns="0" tIns="0" rIns="0" bIns="0" rtlCol="0" anchor="ctr"/>
          <a:lstStyle/>
          <a:p>
            <a:pPr>
              <a:lnSpc>
                <a:spcPct val="120000"/>
              </a:lnSpc>
            </a:pPr>
            <a:r>
              <a:rPr lang="en-US" sz="1050" dirty="0">
                <a:solidFill>
                  <a:srgbClr val="1A202C"/>
                </a:solidFill>
                <a:latin typeface="Quattrocento Sans" panose="020B0502050000020003" pitchFamily="34" charset="0"/>
                <a:ea typeface="Quattrocento Sans" panose="020B0502050000020003" pitchFamily="34" charset="-122"/>
                <a:cs typeface="Quattrocento Sans" panose="020B0502050000020003" pitchFamily="34" charset="-120"/>
              </a:rPr>
              <a:t>Selenium bindings verified</a:t>
            </a:r>
            <a:endParaRPr lang="en-US" sz="1600" dirty="0"/>
          </a:p>
        </p:txBody>
      </p:sp>
      <p:sp>
        <p:nvSpPr>
          <p:cNvPr id="37" name="Shape 35"/>
          <p:cNvSpPr/>
          <p:nvPr/>
        </p:nvSpPr>
        <p:spPr>
          <a:xfrm>
            <a:off x="381000" y="5867400"/>
            <a:ext cx="5638800" cy="533400"/>
          </a:xfrm>
          <a:custGeom>
            <a:avLst/>
            <a:gdLst/>
            <a:ahLst/>
            <a:cxnLst/>
            <a:rect l="l" t="t" r="r" b="b"/>
            <a:pathLst>
              <a:path w="5638800" h="533400">
                <a:moveTo>
                  <a:pt x="76202" y="0"/>
                </a:moveTo>
                <a:lnTo>
                  <a:pt x="5562598" y="0"/>
                </a:lnTo>
                <a:cubicBezTo>
                  <a:pt x="5604683" y="0"/>
                  <a:pt x="5638800" y="34117"/>
                  <a:pt x="5638800" y="76202"/>
                </a:cubicBezTo>
                <a:lnTo>
                  <a:pt x="5638800" y="457198"/>
                </a:lnTo>
                <a:cubicBezTo>
                  <a:pt x="5638800" y="499283"/>
                  <a:pt x="5604683" y="533400"/>
                  <a:pt x="5562598" y="533400"/>
                </a:cubicBezTo>
                <a:lnTo>
                  <a:pt x="76202" y="533400"/>
                </a:lnTo>
                <a:cubicBezTo>
                  <a:pt x="34117" y="533400"/>
                  <a:pt x="0" y="499283"/>
                  <a:pt x="0" y="457198"/>
                </a:cubicBezTo>
                <a:lnTo>
                  <a:pt x="0" y="76202"/>
                </a:lnTo>
                <a:cubicBezTo>
                  <a:pt x="0" y="34145"/>
                  <a:pt x="34145" y="0"/>
                  <a:pt x="76202" y="0"/>
                </a:cubicBezTo>
                <a:close/>
              </a:path>
            </a:pathLst>
          </a:custGeom>
          <a:solidFill>
            <a:srgbClr val="2D3748">
              <a:alpha val="5098"/>
            </a:srgbClr>
          </a:solidFill>
        </p:spPr>
      </p:sp>
      <p:sp>
        <p:nvSpPr>
          <p:cNvPr id="38" name="Text 36"/>
          <p:cNvSpPr/>
          <p:nvPr/>
        </p:nvSpPr>
        <p:spPr>
          <a:xfrm>
            <a:off x="533400" y="6019800"/>
            <a:ext cx="5410200" cy="228600"/>
          </a:xfrm>
          <a:prstGeom prst="rect">
            <a:avLst/>
          </a:prstGeom>
          <a:noFill/>
        </p:spPr>
        <p:txBody>
          <a:bodyPr wrap="square" lIns="0" tIns="0" rIns="0" bIns="0" rtlCol="0" anchor="ctr"/>
          <a:lstStyle/>
          <a:p>
            <a:pPr>
              <a:lnSpc>
                <a:spcPct val="130000"/>
              </a:lnSpc>
            </a:pPr>
            <a:r>
              <a:rPr lang="en-US" sz="1200" b="1" dirty="0">
                <a:solidFill>
                  <a:srgbClr val="2D3748"/>
                </a:solidFill>
                <a:latin typeface="Quattrocento Sans" panose="020B0502050000020003" pitchFamily="34" charset="0"/>
                <a:ea typeface="Quattrocento Sans" panose="020B0502050000020003" pitchFamily="34" charset="-122"/>
                <a:cs typeface="Quattrocento Sans" panose="020B0502050000020003" pitchFamily="34" charset="-120"/>
              </a:rPr>
              <a:t>Package Manager:</a:t>
            </a:r>
            <a:r>
              <a:rPr lang="en-US" sz="1200" dirty="0">
                <a:solidFill>
                  <a:srgbClr val="1A202C"/>
                </a:solidFill>
                <a:latin typeface="Quattrocento Sans" panose="020B0502050000020003" pitchFamily="34" charset="0"/>
                <a:ea typeface="Quattrocento Sans" panose="020B0502050000020003" pitchFamily="34" charset="-122"/>
                <a:cs typeface="Quattrocento Sans" panose="020B0502050000020003" pitchFamily="34" charset="-120"/>
              </a:rPr>
              <a:t> Homebrew (macOS)</a:t>
            </a:r>
            <a:endParaRPr lang="en-US" sz="1600" dirty="0"/>
          </a:p>
        </p:txBody>
      </p:sp>
      <p:sp>
        <p:nvSpPr>
          <p:cNvPr id="39" name="Shape 37"/>
          <p:cNvSpPr/>
          <p:nvPr/>
        </p:nvSpPr>
        <p:spPr>
          <a:xfrm>
            <a:off x="6172200" y="5867400"/>
            <a:ext cx="5638800" cy="533400"/>
          </a:xfrm>
          <a:custGeom>
            <a:avLst/>
            <a:gdLst/>
            <a:ahLst/>
            <a:cxnLst/>
            <a:rect l="l" t="t" r="r" b="b"/>
            <a:pathLst>
              <a:path w="5638800" h="533400">
                <a:moveTo>
                  <a:pt x="76202" y="0"/>
                </a:moveTo>
                <a:lnTo>
                  <a:pt x="5562598" y="0"/>
                </a:lnTo>
                <a:cubicBezTo>
                  <a:pt x="5604683" y="0"/>
                  <a:pt x="5638800" y="34117"/>
                  <a:pt x="5638800" y="76202"/>
                </a:cubicBezTo>
                <a:lnTo>
                  <a:pt x="5638800" y="457198"/>
                </a:lnTo>
                <a:cubicBezTo>
                  <a:pt x="5638800" y="499283"/>
                  <a:pt x="5604683" y="533400"/>
                  <a:pt x="5562598" y="533400"/>
                </a:cubicBezTo>
                <a:lnTo>
                  <a:pt x="76202" y="533400"/>
                </a:lnTo>
                <a:cubicBezTo>
                  <a:pt x="34117" y="533400"/>
                  <a:pt x="0" y="499283"/>
                  <a:pt x="0" y="457198"/>
                </a:cubicBezTo>
                <a:lnTo>
                  <a:pt x="0" y="76202"/>
                </a:lnTo>
                <a:cubicBezTo>
                  <a:pt x="0" y="34145"/>
                  <a:pt x="34145" y="0"/>
                  <a:pt x="76202" y="0"/>
                </a:cubicBezTo>
                <a:close/>
              </a:path>
            </a:pathLst>
          </a:custGeom>
          <a:solidFill>
            <a:srgbClr val="2D3748">
              <a:alpha val="5098"/>
            </a:srgbClr>
          </a:solidFill>
        </p:spPr>
      </p:sp>
      <p:sp>
        <p:nvSpPr>
          <p:cNvPr id="40" name="Text 38"/>
          <p:cNvSpPr/>
          <p:nvPr/>
        </p:nvSpPr>
        <p:spPr>
          <a:xfrm>
            <a:off x="6324600" y="6019800"/>
            <a:ext cx="5410200" cy="228600"/>
          </a:xfrm>
          <a:prstGeom prst="rect">
            <a:avLst/>
          </a:prstGeom>
          <a:noFill/>
        </p:spPr>
        <p:txBody>
          <a:bodyPr wrap="square" lIns="0" tIns="0" rIns="0" bIns="0" rtlCol="0" anchor="ctr"/>
          <a:lstStyle/>
          <a:p>
            <a:pPr>
              <a:lnSpc>
                <a:spcPct val="130000"/>
              </a:lnSpc>
            </a:pPr>
            <a:r>
              <a:rPr lang="en-US" sz="1200" b="1" dirty="0">
                <a:solidFill>
                  <a:srgbClr val="2D3748"/>
                </a:solidFill>
                <a:latin typeface="Quattrocento Sans" panose="020B0502050000020003" pitchFamily="34" charset="0"/>
                <a:ea typeface="Quattrocento Sans" panose="020B0502050000020003" pitchFamily="34" charset="-122"/>
                <a:cs typeface="Quattrocento Sans" panose="020B0502050000020003" pitchFamily="34" charset="-120"/>
              </a:rPr>
              <a:t>IDE:</a:t>
            </a:r>
            <a:r>
              <a:rPr lang="en-US" sz="1200" dirty="0">
                <a:solidFill>
                  <a:srgbClr val="1A202C"/>
                </a:solidFill>
                <a:latin typeface="Quattrocento Sans" panose="020B0502050000020003" pitchFamily="34" charset="0"/>
                <a:ea typeface="Quattrocento Sans" panose="020B0502050000020003" pitchFamily="34" charset="-122"/>
                <a:cs typeface="Quattrocento Sans" panose="020B0502050000020003" pitchFamily="34" charset="-120"/>
              </a:rPr>
              <a:t> PyCharm Professional</a:t>
            </a:r>
            <a:endParaRPr lang="en-US" sz="1600" dirty="0"/>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pic>
        <p:nvPicPr>
          <p:cNvPr id="2" name="Image 0" descr="https://kimi-web-img.moonshot.cn/img/www.shutterstock.com/984c275832a79d3c1fbe632c7c83b141f1042468.jpg"/>
          <p:cNvPicPr>
            <a:picLocks noChangeAspect="1"/>
          </p:cNvPicPr>
          <p:nvPr/>
        </p:nvPicPr>
        <p:blipFill>
          <a:blip r:embed="rId1">
            <a:alphaModFix amt="10000"/>
          </a:blip>
          <a:stretch>
            <a:fillRect/>
          </a:stretch>
        </p:blipFill>
        <p:spPr>
          <a:xfrm>
            <a:off x="0" y="0"/>
            <a:ext cx="12192000" cy="6858000"/>
          </a:xfrm>
          <a:prstGeom prst="roundRect">
            <a:avLst>
              <a:gd name="adj" fmla="val 0"/>
            </a:avLst>
          </a:prstGeom>
        </p:spPr>
      </p:pic>
      <p:sp>
        <p:nvSpPr>
          <p:cNvPr id="3" name="Text 0"/>
          <p:cNvSpPr/>
          <p:nvPr/>
        </p:nvSpPr>
        <p:spPr>
          <a:xfrm>
            <a:off x="381000" y="381000"/>
            <a:ext cx="4552950" cy="457200"/>
          </a:xfrm>
          <a:prstGeom prst="rect">
            <a:avLst/>
          </a:prstGeom>
          <a:noFill/>
        </p:spPr>
        <p:txBody>
          <a:bodyPr wrap="square" lIns="0" tIns="0" rIns="0" bIns="0" rtlCol="0" anchor="ctr"/>
          <a:lstStyle/>
          <a:p>
            <a:pPr>
              <a:lnSpc>
                <a:spcPct val="80000"/>
              </a:lnSpc>
            </a:pPr>
            <a:r>
              <a:rPr lang="en-US" sz="3600" b="1" dirty="0">
                <a:solidFill>
                  <a:srgbClr val="2D3748"/>
                </a:solidFill>
                <a:latin typeface="Hedvig Letters Sans" pitchFamily="34" charset="0"/>
                <a:ea typeface="Hedvig Letters Sans" pitchFamily="34" charset="-122"/>
                <a:cs typeface="Hedvig Letters Sans" pitchFamily="34" charset="-120"/>
              </a:rPr>
              <a:t>Selected Application</a:t>
            </a:r>
            <a:endParaRPr lang="en-US" sz="1600" dirty="0"/>
          </a:p>
        </p:txBody>
      </p:sp>
      <p:sp>
        <p:nvSpPr>
          <p:cNvPr id="4" name="Shape 1"/>
          <p:cNvSpPr/>
          <p:nvPr/>
        </p:nvSpPr>
        <p:spPr>
          <a:xfrm>
            <a:off x="381000" y="914400"/>
            <a:ext cx="914400" cy="38100"/>
          </a:xfrm>
          <a:custGeom>
            <a:avLst/>
            <a:gdLst/>
            <a:ahLst/>
            <a:cxnLst/>
            <a:rect l="l" t="t" r="r" b="b"/>
            <a:pathLst>
              <a:path w="914400" h="38100">
                <a:moveTo>
                  <a:pt x="0" y="0"/>
                </a:moveTo>
                <a:lnTo>
                  <a:pt x="914400" y="0"/>
                </a:lnTo>
                <a:lnTo>
                  <a:pt x="914400" y="38100"/>
                </a:lnTo>
                <a:lnTo>
                  <a:pt x="0" y="38100"/>
                </a:lnTo>
                <a:lnTo>
                  <a:pt x="0" y="0"/>
                </a:lnTo>
                <a:close/>
              </a:path>
            </a:pathLst>
          </a:custGeom>
          <a:solidFill>
            <a:srgbClr val="4A5568"/>
          </a:solidFill>
        </p:spPr>
      </p:sp>
      <p:sp>
        <p:nvSpPr>
          <p:cNvPr id="5" name="Shape 2"/>
          <p:cNvSpPr/>
          <p:nvPr/>
        </p:nvSpPr>
        <p:spPr>
          <a:xfrm>
            <a:off x="11096625" y="381000"/>
            <a:ext cx="714375" cy="571500"/>
          </a:xfrm>
          <a:custGeom>
            <a:avLst/>
            <a:gdLst/>
            <a:ahLst/>
            <a:cxnLst/>
            <a:rect l="l" t="t" r="r" b="b"/>
            <a:pathLst>
              <a:path w="714375" h="571500">
                <a:moveTo>
                  <a:pt x="26789" y="-17859"/>
                </a:moveTo>
                <a:cubicBezTo>
                  <a:pt x="11943" y="-17859"/>
                  <a:pt x="0" y="-5916"/>
                  <a:pt x="0" y="8930"/>
                </a:cubicBezTo>
                <a:cubicBezTo>
                  <a:pt x="0" y="23775"/>
                  <a:pt x="11943" y="35719"/>
                  <a:pt x="26789" y="35719"/>
                </a:cubicBezTo>
                <a:lnTo>
                  <a:pt x="77353" y="35719"/>
                </a:lnTo>
                <a:cubicBezTo>
                  <a:pt x="81707" y="35719"/>
                  <a:pt x="85390" y="38844"/>
                  <a:pt x="86171" y="43086"/>
                </a:cubicBezTo>
                <a:lnTo>
                  <a:pt x="144326" y="362657"/>
                </a:lnTo>
                <a:cubicBezTo>
                  <a:pt x="151247" y="400831"/>
                  <a:pt x="184510" y="428625"/>
                  <a:pt x="223354" y="428625"/>
                </a:cubicBezTo>
                <a:lnTo>
                  <a:pt x="508992" y="428625"/>
                </a:lnTo>
                <a:cubicBezTo>
                  <a:pt x="523838" y="428625"/>
                  <a:pt x="535781" y="416682"/>
                  <a:pt x="535781" y="401836"/>
                </a:cubicBezTo>
                <a:cubicBezTo>
                  <a:pt x="535781" y="386990"/>
                  <a:pt x="523838" y="375047"/>
                  <a:pt x="508992" y="375047"/>
                </a:cubicBezTo>
                <a:lnTo>
                  <a:pt x="223354" y="375047"/>
                </a:lnTo>
                <a:cubicBezTo>
                  <a:pt x="210406" y="375047"/>
                  <a:pt x="199355" y="365782"/>
                  <a:pt x="197011" y="353058"/>
                </a:cubicBezTo>
                <a:lnTo>
                  <a:pt x="191319" y="321469"/>
                </a:lnTo>
                <a:lnTo>
                  <a:pt x="530200" y="321469"/>
                </a:lnTo>
                <a:cubicBezTo>
                  <a:pt x="564579" y="321469"/>
                  <a:pt x="594047" y="297024"/>
                  <a:pt x="600410" y="263203"/>
                </a:cubicBezTo>
                <a:lnTo>
                  <a:pt x="635012" y="78023"/>
                </a:lnTo>
                <a:cubicBezTo>
                  <a:pt x="639142" y="56034"/>
                  <a:pt x="622288" y="35719"/>
                  <a:pt x="599852" y="35719"/>
                </a:cubicBezTo>
                <a:lnTo>
                  <a:pt x="139192" y="35719"/>
                </a:lnTo>
                <a:lnTo>
                  <a:pt x="138745" y="33486"/>
                </a:lnTo>
                <a:cubicBezTo>
                  <a:pt x="133387" y="3795"/>
                  <a:pt x="107491" y="-17859"/>
                  <a:pt x="77242" y="-17859"/>
                </a:cubicBezTo>
                <a:lnTo>
                  <a:pt x="26789" y="-17859"/>
                </a:lnTo>
                <a:close/>
                <a:moveTo>
                  <a:pt x="232172" y="571500"/>
                </a:moveTo>
                <a:cubicBezTo>
                  <a:pt x="261742" y="571500"/>
                  <a:pt x="285750" y="547492"/>
                  <a:pt x="285750" y="517922"/>
                </a:cubicBezTo>
                <a:cubicBezTo>
                  <a:pt x="285750" y="488351"/>
                  <a:pt x="261742" y="464344"/>
                  <a:pt x="232172" y="464344"/>
                </a:cubicBezTo>
                <a:cubicBezTo>
                  <a:pt x="202601" y="464344"/>
                  <a:pt x="178594" y="488351"/>
                  <a:pt x="178594" y="517922"/>
                </a:cubicBezTo>
                <a:cubicBezTo>
                  <a:pt x="178594" y="547492"/>
                  <a:pt x="202601" y="571500"/>
                  <a:pt x="232172" y="571500"/>
                </a:cubicBezTo>
                <a:close/>
                <a:moveTo>
                  <a:pt x="482203" y="571500"/>
                </a:moveTo>
                <a:cubicBezTo>
                  <a:pt x="511774" y="571500"/>
                  <a:pt x="535781" y="547492"/>
                  <a:pt x="535781" y="517922"/>
                </a:cubicBezTo>
                <a:cubicBezTo>
                  <a:pt x="535781" y="488351"/>
                  <a:pt x="511774" y="464344"/>
                  <a:pt x="482203" y="464344"/>
                </a:cubicBezTo>
                <a:cubicBezTo>
                  <a:pt x="452633" y="464344"/>
                  <a:pt x="428625" y="488351"/>
                  <a:pt x="428625" y="517922"/>
                </a:cubicBezTo>
                <a:cubicBezTo>
                  <a:pt x="428625" y="547492"/>
                  <a:pt x="452633" y="571500"/>
                  <a:pt x="482203" y="571500"/>
                </a:cubicBezTo>
                <a:close/>
              </a:path>
            </a:pathLst>
          </a:custGeom>
          <a:solidFill>
            <a:srgbClr val="718096">
              <a:alpha val="30196"/>
            </a:srgbClr>
          </a:solidFill>
        </p:spPr>
      </p:sp>
      <p:sp>
        <p:nvSpPr>
          <p:cNvPr id="6" name="Shape 3"/>
          <p:cNvSpPr/>
          <p:nvPr/>
        </p:nvSpPr>
        <p:spPr>
          <a:xfrm>
            <a:off x="381000" y="1257300"/>
            <a:ext cx="5562600" cy="2095500"/>
          </a:xfrm>
          <a:custGeom>
            <a:avLst/>
            <a:gdLst/>
            <a:ahLst/>
            <a:cxnLst/>
            <a:rect l="l" t="t" r="r" b="b"/>
            <a:pathLst>
              <a:path w="5562600" h="2095500">
                <a:moveTo>
                  <a:pt x="76192" y="0"/>
                </a:moveTo>
                <a:lnTo>
                  <a:pt x="5486408" y="0"/>
                </a:lnTo>
                <a:cubicBezTo>
                  <a:pt x="5528488" y="0"/>
                  <a:pt x="5562600" y="34112"/>
                  <a:pt x="5562600" y="76192"/>
                </a:cubicBezTo>
                <a:lnTo>
                  <a:pt x="5562600" y="2019308"/>
                </a:lnTo>
                <a:cubicBezTo>
                  <a:pt x="5562600" y="2061388"/>
                  <a:pt x="5528488" y="2095500"/>
                  <a:pt x="5486408" y="2095500"/>
                </a:cubicBezTo>
                <a:lnTo>
                  <a:pt x="76192" y="2095500"/>
                </a:lnTo>
                <a:cubicBezTo>
                  <a:pt x="34112" y="2095500"/>
                  <a:pt x="0" y="2061388"/>
                  <a:pt x="0" y="2019308"/>
                </a:cubicBezTo>
                <a:lnTo>
                  <a:pt x="0" y="76192"/>
                </a:lnTo>
                <a:cubicBezTo>
                  <a:pt x="0" y="34141"/>
                  <a:pt x="34141" y="0"/>
                  <a:pt x="76192" y="0"/>
                </a:cubicBezTo>
                <a:close/>
              </a:path>
            </a:pathLst>
          </a:custGeom>
          <a:gradFill flip="none" rotWithShape="1">
            <a:gsLst>
              <a:gs pos="0">
                <a:srgbClr val="2D3748"/>
              </a:gs>
              <a:gs pos="100000">
                <a:srgbClr val="4A5568"/>
              </a:gs>
            </a:gsLst>
            <a:lin ang="2700000" scaled="1"/>
          </a:gradFill>
          <a:effectLst>
            <a:outerShdw blurRad="142875" dist="95250" dir="5400000" algn="bl" rotWithShape="0">
              <a:srgbClr val="000000">
                <a:alpha val="10196"/>
              </a:srgbClr>
            </a:outerShdw>
          </a:effectLst>
        </p:spPr>
      </p:sp>
      <p:sp>
        <p:nvSpPr>
          <p:cNvPr id="7" name="Shape 4"/>
          <p:cNvSpPr/>
          <p:nvPr/>
        </p:nvSpPr>
        <p:spPr>
          <a:xfrm>
            <a:off x="814388" y="1562100"/>
            <a:ext cx="600075" cy="685800"/>
          </a:xfrm>
          <a:custGeom>
            <a:avLst/>
            <a:gdLst/>
            <a:ahLst/>
            <a:cxnLst/>
            <a:rect l="l" t="t" r="r" b="b"/>
            <a:pathLst>
              <a:path w="600075" h="685800">
                <a:moveTo>
                  <a:pt x="345177" y="217929"/>
                </a:moveTo>
                <a:cubicBezTo>
                  <a:pt x="279946" y="220340"/>
                  <a:pt x="118140" y="238691"/>
                  <a:pt x="118140" y="375315"/>
                </a:cubicBezTo>
                <a:cubicBezTo>
                  <a:pt x="118140" y="521985"/>
                  <a:pt x="303386" y="528012"/>
                  <a:pt x="363929" y="433179"/>
                </a:cubicBezTo>
                <a:cubicBezTo>
                  <a:pt x="372636" y="446842"/>
                  <a:pt x="411346" y="483409"/>
                  <a:pt x="424607" y="495866"/>
                </a:cubicBezTo>
                <a:lnTo>
                  <a:pt x="500688" y="420856"/>
                </a:lnTo>
                <a:cubicBezTo>
                  <a:pt x="500688" y="420856"/>
                  <a:pt x="457423" y="386968"/>
                  <a:pt x="457423" y="350133"/>
                </a:cubicBezTo>
                <a:lnTo>
                  <a:pt x="457423" y="153099"/>
                </a:lnTo>
                <a:cubicBezTo>
                  <a:pt x="457423" y="119211"/>
                  <a:pt x="424607" y="42863"/>
                  <a:pt x="307003" y="42863"/>
                </a:cubicBezTo>
                <a:cubicBezTo>
                  <a:pt x="189131" y="42863"/>
                  <a:pt x="126578" y="116532"/>
                  <a:pt x="126578" y="182567"/>
                </a:cubicBezTo>
                <a:lnTo>
                  <a:pt x="225028" y="191676"/>
                </a:lnTo>
                <a:cubicBezTo>
                  <a:pt x="246861" y="125373"/>
                  <a:pt x="297626" y="125373"/>
                  <a:pt x="297626" y="125373"/>
                </a:cubicBezTo>
                <a:cubicBezTo>
                  <a:pt x="352142" y="125239"/>
                  <a:pt x="345177" y="165289"/>
                  <a:pt x="345177" y="217929"/>
                </a:cubicBezTo>
                <a:close/>
                <a:moveTo>
                  <a:pt x="345177" y="334194"/>
                </a:moveTo>
                <a:cubicBezTo>
                  <a:pt x="345177" y="441350"/>
                  <a:pt x="232395" y="425276"/>
                  <a:pt x="232395" y="357232"/>
                </a:cubicBezTo>
                <a:cubicBezTo>
                  <a:pt x="232395" y="294010"/>
                  <a:pt x="300038" y="281285"/>
                  <a:pt x="345177" y="279812"/>
                </a:cubicBezTo>
                <a:lnTo>
                  <a:pt x="345177" y="334194"/>
                </a:lnTo>
                <a:close/>
                <a:moveTo>
                  <a:pt x="527343" y="553194"/>
                </a:moveTo>
                <a:cubicBezTo>
                  <a:pt x="517029" y="566589"/>
                  <a:pt x="433581" y="642938"/>
                  <a:pt x="293608" y="642938"/>
                </a:cubicBezTo>
                <a:cubicBezTo>
                  <a:pt x="153635" y="642938"/>
                  <a:pt x="46479" y="547167"/>
                  <a:pt x="13662" y="507653"/>
                </a:cubicBezTo>
                <a:cubicBezTo>
                  <a:pt x="4554" y="497339"/>
                  <a:pt x="15002" y="492517"/>
                  <a:pt x="21029" y="496535"/>
                </a:cubicBezTo>
                <a:cubicBezTo>
                  <a:pt x="119211" y="556141"/>
                  <a:pt x="272579" y="654323"/>
                  <a:pt x="519976" y="537121"/>
                </a:cubicBezTo>
                <a:cubicBezTo>
                  <a:pt x="530022" y="532165"/>
                  <a:pt x="537790" y="539800"/>
                  <a:pt x="527343" y="553194"/>
                </a:cubicBezTo>
                <a:close/>
                <a:moveTo>
                  <a:pt x="580653" y="556141"/>
                </a:moveTo>
                <a:cubicBezTo>
                  <a:pt x="571946" y="577304"/>
                  <a:pt x="559222" y="592038"/>
                  <a:pt x="552257" y="597664"/>
                </a:cubicBezTo>
                <a:cubicBezTo>
                  <a:pt x="544890" y="603692"/>
                  <a:pt x="539532" y="601281"/>
                  <a:pt x="543550" y="592574"/>
                </a:cubicBezTo>
                <a:cubicBezTo>
                  <a:pt x="547568" y="583868"/>
                  <a:pt x="569402" y="530289"/>
                  <a:pt x="560561" y="518904"/>
                </a:cubicBezTo>
                <a:cubicBezTo>
                  <a:pt x="551855" y="507787"/>
                  <a:pt x="511001" y="513144"/>
                  <a:pt x="496267" y="514618"/>
                </a:cubicBezTo>
                <a:cubicBezTo>
                  <a:pt x="481801" y="515957"/>
                  <a:pt x="478854" y="517297"/>
                  <a:pt x="477515" y="514216"/>
                </a:cubicBezTo>
                <a:cubicBezTo>
                  <a:pt x="474434" y="506581"/>
                  <a:pt x="506581" y="493455"/>
                  <a:pt x="527745" y="490776"/>
                </a:cubicBezTo>
                <a:cubicBezTo>
                  <a:pt x="548774" y="488365"/>
                  <a:pt x="582662" y="489704"/>
                  <a:pt x="589359" y="498411"/>
                </a:cubicBezTo>
                <a:cubicBezTo>
                  <a:pt x="594315" y="505242"/>
                  <a:pt x="589359" y="534710"/>
                  <a:pt x="580653" y="556141"/>
                </a:cubicBezTo>
                <a:close/>
              </a:path>
            </a:pathLst>
          </a:custGeom>
          <a:solidFill>
            <a:srgbClr val="E2E8F0"/>
          </a:solidFill>
        </p:spPr>
      </p:sp>
      <p:sp>
        <p:nvSpPr>
          <p:cNvPr id="8" name="Text 5"/>
          <p:cNvSpPr/>
          <p:nvPr/>
        </p:nvSpPr>
        <p:spPr>
          <a:xfrm>
            <a:off x="1771650" y="1581150"/>
            <a:ext cx="2000250" cy="381000"/>
          </a:xfrm>
          <a:prstGeom prst="rect">
            <a:avLst/>
          </a:prstGeom>
          <a:noFill/>
        </p:spPr>
        <p:txBody>
          <a:bodyPr wrap="square" lIns="0" tIns="0" rIns="0" bIns="0" rtlCol="0" anchor="ctr"/>
          <a:lstStyle/>
          <a:p>
            <a:pPr>
              <a:lnSpc>
                <a:spcPct val="90000"/>
              </a:lnSpc>
            </a:pPr>
            <a:r>
              <a:rPr lang="en-US" sz="2700" b="1" dirty="0">
                <a:solidFill>
                  <a:srgbClr val="E2E8F0"/>
                </a:solidFill>
                <a:latin typeface="Hedvig Letters Sans" pitchFamily="34" charset="0"/>
                <a:ea typeface="Hedvig Letters Sans" pitchFamily="34" charset="-122"/>
                <a:cs typeface="Hedvig Letters Sans" pitchFamily="34" charset="-120"/>
              </a:rPr>
              <a:t>Amazon</a:t>
            </a:r>
            <a:endParaRPr lang="en-US" sz="1600" dirty="0"/>
          </a:p>
        </p:txBody>
      </p:sp>
      <p:sp>
        <p:nvSpPr>
          <p:cNvPr id="9" name="Text 6"/>
          <p:cNvSpPr/>
          <p:nvPr/>
        </p:nvSpPr>
        <p:spPr>
          <a:xfrm>
            <a:off x="1771650" y="1962150"/>
            <a:ext cx="1924050" cy="266700"/>
          </a:xfrm>
          <a:prstGeom prst="rect">
            <a:avLst/>
          </a:prstGeom>
          <a:noFill/>
        </p:spPr>
        <p:txBody>
          <a:bodyPr wrap="square" lIns="0" tIns="0" rIns="0" bIns="0" rtlCol="0" anchor="ctr"/>
          <a:lstStyle/>
          <a:p>
            <a:pPr>
              <a:lnSpc>
                <a:spcPct val="120000"/>
              </a:lnSpc>
            </a:pPr>
            <a:r>
              <a:rPr lang="en-US" sz="1500" dirty="0">
                <a:solidFill>
                  <a:srgbClr val="E2E8F0">
                    <a:alpha val="90000"/>
                  </a:srgbClr>
                </a:solidFill>
                <a:latin typeface="Quattrocento Sans" panose="020B0502050000020003" pitchFamily="34" charset="0"/>
                <a:ea typeface="Quattrocento Sans" panose="020B0502050000020003" pitchFamily="34" charset="-122"/>
                <a:cs typeface="Quattrocento Sans" panose="020B0502050000020003" pitchFamily="34" charset="-120"/>
              </a:rPr>
              <a:t>E-commerce Platform</a:t>
            </a:r>
            <a:endParaRPr lang="en-US" sz="1600" dirty="0"/>
          </a:p>
        </p:txBody>
      </p:sp>
      <p:sp>
        <p:nvSpPr>
          <p:cNvPr id="10" name="Shape 7"/>
          <p:cNvSpPr/>
          <p:nvPr/>
        </p:nvSpPr>
        <p:spPr>
          <a:xfrm>
            <a:off x="685800" y="2476500"/>
            <a:ext cx="4953000" cy="571500"/>
          </a:xfrm>
          <a:custGeom>
            <a:avLst/>
            <a:gdLst/>
            <a:ahLst/>
            <a:cxnLst/>
            <a:rect l="l" t="t" r="r" b="b"/>
            <a:pathLst>
              <a:path w="4953000" h="571500">
                <a:moveTo>
                  <a:pt x="38102" y="0"/>
                </a:moveTo>
                <a:lnTo>
                  <a:pt x="4914898" y="0"/>
                </a:lnTo>
                <a:cubicBezTo>
                  <a:pt x="4935941" y="0"/>
                  <a:pt x="4953000" y="17059"/>
                  <a:pt x="4953000" y="38102"/>
                </a:cubicBezTo>
                <a:lnTo>
                  <a:pt x="4953000" y="533398"/>
                </a:lnTo>
                <a:cubicBezTo>
                  <a:pt x="4953000" y="554441"/>
                  <a:pt x="4935941" y="571500"/>
                  <a:pt x="4914898" y="571500"/>
                </a:cubicBezTo>
                <a:lnTo>
                  <a:pt x="38102" y="571500"/>
                </a:lnTo>
                <a:cubicBezTo>
                  <a:pt x="17059" y="571500"/>
                  <a:pt x="0" y="554441"/>
                  <a:pt x="0" y="533398"/>
                </a:cubicBezTo>
                <a:lnTo>
                  <a:pt x="0" y="38102"/>
                </a:lnTo>
                <a:cubicBezTo>
                  <a:pt x="0" y="17073"/>
                  <a:pt x="17073" y="0"/>
                  <a:pt x="38102" y="0"/>
                </a:cubicBezTo>
                <a:close/>
              </a:path>
            </a:pathLst>
          </a:custGeom>
          <a:solidFill>
            <a:srgbClr val="E2E8F0">
              <a:alpha val="10196"/>
            </a:srgbClr>
          </a:solidFill>
        </p:spPr>
      </p:sp>
      <p:sp>
        <p:nvSpPr>
          <p:cNvPr id="11" name="Text 8"/>
          <p:cNvSpPr/>
          <p:nvPr/>
        </p:nvSpPr>
        <p:spPr>
          <a:xfrm>
            <a:off x="685800" y="2476500"/>
            <a:ext cx="5038725" cy="571500"/>
          </a:xfrm>
          <a:prstGeom prst="rect">
            <a:avLst/>
          </a:prstGeom>
          <a:noFill/>
        </p:spPr>
        <p:txBody>
          <a:bodyPr wrap="square" lIns="152400" tIns="152400" rIns="152400" bIns="152400" rtlCol="0" anchor="ctr"/>
          <a:lstStyle/>
          <a:p>
            <a:pPr>
              <a:lnSpc>
                <a:spcPct val="130000"/>
              </a:lnSpc>
            </a:pPr>
            <a:r>
              <a:rPr lang="en-US" sz="1350" dirty="0">
                <a:solidFill>
                  <a:srgbClr val="E2E8F0"/>
                </a:solidFill>
                <a:latin typeface="MiSans" pitchFamily="34" charset="-122"/>
                <a:ea typeface="MiSans" pitchFamily="34" charset="-122"/>
                <a:cs typeface="MiSans" pitchFamily="34" charset="-120"/>
              </a:rPr>
              <a:t>https://www.amazon.com</a:t>
            </a:r>
            <a:endParaRPr lang="en-US" sz="1600" dirty="0"/>
          </a:p>
        </p:txBody>
      </p:sp>
      <p:sp>
        <p:nvSpPr>
          <p:cNvPr id="12" name="Shape 9"/>
          <p:cNvSpPr/>
          <p:nvPr/>
        </p:nvSpPr>
        <p:spPr>
          <a:xfrm>
            <a:off x="400050" y="5067300"/>
            <a:ext cx="5543550" cy="1409700"/>
          </a:xfrm>
          <a:custGeom>
            <a:avLst/>
            <a:gdLst/>
            <a:ahLst/>
            <a:cxnLst/>
            <a:rect l="l" t="t" r="r" b="b"/>
            <a:pathLst>
              <a:path w="5543550" h="1409700">
                <a:moveTo>
                  <a:pt x="38100" y="0"/>
                </a:moveTo>
                <a:lnTo>
                  <a:pt x="5467356" y="0"/>
                </a:lnTo>
                <a:cubicBezTo>
                  <a:pt x="5509408" y="0"/>
                  <a:pt x="5543550" y="34142"/>
                  <a:pt x="5543550" y="76194"/>
                </a:cubicBezTo>
                <a:lnTo>
                  <a:pt x="5543550" y="1333506"/>
                </a:lnTo>
                <a:cubicBezTo>
                  <a:pt x="5543550" y="1375587"/>
                  <a:pt x="5509437" y="1409700"/>
                  <a:pt x="5467356" y="1409700"/>
                </a:cubicBezTo>
                <a:lnTo>
                  <a:pt x="38100" y="1409700"/>
                </a:lnTo>
                <a:cubicBezTo>
                  <a:pt x="17072" y="1409700"/>
                  <a:pt x="0" y="1392628"/>
                  <a:pt x="0" y="1371600"/>
                </a:cubicBezTo>
                <a:lnTo>
                  <a:pt x="0" y="38100"/>
                </a:lnTo>
                <a:cubicBezTo>
                  <a:pt x="0" y="17072"/>
                  <a:pt x="17072" y="0"/>
                  <a:pt x="38100" y="0"/>
                </a:cubicBezTo>
                <a:close/>
              </a:path>
            </a:pathLst>
          </a:custGeom>
          <a:solidFill>
            <a:srgbClr val="FFFFFF">
              <a:alpha val="94902"/>
            </a:srgbClr>
          </a:solidFill>
          <a:effectLst>
            <a:outerShdw blurRad="57150" dist="38100" dir="5400000" algn="bl" rotWithShape="0">
              <a:srgbClr val="000000">
                <a:alpha val="10196"/>
              </a:srgbClr>
            </a:outerShdw>
          </a:effectLst>
        </p:spPr>
      </p:sp>
      <p:sp>
        <p:nvSpPr>
          <p:cNvPr id="13" name="Shape 10"/>
          <p:cNvSpPr/>
          <p:nvPr/>
        </p:nvSpPr>
        <p:spPr>
          <a:xfrm>
            <a:off x="400050" y="5067300"/>
            <a:ext cx="38100" cy="1409700"/>
          </a:xfrm>
          <a:custGeom>
            <a:avLst/>
            <a:gdLst/>
            <a:ahLst/>
            <a:cxnLst/>
            <a:rect l="l" t="t" r="r" b="b"/>
            <a:pathLst>
              <a:path w="38100" h="1409700">
                <a:moveTo>
                  <a:pt x="38100" y="0"/>
                </a:moveTo>
                <a:lnTo>
                  <a:pt x="38100" y="0"/>
                </a:lnTo>
                <a:lnTo>
                  <a:pt x="38100" y="1409700"/>
                </a:lnTo>
                <a:lnTo>
                  <a:pt x="38100" y="1409700"/>
                </a:lnTo>
                <a:cubicBezTo>
                  <a:pt x="17072" y="1409700"/>
                  <a:pt x="0" y="1392628"/>
                  <a:pt x="0" y="1371600"/>
                </a:cubicBezTo>
                <a:lnTo>
                  <a:pt x="0" y="38100"/>
                </a:lnTo>
                <a:cubicBezTo>
                  <a:pt x="0" y="17072"/>
                  <a:pt x="17072" y="0"/>
                  <a:pt x="38100" y="0"/>
                </a:cubicBezTo>
                <a:close/>
              </a:path>
            </a:pathLst>
          </a:custGeom>
          <a:solidFill>
            <a:srgbClr val="4A5568"/>
          </a:solidFill>
        </p:spPr>
      </p:sp>
      <p:sp>
        <p:nvSpPr>
          <p:cNvPr id="14" name="Shape 11"/>
          <p:cNvSpPr/>
          <p:nvPr/>
        </p:nvSpPr>
        <p:spPr>
          <a:xfrm>
            <a:off x="704850" y="5334000"/>
            <a:ext cx="171450" cy="228600"/>
          </a:xfrm>
          <a:custGeom>
            <a:avLst/>
            <a:gdLst/>
            <a:ahLst/>
            <a:cxnLst/>
            <a:rect l="l" t="t" r="r" b="b"/>
            <a:pathLst>
              <a:path w="171450" h="228600">
                <a:moveTo>
                  <a:pt x="111576" y="29825"/>
                </a:moveTo>
                <a:cubicBezTo>
                  <a:pt x="116220" y="23440"/>
                  <a:pt x="114791" y="14511"/>
                  <a:pt x="108406" y="9867"/>
                </a:cubicBezTo>
                <a:cubicBezTo>
                  <a:pt x="102022" y="5224"/>
                  <a:pt x="93092" y="6653"/>
                  <a:pt x="88449" y="13037"/>
                </a:cubicBezTo>
                <a:lnTo>
                  <a:pt x="41121" y="78090"/>
                </a:lnTo>
                <a:lnTo>
                  <a:pt x="24378" y="61347"/>
                </a:lnTo>
                <a:cubicBezTo>
                  <a:pt x="18797" y="55766"/>
                  <a:pt x="9733" y="55766"/>
                  <a:pt x="4152" y="61347"/>
                </a:cubicBezTo>
                <a:cubicBezTo>
                  <a:pt x="-1429" y="66928"/>
                  <a:pt x="-1429" y="75992"/>
                  <a:pt x="4152" y="81573"/>
                </a:cubicBezTo>
                <a:lnTo>
                  <a:pt x="32727" y="110148"/>
                </a:lnTo>
                <a:cubicBezTo>
                  <a:pt x="35674" y="113094"/>
                  <a:pt x="39782" y="114613"/>
                  <a:pt x="43934" y="114300"/>
                </a:cubicBezTo>
                <a:cubicBezTo>
                  <a:pt x="48086" y="113987"/>
                  <a:pt x="51926" y="111844"/>
                  <a:pt x="54382" y="108451"/>
                </a:cubicBezTo>
                <a:lnTo>
                  <a:pt x="111532" y="29870"/>
                </a:lnTo>
                <a:close/>
                <a:moveTo>
                  <a:pt x="168726" y="90547"/>
                </a:moveTo>
                <a:cubicBezTo>
                  <a:pt x="173370" y="84162"/>
                  <a:pt x="171941" y="75233"/>
                  <a:pt x="165556" y="70589"/>
                </a:cubicBezTo>
                <a:cubicBezTo>
                  <a:pt x="159172" y="65946"/>
                  <a:pt x="150242" y="67374"/>
                  <a:pt x="145599" y="73759"/>
                </a:cubicBezTo>
                <a:lnTo>
                  <a:pt x="69696" y="178103"/>
                </a:lnTo>
                <a:lnTo>
                  <a:pt x="38666" y="147072"/>
                </a:lnTo>
                <a:cubicBezTo>
                  <a:pt x="33084" y="141491"/>
                  <a:pt x="24021" y="141491"/>
                  <a:pt x="18440" y="147072"/>
                </a:cubicBezTo>
                <a:cubicBezTo>
                  <a:pt x="12859" y="152653"/>
                  <a:pt x="12859" y="161717"/>
                  <a:pt x="18440" y="167298"/>
                </a:cubicBezTo>
                <a:lnTo>
                  <a:pt x="61302" y="210160"/>
                </a:lnTo>
                <a:cubicBezTo>
                  <a:pt x="64249" y="213107"/>
                  <a:pt x="68357" y="214625"/>
                  <a:pt x="72509" y="214313"/>
                </a:cubicBezTo>
                <a:cubicBezTo>
                  <a:pt x="76661" y="214000"/>
                  <a:pt x="80501" y="211857"/>
                  <a:pt x="82957" y="208464"/>
                </a:cubicBezTo>
                <a:lnTo>
                  <a:pt x="168682" y="90592"/>
                </a:lnTo>
                <a:close/>
              </a:path>
            </a:pathLst>
          </a:custGeom>
          <a:solidFill>
            <a:srgbClr val="4A5568"/>
          </a:solidFill>
        </p:spPr>
      </p:sp>
      <p:sp>
        <p:nvSpPr>
          <p:cNvPr id="15" name="Text 12"/>
          <p:cNvSpPr/>
          <p:nvPr/>
        </p:nvSpPr>
        <p:spPr>
          <a:xfrm>
            <a:off x="933450" y="5295900"/>
            <a:ext cx="4895850" cy="304800"/>
          </a:xfrm>
          <a:prstGeom prst="rect">
            <a:avLst/>
          </a:prstGeom>
          <a:noFill/>
        </p:spPr>
        <p:txBody>
          <a:bodyPr wrap="square" lIns="0" tIns="0" rIns="0" bIns="0" rtlCol="0" anchor="ctr"/>
          <a:lstStyle/>
          <a:p>
            <a:pPr>
              <a:lnSpc>
                <a:spcPct val="110000"/>
              </a:lnSpc>
            </a:pPr>
            <a:r>
              <a:rPr lang="en-US" sz="1800" b="1" dirty="0">
                <a:solidFill>
                  <a:srgbClr val="2D3748"/>
                </a:solidFill>
                <a:latin typeface="Liter" panose="02000503030000020004" pitchFamily="34" charset="0"/>
                <a:ea typeface="Liter" panose="02000503030000020004" pitchFamily="34" charset="-122"/>
                <a:cs typeface="Liter" panose="02000503030000020004" pitchFamily="34" charset="-120"/>
              </a:rPr>
              <a:t>Safety Compliance</a:t>
            </a:r>
            <a:endParaRPr lang="en-US" sz="1600" dirty="0"/>
          </a:p>
        </p:txBody>
      </p:sp>
      <p:sp>
        <p:nvSpPr>
          <p:cNvPr id="16" name="Text 13"/>
          <p:cNvSpPr/>
          <p:nvPr/>
        </p:nvSpPr>
        <p:spPr>
          <a:xfrm>
            <a:off x="647700" y="5753100"/>
            <a:ext cx="5143500" cy="495300"/>
          </a:xfrm>
          <a:prstGeom prst="rect">
            <a:avLst/>
          </a:prstGeom>
          <a:noFill/>
        </p:spPr>
        <p:txBody>
          <a:bodyPr wrap="square" lIns="0" tIns="0" rIns="0" bIns="0" rtlCol="0" anchor="ctr"/>
          <a:lstStyle/>
          <a:p>
            <a:pPr>
              <a:lnSpc>
                <a:spcPct val="140000"/>
              </a:lnSpc>
            </a:pPr>
            <a:r>
              <a:rPr lang="en-US" sz="1200" dirty="0">
                <a:solidFill>
                  <a:srgbClr val="1A202C"/>
                </a:solidFill>
                <a:latin typeface="Quattrocento Sans" panose="020B0502050000020003" pitchFamily="34" charset="0"/>
                <a:ea typeface="Quattrocento Sans" panose="020B0502050000020003" pitchFamily="34" charset="-122"/>
                <a:cs typeface="Quattrocento Sans" panose="020B0502050000020003" pitchFamily="34" charset="-120"/>
              </a:rPr>
              <a:t>Amazon is suitable for automation without performing real purchases, aligning perfectly with assignment rules and ensuring safe testing practices.</a:t>
            </a:r>
            <a:endParaRPr lang="en-US" sz="1600" dirty="0"/>
          </a:p>
        </p:txBody>
      </p:sp>
      <p:sp>
        <p:nvSpPr>
          <p:cNvPr id="17" name="Shape 14"/>
          <p:cNvSpPr/>
          <p:nvPr/>
        </p:nvSpPr>
        <p:spPr>
          <a:xfrm>
            <a:off x="6248400" y="1257300"/>
            <a:ext cx="5562600" cy="5219700"/>
          </a:xfrm>
          <a:custGeom>
            <a:avLst/>
            <a:gdLst/>
            <a:ahLst/>
            <a:cxnLst/>
            <a:rect l="l" t="t" r="r" b="b"/>
            <a:pathLst>
              <a:path w="5562600" h="5219700">
                <a:moveTo>
                  <a:pt x="76208" y="0"/>
                </a:moveTo>
                <a:lnTo>
                  <a:pt x="5486392" y="0"/>
                </a:lnTo>
                <a:cubicBezTo>
                  <a:pt x="5528481" y="0"/>
                  <a:pt x="5562600" y="34119"/>
                  <a:pt x="5562600" y="76208"/>
                </a:cubicBezTo>
                <a:lnTo>
                  <a:pt x="5562600" y="5143492"/>
                </a:lnTo>
                <a:cubicBezTo>
                  <a:pt x="5562600" y="5185581"/>
                  <a:pt x="5528481" y="5219700"/>
                  <a:pt x="5486392" y="5219700"/>
                </a:cubicBezTo>
                <a:lnTo>
                  <a:pt x="76208" y="5219700"/>
                </a:lnTo>
                <a:cubicBezTo>
                  <a:pt x="34119" y="5219700"/>
                  <a:pt x="0" y="5185581"/>
                  <a:pt x="0" y="5143492"/>
                </a:cubicBezTo>
                <a:lnTo>
                  <a:pt x="0" y="76208"/>
                </a:lnTo>
                <a:cubicBezTo>
                  <a:pt x="0" y="34119"/>
                  <a:pt x="34119" y="0"/>
                  <a:pt x="76208" y="0"/>
                </a:cubicBezTo>
                <a:close/>
              </a:path>
            </a:pathLst>
          </a:custGeom>
          <a:solidFill>
            <a:srgbClr val="FFFFFF">
              <a:alpha val="94902"/>
            </a:srgbClr>
          </a:solidFill>
          <a:effectLst>
            <a:outerShdw blurRad="57150" dist="38100" dir="5400000" algn="bl" rotWithShape="0">
              <a:srgbClr val="000000">
                <a:alpha val="10196"/>
              </a:srgbClr>
            </a:outerShdw>
          </a:effectLst>
        </p:spPr>
      </p:sp>
      <p:sp>
        <p:nvSpPr>
          <p:cNvPr id="18" name="Shape 15"/>
          <p:cNvSpPr/>
          <p:nvPr/>
        </p:nvSpPr>
        <p:spPr>
          <a:xfrm>
            <a:off x="6491288" y="1524000"/>
            <a:ext cx="257175" cy="228600"/>
          </a:xfrm>
          <a:custGeom>
            <a:avLst/>
            <a:gdLst/>
            <a:ahLst/>
            <a:cxnLst/>
            <a:rect l="l" t="t" r="r" b="b"/>
            <a:pathLst>
              <a:path w="257175" h="228600">
                <a:moveTo>
                  <a:pt x="138187" y="-8439"/>
                </a:moveTo>
                <a:cubicBezTo>
                  <a:pt x="136356" y="-12010"/>
                  <a:pt x="132651" y="-14287"/>
                  <a:pt x="128632" y="-14287"/>
                </a:cubicBezTo>
                <a:cubicBezTo>
                  <a:pt x="124614" y="-14287"/>
                  <a:pt x="120908" y="-12010"/>
                  <a:pt x="119077" y="-8439"/>
                </a:cubicBezTo>
                <a:lnTo>
                  <a:pt x="86216" y="55944"/>
                </a:lnTo>
                <a:lnTo>
                  <a:pt x="14823" y="67285"/>
                </a:lnTo>
                <a:cubicBezTo>
                  <a:pt x="10850" y="67910"/>
                  <a:pt x="7546" y="70723"/>
                  <a:pt x="6295" y="74563"/>
                </a:cubicBezTo>
                <a:cubicBezTo>
                  <a:pt x="5045" y="78403"/>
                  <a:pt x="6072" y="82600"/>
                  <a:pt x="8885" y="85457"/>
                </a:cubicBezTo>
                <a:lnTo>
                  <a:pt x="59963" y="136580"/>
                </a:lnTo>
                <a:lnTo>
                  <a:pt x="48711" y="207972"/>
                </a:lnTo>
                <a:cubicBezTo>
                  <a:pt x="48086" y="211946"/>
                  <a:pt x="49738" y="215964"/>
                  <a:pt x="52998" y="218331"/>
                </a:cubicBezTo>
                <a:cubicBezTo>
                  <a:pt x="56257" y="220697"/>
                  <a:pt x="60543" y="221054"/>
                  <a:pt x="64160" y="219224"/>
                </a:cubicBezTo>
                <a:lnTo>
                  <a:pt x="128632" y="186452"/>
                </a:lnTo>
                <a:lnTo>
                  <a:pt x="193060" y="219224"/>
                </a:lnTo>
                <a:cubicBezTo>
                  <a:pt x="196632" y="221054"/>
                  <a:pt x="200963" y="220697"/>
                  <a:pt x="204222" y="218331"/>
                </a:cubicBezTo>
                <a:cubicBezTo>
                  <a:pt x="207481" y="215964"/>
                  <a:pt x="209133" y="211991"/>
                  <a:pt x="208508" y="207972"/>
                </a:cubicBezTo>
                <a:lnTo>
                  <a:pt x="197212" y="136580"/>
                </a:lnTo>
                <a:lnTo>
                  <a:pt x="248290" y="85457"/>
                </a:lnTo>
                <a:cubicBezTo>
                  <a:pt x="251147" y="82600"/>
                  <a:pt x="252130" y="78403"/>
                  <a:pt x="250880" y="74563"/>
                </a:cubicBezTo>
                <a:cubicBezTo>
                  <a:pt x="249629" y="70723"/>
                  <a:pt x="246370" y="67910"/>
                  <a:pt x="242352" y="67285"/>
                </a:cubicBezTo>
                <a:lnTo>
                  <a:pt x="171004" y="55944"/>
                </a:lnTo>
                <a:lnTo>
                  <a:pt x="138187" y="-8439"/>
                </a:lnTo>
                <a:close/>
              </a:path>
            </a:pathLst>
          </a:custGeom>
          <a:solidFill>
            <a:srgbClr val="2D3748"/>
          </a:solidFill>
        </p:spPr>
      </p:sp>
      <p:sp>
        <p:nvSpPr>
          <p:cNvPr id="19" name="Text 16"/>
          <p:cNvSpPr/>
          <p:nvPr/>
        </p:nvSpPr>
        <p:spPr>
          <a:xfrm>
            <a:off x="6762750" y="1485900"/>
            <a:ext cx="4933950" cy="304800"/>
          </a:xfrm>
          <a:prstGeom prst="rect">
            <a:avLst/>
          </a:prstGeom>
          <a:noFill/>
        </p:spPr>
        <p:txBody>
          <a:bodyPr wrap="square" lIns="0" tIns="0" rIns="0" bIns="0" rtlCol="0" anchor="ctr"/>
          <a:lstStyle/>
          <a:p>
            <a:pPr>
              <a:lnSpc>
                <a:spcPct val="110000"/>
              </a:lnSpc>
            </a:pPr>
            <a:r>
              <a:rPr lang="en-US" sz="1800" b="1" dirty="0">
                <a:solidFill>
                  <a:srgbClr val="2D3748"/>
                </a:solidFill>
                <a:latin typeface="Liter" panose="02000503030000020004" pitchFamily="34" charset="0"/>
                <a:ea typeface="Liter" panose="02000503030000020004" pitchFamily="34" charset="-122"/>
                <a:cs typeface="Liter" panose="02000503030000020004" pitchFamily="34" charset="-120"/>
              </a:rPr>
              <a:t>Why Amazon Was Selected</a:t>
            </a:r>
            <a:endParaRPr lang="en-US" sz="1600" dirty="0"/>
          </a:p>
        </p:txBody>
      </p:sp>
      <p:sp>
        <p:nvSpPr>
          <p:cNvPr id="20" name="Shape 17"/>
          <p:cNvSpPr/>
          <p:nvPr/>
        </p:nvSpPr>
        <p:spPr>
          <a:xfrm>
            <a:off x="6477000" y="2343150"/>
            <a:ext cx="304800" cy="304800"/>
          </a:xfrm>
          <a:custGeom>
            <a:avLst/>
            <a:gdLst/>
            <a:ahLst/>
            <a:cxnLst/>
            <a:rect l="l" t="t" r="r" b="b"/>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a:srgbClr val="2D3748"/>
          </a:solidFill>
        </p:spPr>
      </p:sp>
      <p:sp>
        <p:nvSpPr>
          <p:cNvPr id="21" name="Text 18"/>
          <p:cNvSpPr/>
          <p:nvPr/>
        </p:nvSpPr>
        <p:spPr>
          <a:xfrm>
            <a:off x="6605191" y="2381250"/>
            <a:ext cx="123825" cy="228600"/>
          </a:xfrm>
          <a:prstGeom prst="rect">
            <a:avLst/>
          </a:prstGeom>
          <a:noFill/>
        </p:spPr>
        <p:txBody>
          <a:bodyPr wrap="square" lIns="0" tIns="0" rIns="0" bIns="0" rtlCol="0" anchor="ctr"/>
          <a:lstStyle/>
          <a:p>
            <a:pPr>
              <a:lnSpc>
                <a:spcPct val="130000"/>
              </a:lnSpc>
            </a:pPr>
            <a:r>
              <a:rPr lang="en-US" sz="1200" b="1" dirty="0">
                <a:solidFill>
                  <a:srgbClr val="E2E8F0"/>
                </a:solidFill>
                <a:latin typeface="Quattrocento Sans" panose="020B0502050000020003" pitchFamily="34" charset="0"/>
                <a:ea typeface="Quattrocento Sans" panose="020B0502050000020003" pitchFamily="34" charset="-122"/>
                <a:cs typeface="Quattrocento Sans" panose="020B0502050000020003" pitchFamily="34" charset="-120"/>
              </a:rPr>
              <a:t>1</a:t>
            </a:r>
            <a:endParaRPr lang="en-US" sz="1600" dirty="0"/>
          </a:p>
        </p:txBody>
      </p:sp>
      <p:sp>
        <p:nvSpPr>
          <p:cNvPr id="22" name="Text 19"/>
          <p:cNvSpPr/>
          <p:nvPr/>
        </p:nvSpPr>
        <p:spPr>
          <a:xfrm>
            <a:off x="6934200" y="2343150"/>
            <a:ext cx="4733925" cy="266700"/>
          </a:xfrm>
          <a:prstGeom prst="rect">
            <a:avLst/>
          </a:prstGeom>
          <a:noFill/>
        </p:spPr>
        <p:txBody>
          <a:bodyPr wrap="square" lIns="0" tIns="0" rIns="0" bIns="0" rtlCol="0" anchor="ctr"/>
          <a:lstStyle/>
          <a:p>
            <a:pPr>
              <a:lnSpc>
                <a:spcPct val="130000"/>
              </a:lnSpc>
            </a:pPr>
            <a:r>
              <a:rPr lang="en-US" sz="1350" b="1" dirty="0">
                <a:solidFill>
                  <a:srgbClr val="2D3748"/>
                </a:solidFill>
                <a:latin typeface="Liter" panose="02000503030000020004" pitchFamily="34" charset="0"/>
                <a:ea typeface="Liter" panose="02000503030000020004" pitchFamily="34" charset="-122"/>
                <a:cs typeface="Liter" panose="02000503030000020004" pitchFamily="34" charset="-120"/>
              </a:rPr>
              <a:t>Widely Used Platform</a:t>
            </a:r>
            <a:endParaRPr lang="en-US" sz="1600" dirty="0"/>
          </a:p>
        </p:txBody>
      </p:sp>
      <p:sp>
        <p:nvSpPr>
          <p:cNvPr id="23" name="Text 20"/>
          <p:cNvSpPr/>
          <p:nvPr/>
        </p:nvSpPr>
        <p:spPr>
          <a:xfrm>
            <a:off x="6934200" y="2647950"/>
            <a:ext cx="4724400" cy="457200"/>
          </a:xfrm>
          <a:prstGeom prst="rect">
            <a:avLst/>
          </a:prstGeom>
          <a:noFill/>
        </p:spPr>
        <p:txBody>
          <a:bodyPr wrap="square" lIns="0" tIns="0" rIns="0" bIns="0" rtlCol="0" anchor="ctr"/>
          <a:lstStyle/>
          <a:p>
            <a:pPr>
              <a:lnSpc>
                <a:spcPct val="130000"/>
              </a:lnSpc>
            </a:pPr>
            <a:r>
              <a:rPr lang="en-US" sz="1200" dirty="0">
                <a:solidFill>
                  <a:srgbClr val="1A202C"/>
                </a:solidFill>
                <a:latin typeface="Quattrocento Sans" panose="020B0502050000020003" pitchFamily="34" charset="0"/>
                <a:ea typeface="Quattrocento Sans" panose="020B0502050000020003" pitchFamily="34" charset="-122"/>
                <a:cs typeface="Quattrocento Sans" panose="020B0502050000020003" pitchFamily="34" charset="-120"/>
              </a:rPr>
              <a:t>Amazon is a globally recognized e-commerce platform with billions of users, making it an ideal real-world testing scenario.</a:t>
            </a:r>
            <a:endParaRPr lang="en-US" sz="1600" dirty="0"/>
          </a:p>
        </p:txBody>
      </p:sp>
      <p:sp>
        <p:nvSpPr>
          <p:cNvPr id="24" name="Shape 21"/>
          <p:cNvSpPr/>
          <p:nvPr/>
        </p:nvSpPr>
        <p:spPr>
          <a:xfrm>
            <a:off x="6477000" y="3752850"/>
            <a:ext cx="304800" cy="304800"/>
          </a:xfrm>
          <a:custGeom>
            <a:avLst/>
            <a:gdLst/>
            <a:ahLst/>
            <a:cxnLst/>
            <a:rect l="l" t="t" r="r" b="b"/>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a:srgbClr val="4A5568"/>
          </a:solidFill>
        </p:spPr>
      </p:sp>
      <p:sp>
        <p:nvSpPr>
          <p:cNvPr id="25" name="Text 22"/>
          <p:cNvSpPr/>
          <p:nvPr/>
        </p:nvSpPr>
        <p:spPr>
          <a:xfrm>
            <a:off x="6590606" y="3790950"/>
            <a:ext cx="152400" cy="228600"/>
          </a:xfrm>
          <a:prstGeom prst="rect">
            <a:avLst/>
          </a:prstGeom>
          <a:noFill/>
        </p:spPr>
        <p:txBody>
          <a:bodyPr wrap="square" lIns="0" tIns="0" rIns="0" bIns="0" rtlCol="0" anchor="ctr"/>
          <a:lstStyle/>
          <a:p>
            <a:pPr>
              <a:lnSpc>
                <a:spcPct val="130000"/>
              </a:lnSpc>
            </a:pPr>
            <a:r>
              <a:rPr lang="en-US" sz="1200" b="1" dirty="0">
                <a:solidFill>
                  <a:srgbClr val="E2E8F0"/>
                </a:solidFill>
                <a:latin typeface="Quattrocento Sans" panose="020B0502050000020003" pitchFamily="34" charset="0"/>
                <a:ea typeface="Quattrocento Sans" panose="020B0502050000020003" pitchFamily="34" charset="-122"/>
                <a:cs typeface="Quattrocento Sans" panose="020B0502050000020003" pitchFamily="34" charset="-120"/>
              </a:rPr>
              <a:t>2</a:t>
            </a:r>
            <a:endParaRPr lang="en-US" sz="1600" dirty="0"/>
          </a:p>
        </p:txBody>
      </p:sp>
      <p:sp>
        <p:nvSpPr>
          <p:cNvPr id="26" name="Text 23"/>
          <p:cNvSpPr/>
          <p:nvPr/>
        </p:nvSpPr>
        <p:spPr>
          <a:xfrm>
            <a:off x="6934200" y="3752850"/>
            <a:ext cx="4733925" cy="266700"/>
          </a:xfrm>
          <a:prstGeom prst="rect">
            <a:avLst/>
          </a:prstGeom>
          <a:noFill/>
        </p:spPr>
        <p:txBody>
          <a:bodyPr wrap="square" lIns="0" tIns="0" rIns="0" bIns="0" rtlCol="0" anchor="ctr"/>
          <a:lstStyle/>
          <a:p>
            <a:pPr>
              <a:lnSpc>
                <a:spcPct val="130000"/>
              </a:lnSpc>
            </a:pPr>
            <a:r>
              <a:rPr lang="en-US" sz="1350" b="1" dirty="0">
                <a:solidFill>
                  <a:srgbClr val="2D3748"/>
                </a:solidFill>
                <a:latin typeface="Liter" panose="02000503030000020004" pitchFamily="34" charset="0"/>
                <a:ea typeface="Liter" panose="02000503030000020004" pitchFamily="34" charset="-122"/>
                <a:cs typeface="Liter" panose="02000503030000020004" pitchFamily="34" charset="-120"/>
              </a:rPr>
              <a:t>Multiple Testable Modules</a:t>
            </a:r>
            <a:endParaRPr lang="en-US" sz="1600" dirty="0"/>
          </a:p>
        </p:txBody>
      </p:sp>
      <p:sp>
        <p:nvSpPr>
          <p:cNvPr id="27" name="Text 24"/>
          <p:cNvSpPr/>
          <p:nvPr/>
        </p:nvSpPr>
        <p:spPr>
          <a:xfrm>
            <a:off x="6934200" y="4057650"/>
            <a:ext cx="4724400" cy="457200"/>
          </a:xfrm>
          <a:prstGeom prst="rect">
            <a:avLst/>
          </a:prstGeom>
          <a:noFill/>
        </p:spPr>
        <p:txBody>
          <a:bodyPr wrap="square" lIns="0" tIns="0" rIns="0" bIns="0" rtlCol="0" anchor="ctr"/>
          <a:lstStyle/>
          <a:p>
            <a:pPr>
              <a:lnSpc>
                <a:spcPct val="130000"/>
              </a:lnSpc>
            </a:pPr>
            <a:r>
              <a:rPr lang="en-US" sz="1200" dirty="0">
                <a:solidFill>
                  <a:srgbClr val="1A202C"/>
                </a:solidFill>
                <a:latin typeface="Quattrocento Sans" panose="020B0502050000020003" pitchFamily="34" charset="0"/>
                <a:ea typeface="Quattrocento Sans" panose="020B0502050000020003" pitchFamily="34" charset="-122"/>
                <a:cs typeface="Quattrocento Sans" panose="020B0502050000020003" pitchFamily="34" charset="-120"/>
              </a:rPr>
              <a:t>Provides diverse functional modules including search, cart, filters, and navigation for comprehensive testing.</a:t>
            </a:r>
            <a:endParaRPr lang="en-US" sz="1600" dirty="0"/>
          </a:p>
        </p:txBody>
      </p:sp>
      <p:sp>
        <p:nvSpPr>
          <p:cNvPr id="28" name="Shape 25"/>
          <p:cNvSpPr/>
          <p:nvPr/>
        </p:nvSpPr>
        <p:spPr>
          <a:xfrm>
            <a:off x="6477000" y="5162550"/>
            <a:ext cx="304800" cy="304800"/>
          </a:xfrm>
          <a:custGeom>
            <a:avLst/>
            <a:gdLst/>
            <a:ahLst/>
            <a:cxnLst/>
            <a:rect l="l" t="t" r="r" b="b"/>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a:srgbClr val="2D3748"/>
          </a:solidFill>
        </p:spPr>
      </p:sp>
      <p:sp>
        <p:nvSpPr>
          <p:cNvPr id="29" name="Text 26"/>
          <p:cNvSpPr/>
          <p:nvPr/>
        </p:nvSpPr>
        <p:spPr>
          <a:xfrm>
            <a:off x="6588621" y="5200650"/>
            <a:ext cx="161925" cy="228600"/>
          </a:xfrm>
          <a:prstGeom prst="rect">
            <a:avLst/>
          </a:prstGeom>
          <a:noFill/>
        </p:spPr>
        <p:txBody>
          <a:bodyPr wrap="square" lIns="0" tIns="0" rIns="0" bIns="0" rtlCol="0" anchor="ctr"/>
          <a:lstStyle/>
          <a:p>
            <a:pPr>
              <a:lnSpc>
                <a:spcPct val="130000"/>
              </a:lnSpc>
            </a:pPr>
            <a:r>
              <a:rPr lang="en-US" sz="1200" b="1" dirty="0">
                <a:solidFill>
                  <a:srgbClr val="E2E8F0"/>
                </a:solidFill>
                <a:latin typeface="Quattrocento Sans" panose="020B0502050000020003" pitchFamily="34" charset="0"/>
                <a:ea typeface="Quattrocento Sans" panose="020B0502050000020003" pitchFamily="34" charset="-122"/>
                <a:cs typeface="Quattrocento Sans" panose="020B0502050000020003" pitchFamily="34" charset="-120"/>
              </a:rPr>
              <a:t>3</a:t>
            </a:r>
            <a:endParaRPr lang="en-US" sz="1600" dirty="0"/>
          </a:p>
        </p:txBody>
      </p:sp>
      <p:sp>
        <p:nvSpPr>
          <p:cNvPr id="30" name="Text 27"/>
          <p:cNvSpPr/>
          <p:nvPr/>
        </p:nvSpPr>
        <p:spPr>
          <a:xfrm>
            <a:off x="6934200" y="5162550"/>
            <a:ext cx="4733925" cy="266700"/>
          </a:xfrm>
          <a:prstGeom prst="rect">
            <a:avLst/>
          </a:prstGeom>
          <a:noFill/>
        </p:spPr>
        <p:txBody>
          <a:bodyPr wrap="square" lIns="0" tIns="0" rIns="0" bIns="0" rtlCol="0" anchor="ctr"/>
          <a:lstStyle/>
          <a:p>
            <a:pPr>
              <a:lnSpc>
                <a:spcPct val="130000"/>
              </a:lnSpc>
            </a:pPr>
            <a:r>
              <a:rPr lang="en-US" sz="1350" b="1" dirty="0">
                <a:solidFill>
                  <a:srgbClr val="2D3748"/>
                </a:solidFill>
                <a:latin typeface="Liter" panose="02000503030000020004" pitchFamily="34" charset="0"/>
                <a:ea typeface="Liter" panose="02000503030000020004" pitchFamily="34" charset="-122"/>
                <a:cs typeface="Liter" panose="02000503030000020004" pitchFamily="34" charset="-120"/>
              </a:rPr>
              <a:t>Complex Interactions</a:t>
            </a:r>
            <a:endParaRPr lang="en-US" sz="1600" dirty="0"/>
          </a:p>
        </p:txBody>
      </p:sp>
      <p:sp>
        <p:nvSpPr>
          <p:cNvPr id="31" name="Text 28"/>
          <p:cNvSpPr/>
          <p:nvPr/>
        </p:nvSpPr>
        <p:spPr>
          <a:xfrm>
            <a:off x="6934200" y="5467350"/>
            <a:ext cx="4724400" cy="457200"/>
          </a:xfrm>
          <a:prstGeom prst="rect">
            <a:avLst/>
          </a:prstGeom>
          <a:noFill/>
        </p:spPr>
        <p:txBody>
          <a:bodyPr wrap="square" lIns="0" tIns="0" rIns="0" bIns="0" rtlCol="0" anchor="ctr"/>
          <a:lstStyle/>
          <a:p>
            <a:pPr>
              <a:lnSpc>
                <a:spcPct val="130000"/>
              </a:lnSpc>
            </a:pPr>
            <a:r>
              <a:rPr lang="en-US" sz="1200" dirty="0">
                <a:solidFill>
                  <a:srgbClr val="1A202C"/>
                </a:solidFill>
                <a:latin typeface="Quattrocento Sans" panose="020B0502050000020003" pitchFamily="34" charset="0"/>
                <a:ea typeface="Quattrocento Sans" panose="020B0502050000020003" pitchFamily="34" charset="-122"/>
                <a:cs typeface="Quattrocento Sans" panose="020B0502050000020003" pitchFamily="34" charset="-120"/>
              </a:rPr>
              <a:t>Dynamic content and modern web features provide realistic challenges for automation techniques.</a:t>
            </a:r>
            <a:endParaRPr lang="en-US" sz="1600" dirty="0"/>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sp>
        <p:nvSpPr>
          <p:cNvPr id="2" name="Text 0"/>
          <p:cNvSpPr/>
          <p:nvPr/>
        </p:nvSpPr>
        <p:spPr>
          <a:xfrm>
            <a:off x="381000" y="438150"/>
            <a:ext cx="5324475" cy="457200"/>
          </a:xfrm>
          <a:prstGeom prst="rect">
            <a:avLst/>
          </a:prstGeom>
          <a:noFill/>
        </p:spPr>
        <p:txBody>
          <a:bodyPr wrap="square" lIns="0" tIns="0" rIns="0" bIns="0" rtlCol="0" anchor="ctr"/>
          <a:lstStyle/>
          <a:p>
            <a:pPr>
              <a:lnSpc>
                <a:spcPct val="80000"/>
              </a:lnSpc>
            </a:pPr>
            <a:r>
              <a:rPr lang="en-US" sz="3600" b="1" dirty="0">
                <a:solidFill>
                  <a:srgbClr val="2D3748"/>
                </a:solidFill>
                <a:latin typeface="Hedvig Letters Sans" pitchFamily="34" charset="0"/>
                <a:ea typeface="Hedvig Letters Sans" pitchFamily="34" charset="-122"/>
                <a:cs typeface="Hedvig Letters Sans" pitchFamily="34" charset="-120"/>
              </a:rPr>
              <a:t>Test Scenarios Overview</a:t>
            </a:r>
            <a:endParaRPr lang="en-US" sz="1600" dirty="0"/>
          </a:p>
        </p:txBody>
      </p:sp>
      <p:sp>
        <p:nvSpPr>
          <p:cNvPr id="3" name="Shape 1"/>
          <p:cNvSpPr/>
          <p:nvPr/>
        </p:nvSpPr>
        <p:spPr>
          <a:xfrm>
            <a:off x="381000" y="971550"/>
            <a:ext cx="914400" cy="38100"/>
          </a:xfrm>
          <a:custGeom>
            <a:avLst/>
            <a:gdLst/>
            <a:ahLst/>
            <a:cxnLst/>
            <a:rect l="l" t="t" r="r" b="b"/>
            <a:pathLst>
              <a:path w="914400" h="38100">
                <a:moveTo>
                  <a:pt x="0" y="0"/>
                </a:moveTo>
                <a:lnTo>
                  <a:pt x="914400" y="0"/>
                </a:lnTo>
                <a:lnTo>
                  <a:pt x="914400" y="38100"/>
                </a:lnTo>
                <a:lnTo>
                  <a:pt x="0" y="38100"/>
                </a:lnTo>
                <a:lnTo>
                  <a:pt x="0" y="0"/>
                </a:lnTo>
                <a:close/>
              </a:path>
            </a:pathLst>
          </a:custGeom>
          <a:solidFill>
            <a:srgbClr val="4A5568"/>
          </a:solidFill>
        </p:spPr>
      </p:sp>
      <p:sp>
        <p:nvSpPr>
          <p:cNvPr id="4" name="Text 2"/>
          <p:cNvSpPr/>
          <p:nvPr/>
        </p:nvSpPr>
        <p:spPr>
          <a:xfrm>
            <a:off x="10671572" y="381000"/>
            <a:ext cx="1143000" cy="228600"/>
          </a:xfrm>
          <a:prstGeom prst="rect">
            <a:avLst/>
          </a:prstGeom>
          <a:noFill/>
        </p:spPr>
        <p:txBody>
          <a:bodyPr wrap="square" lIns="0" tIns="0" rIns="0" bIns="0" rtlCol="0" anchor="ctr"/>
          <a:lstStyle/>
          <a:p>
            <a:pPr algn="r">
              <a:lnSpc>
                <a:spcPct val="130000"/>
              </a:lnSpc>
            </a:pPr>
            <a:r>
              <a:rPr lang="en-US" sz="1200" dirty="0">
                <a:solidFill>
                  <a:srgbClr val="718096"/>
                </a:solidFill>
                <a:latin typeface="Quattrocento Sans" panose="020B0502050000020003" pitchFamily="34" charset="0"/>
                <a:ea typeface="Quattrocento Sans" panose="020B0502050000020003" pitchFamily="34" charset="-122"/>
                <a:cs typeface="Quattrocento Sans" panose="020B0502050000020003" pitchFamily="34" charset="-120"/>
              </a:rPr>
              <a:t>Total Test Cases</a:t>
            </a:r>
            <a:endParaRPr lang="en-US" sz="1600" dirty="0"/>
          </a:p>
        </p:txBody>
      </p:sp>
      <p:sp>
        <p:nvSpPr>
          <p:cNvPr id="5" name="Text 3"/>
          <p:cNvSpPr/>
          <p:nvPr/>
        </p:nvSpPr>
        <p:spPr>
          <a:xfrm>
            <a:off x="10519172" y="609600"/>
            <a:ext cx="1295400" cy="457200"/>
          </a:xfrm>
          <a:prstGeom prst="rect">
            <a:avLst/>
          </a:prstGeom>
          <a:noFill/>
        </p:spPr>
        <p:txBody>
          <a:bodyPr wrap="square" lIns="0" tIns="0" rIns="0" bIns="0" rtlCol="0" anchor="ctr"/>
          <a:lstStyle/>
          <a:p>
            <a:pPr algn="r">
              <a:lnSpc>
                <a:spcPct val="80000"/>
              </a:lnSpc>
            </a:pPr>
            <a:r>
              <a:rPr lang="en-US" sz="3600" b="1" dirty="0">
                <a:solidFill>
                  <a:srgbClr val="2D3748"/>
                </a:solidFill>
                <a:latin typeface="Quattrocento Sans" panose="020B0502050000020003" pitchFamily="34" charset="0"/>
                <a:ea typeface="Quattrocento Sans" panose="020B0502050000020003" pitchFamily="34" charset="-122"/>
                <a:cs typeface="Quattrocento Sans" panose="020B0502050000020003" pitchFamily="34" charset="-120"/>
              </a:rPr>
              <a:t>7</a:t>
            </a:r>
            <a:endParaRPr lang="en-US" sz="1600" dirty="0"/>
          </a:p>
        </p:txBody>
      </p:sp>
      <p:sp>
        <p:nvSpPr>
          <p:cNvPr id="6" name="Shape 4"/>
          <p:cNvSpPr/>
          <p:nvPr/>
        </p:nvSpPr>
        <p:spPr>
          <a:xfrm>
            <a:off x="400050" y="1219200"/>
            <a:ext cx="5581650" cy="1257300"/>
          </a:xfrm>
          <a:custGeom>
            <a:avLst/>
            <a:gdLst/>
            <a:ahLst/>
            <a:cxnLst/>
            <a:rect l="l" t="t" r="r" b="b"/>
            <a:pathLst>
              <a:path w="5581650" h="1257300">
                <a:moveTo>
                  <a:pt x="38100" y="0"/>
                </a:moveTo>
                <a:lnTo>
                  <a:pt x="5505445" y="0"/>
                </a:lnTo>
                <a:cubicBezTo>
                  <a:pt x="5547532" y="0"/>
                  <a:pt x="5581650" y="34118"/>
                  <a:pt x="5581650" y="76205"/>
                </a:cubicBezTo>
                <a:lnTo>
                  <a:pt x="5581650" y="1181095"/>
                </a:lnTo>
                <a:cubicBezTo>
                  <a:pt x="5581650" y="1223182"/>
                  <a:pt x="5547532" y="1257300"/>
                  <a:pt x="5505445" y="1257300"/>
                </a:cubicBezTo>
                <a:lnTo>
                  <a:pt x="38100" y="1257300"/>
                </a:lnTo>
                <a:cubicBezTo>
                  <a:pt x="17072" y="1257300"/>
                  <a:pt x="0" y="1240228"/>
                  <a:pt x="0" y="1219200"/>
                </a:cubicBezTo>
                <a:lnTo>
                  <a:pt x="0" y="38100"/>
                </a:lnTo>
                <a:cubicBezTo>
                  <a:pt x="0" y="17072"/>
                  <a:pt x="17072" y="0"/>
                  <a:pt x="38100" y="0"/>
                </a:cubicBezTo>
                <a:close/>
              </a:path>
            </a:pathLst>
          </a:custGeom>
          <a:solidFill>
            <a:srgbClr val="FFFFFF"/>
          </a:solidFill>
          <a:effectLst>
            <a:outerShdw blurRad="28575" dist="9525" dir="5400000" algn="bl" rotWithShape="0">
              <a:srgbClr val="000000">
                <a:alpha val="10196"/>
              </a:srgbClr>
            </a:outerShdw>
          </a:effectLst>
        </p:spPr>
      </p:sp>
      <p:sp>
        <p:nvSpPr>
          <p:cNvPr id="7" name="Shape 5"/>
          <p:cNvSpPr/>
          <p:nvPr/>
        </p:nvSpPr>
        <p:spPr>
          <a:xfrm>
            <a:off x="400050" y="1219200"/>
            <a:ext cx="38100" cy="1257300"/>
          </a:xfrm>
          <a:custGeom>
            <a:avLst/>
            <a:gdLst/>
            <a:ahLst/>
            <a:cxnLst/>
            <a:rect l="l" t="t" r="r" b="b"/>
            <a:pathLst>
              <a:path w="38100" h="1257300">
                <a:moveTo>
                  <a:pt x="38100" y="0"/>
                </a:moveTo>
                <a:lnTo>
                  <a:pt x="38100" y="0"/>
                </a:lnTo>
                <a:lnTo>
                  <a:pt x="38100" y="1257300"/>
                </a:lnTo>
                <a:lnTo>
                  <a:pt x="38100" y="1257300"/>
                </a:lnTo>
                <a:cubicBezTo>
                  <a:pt x="17072" y="1257300"/>
                  <a:pt x="0" y="1240228"/>
                  <a:pt x="0" y="1219200"/>
                </a:cubicBezTo>
                <a:lnTo>
                  <a:pt x="0" y="38100"/>
                </a:lnTo>
                <a:cubicBezTo>
                  <a:pt x="0" y="17072"/>
                  <a:pt x="17072" y="0"/>
                  <a:pt x="38100" y="0"/>
                </a:cubicBezTo>
                <a:close/>
              </a:path>
            </a:pathLst>
          </a:custGeom>
          <a:solidFill>
            <a:srgbClr val="2D3748"/>
          </a:solidFill>
        </p:spPr>
      </p:sp>
      <p:sp>
        <p:nvSpPr>
          <p:cNvPr id="8" name="Shape 6"/>
          <p:cNvSpPr/>
          <p:nvPr/>
        </p:nvSpPr>
        <p:spPr>
          <a:xfrm>
            <a:off x="571500" y="1371600"/>
            <a:ext cx="381000" cy="381000"/>
          </a:xfrm>
          <a:custGeom>
            <a:avLst/>
            <a:gdLst/>
            <a:ahLst/>
            <a:cxnLst/>
            <a:rect l="l" t="t" r="r" b="b"/>
            <a:pathLst>
              <a:path w="381000" h="381000">
                <a:moveTo>
                  <a:pt x="190500" y="0"/>
                </a:moveTo>
                <a:lnTo>
                  <a:pt x="190500" y="0"/>
                </a:lnTo>
                <a:cubicBezTo>
                  <a:pt x="295640" y="0"/>
                  <a:pt x="381000" y="85360"/>
                  <a:pt x="381000" y="190500"/>
                </a:cubicBezTo>
                <a:lnTo>
                  <a:pt x="381000" y="190500"/>
                </a:lnTo>
                <a:cubicBezTo>
                  <a:pt x="381000" y="295640"/>
                  <a:pt x="295640" y="381000"/>
                  <a:pt x="190500" y="381000"/>
                </a:cubicBezTo>
                <a:lnTo>
                  <a:pt x="190500" y="381000"/>
                </a:lnTo>
                <a:cubicBezTo>
                  <a:pt x="85360" y="381000"/>
                  <a:pt x="0" y="295640"/>
                  <a:pt x="0" y="190500"/>
                </a:cubicBezTo>
                <a:lnTo>
                  <a:pt x="0" y="190500"/>
                </a:lnTo>
                <a:cubicBezTo>
                  <a:pt x="0" y="85360"/>
                  <a:pt x="85360" y="0"/>
                  <a:pt x="190500" y="0"/>
                </a:cubicBezTo>
                <a:close/>
              </a:path>
            </a:pathLst>
          </a:custGeom>
          <a:solidFill>
            <a:srgbClr val="2D3748"/>
          </a:solidFill>
        </p:spPr>
      </p:sp>
      <p:sp>
        <p:nvSpPr>
          <p:cNvPr id="9" name="Text 7"/>
          <p:cNvSpPr/>
          <p:nvPr/>
        </p:nvSpPr>
        <p:spPr>
          <a:xfrm>
            <a:off x="679152" y="1428750"/>
            <a:ext cx="247650" cy="266700"/>
          </a:xfrm>
          <a:prstGeom prst="rect">
            <a:avLst/>
          </a:prstGeom>
          <a:noFill/>
        </p:spPr>
        <p:txBody>
          <a:bodyPr wrap="square" lIns="0" tIns="0" rIns="0" bIns="0" rtlCol="0" anchor="ctr"/>
          <a:lstStyle/>
          <a:p>
            <a:pPr>
              <a:lnSpc>
                <a:spcPct val="130000"/>
              </a:lnSpc>
            </a:pPr>
            <a:r>
              <a:rPr lang="en-US" sz="1350" b="1" dirty="0">
                <a:solidFill>
                  <a:srgbClr val="E2E8F0"/>
                </a:solidFill>
                <a:latin typeface="Quattrocento Sans" panose="020B0502050000020003" pitchFamily="34" charset="0"/>
                <a:ea typeface="Quattrocento Sans" panose="020B0502050000020003" pitchFamily="34" charset="-122"/>
                <a:cs typeface="Quattrocento Sans" panose="020B0502050000020003" pitchFamily="34" charset="-120"/>
              </a:rPr>
              <a:t>01</a:t>
            </a:r>
            <a:endParaRPr lang="en-US" sz="1600" dirty="0"/>
          </a:p>
        </p:txBody>
      </p:sp>
      <p:sp>
        <p:nvSpPr>
          <p:cNvPr id="10" name="Text 8"/>
          <p:cNvSpPr/>
          <p:nvPr/>
        </p:nvSpPr>
        <p:spPr>
          <a:xfrm>
            <a:off x="1066800" y="1428750"/>
            <a:ext cx="2838450" cy="266700"/>
          </a:xfrm>
          <a:prstGeom prst="rect">
            <a:avLst/>
          </a:prstGeom>
          <a:noFill/>
        </p:spPr>
        <p:txBody>
          <a:bodyPr wrap="square" lIns="0" tIns="0" rIns="0" bIns="0" rtlCol="0" anchor="ctr"/>
          <a:lstStyle/>
          <a:p>
            <a:pPr>
              <a:lnSpc>
                <a:spcPct val="120000"/>
              </a:lnSpc>
            </a:pPr>
            <a:r>
              <a:rPr lang="en-US" sz="1500" b="1" dirty="0">
                <a:solidFill>
                  <a:srgbClr val="2D3748"/>
                </a:solidFill>
                <a:latin typeface="Liter" panose="02000503030000020004" pitchFamily="34" charset="0"/>
                <a:ea typeface="Liter" panose="02000503030000020004" pitchFamily="34" charset="-122"/>
                <a:cs typeface="Liter" panose="02000503030000020004" pitchFamily="34" charset="-120"/>
              </a:rPr>
              <a:t>Verify Amazon Homepage Loads</a:t>
            </a:r>
            <a:endParaRPr lang="en-US" sz="1600" dirty="0"/>
          </a:p>
        </p:txBody>
      </p:sp>
      <p:sp>
        <p:nvSpPr>
          <p:cNvPr id="11" name="Text 9"/>
          <p:cNvSpPr/>
          <p:nvPr/>
        </p:nvSpPr>
        <p:spPr>
          <a:xfrm>
            <a:off x="571500" y="1828800"/>
            <a:ext cx="5334000" cy="495300"/>
          </a:xfrm>
          <a:prstGeom prst="rect">
            <a:avLst/>
          </a:prstGeom>
          <a:noFill/>
        </p:spPr>
        <p:txBody>
          <a:bodyPr wrap="square" lIns="0" tIns="0" rIns="0" bIns="0" rtlCol="0" anchor="ctr"/>
          <a:lstStyle/>
          <a:p>
            <a:pPr>
              <a:lnSpc>
                <a:spcPct val="140000"/>
              </a:lnSpc>
            </a:pPr>
            <a:r>
              <a:rPr lang="en-US" sz="1200" dirty="0">
                <a:solidFill>
                  <a:srgbClr val="1A202C"/>
                </a:solidFill>
                <a:latin typeface="Quattrocento Sans" panose="020B0502050000020003" pitchFamily="34" charset="0"/>
                <a:ea typeface="Quattrocento Sans" panose="020B0502050000020003" pitchFamily="34" charset="-122"/>
                <a:cs typeface="Quattrocento Sans" panose="020B0502050000020003" pitchFamily="34" charset="-120"/>
              </a:rPr>
              <a:t>Test that the Amazon homepage loads successfully with all key elements visible including logo and search bar.</a:t>
            </a:r>
            <a:endParaRPr lang="en-US" sz="1600" dirty="0"/>
          </a:p>
        </p:txBody>
      </p:sp>
      <p:sp>
        <p:nvSpPr>
          <p:cNvPr id="12" name="Shape 10"/>
          <p:cNvSpPr/>
          <p:nvPr/>
        </p:nvSpPr>
        <p:spPr>
          <a:xfrm>
            <a:off x="6229350" y="1219200"/>
            <a:ext cx="5581650" cy="1257300"/>
          </a:xfrm>
          <a:custGeom>
            <a:avLst/>
            <a:gdLst/>
            <a:ahLst/>
            <a:cxnLst/>
            <a:rect l="l" t="t" r="r" b="b"/>
            <a:pathLst>
              <a:path w="5581650" h="1257300">
                <a:moveTo>
                  <a:pt x="38100" y="0"/>
                </a:moveTo>
                <a:lnTo>
                  <a:pt x="5505445" y="0"/>
                </a:lnTo>
                <a:cubicBezTo>
                  <a:pt x="5547532" y="0"/>
                  <a:pt x="5581650" y="34118"/>
                  <a:pt x="5581650" y="76205"/>
                </a:cubicBezTo>
                <a:lnTo>
                  <a:pt x="5581650" y="1181095"/>
                </a:lnTo>
                <a:cubicBezTo>
                  <a:pt x="5581650" y="1223182"/>
                  <a:pt x="5547532" y="1257300"/>
                  <a:pt x="5505445" y="1257300"/>
                </a:cubicBezTo>
                <a:lnTo>
                  <a:pt x="38100" y="1257300"/>
                </a:lnTo>
                <a:cubicBezTo>
                  <a:pt x="17072" y="1257300"/>
                  <a:pt x="0" y="1240228"/>
                  <a:pt x="0" y="1219200"/>
                </a:cubicBezTo>
                <a:lnTo>
                  <a:pt x="0" y="38100"/>
                </a:lnTo>
                <a:cubicBezTo>
                  <a:pt x="0" y="17072"/>
                  <a:pt x="17072" y="0"/>
                  <a:pt x="38100" y="0"/>
                </a:cubicBezTo>
                <a:close/>
              </a:path>
            </a:pathLst>
          </a:custGeom>
          <a:solidFill>
            <a:srgbClr val="FFFFFF"/>
          </a:solidFill>
          <a:effectLst>
            <a:outerShdw blurRad="28575" dist="9525" dir="5400000" algn="bl" rotWithShape="0">
              <a:srgbClr val="000000">
                <a:alpha val="10196"/>
              </a:srgbClr>
            </a:outerShdw>
          </a:effectLst>
        </p:spPr>
      </p:sp>
      <p:sp>
        <p:nvSpPr>
          <p:cNvPr id="13" name="Shape 11"/>
          <p:cNvSpPr/>
          <p:nvPr/>
        </p:nvSpPr>
        <p:spPr>
          <a:xfrm>
            <a:off x="6229350" y="1219200"/>
            <a:ext cx="38100" cy="1257300"/>
          </a:xfrm>
          <a:custGeom>
            <a:avLst/>
            <a:gdLst/>
            <a:ahLst/>
            <a:cxnLst/>
            <a:rect l="l" t="t" r="r" b="b"/>
            <a:pathLst>
              <a:path w="38100" h="1257300">
                <a:moveTo>
                  <a:pt x="38100" y="0"/>
                </a:moveTo>
                <a:lnTo>
                  <a:pt x="38100" y="0"/>
                </a:lnTo>
                <a:lnTo>
                  <a:pt x="38100" y="1257300"/>
                </a:lnTo>
                <a:lnTo>
                  <a:pt x="38100" y="1257300"/>
                </a:lnTo>
                <a:cubicBezTo>
                  <a:pt x="17072" y="1257300"/>
                  <a:pt x="0" y="1240228"/>
                  <a:pt x="0" y="1219200"/>
                </a:cubicBezTo>
                <a:lnTo>
                  <a:pt x="0" y="38100"/>
                </a:lnTo>
                <a:cubicBezTo>
                  <a:pt x="0" y="17072"/>
                  <a:pt x="17072" y="0"/>
                  <a:pt x="38100" y="0"/>
                </a:cubicBezTo>
                <a:close/>
              </a:path>
            </a:pathLst>
          </a:custGeom>
          <a:solidFill>
            <a:srgbClr val="4A5568"/>
          </a:solidFill>
        </p:spPr>
      </p:sp>
      <p:sp>
        <p:nvSpPr>
          <p:cNvPr id="14" name="Shape 12"/>
          <p:cNvSpPr/>
          <p:nvPr/>
        </p:nvSpPr>
        <p:spPr>
          <a:xfrm>
            <a:off x="6400800" y="1371600"/>
            <a:ext cx="381000" cy="381000"/>
          </a:xfrm>
          <a:custGeom>
            <a:avLst/>
            <a:gdLst/>
            <a:ahLst/>
            <a:cxnLst/>
            <a:rect l="l" t="t" r="r" b="b"/>
            <a:pathLst>
              <a:path w="381000" h="381000">
                <a:moveTo>
                  <a:pt x="190500" y="0"/>
                </a:moveTo>
                <a:lnTo>
                  <a:pt x="190500" y="0"/>
                </a:lnTo>
                <a:cubicBezTo>
                  <a:pt x="295640" y="0"/>
                  <a:pt x="381000" y="85360"/>
                  <a:pt x="381000" y="190500"/>
                </a:cubicBezTo>
                <a:lnTo>
                  <a:pt x="381000" y="190500"/>
                </a:lnTo>
                <a:cubicBezTo>
                  <a:pt x="381000" y="295640"/>
                  <a:pt x="295640" y="381000"/>
                  <a:pt x="190500" y="381000"/>
                </a:cubicBezTo>
                <a:lnTo>
                  <a:pt x="190500" y="381000"/>
                </a:lnTo>
                <a:cubicBezTo>
                  <a:pt x="85360" y="381000"/>
                  <a:pt x="0" y="295640"/>
                  <a:pt x="0" y="190500"/>
                </a:cubicBezTo>
                <a:lnTo>
                  <a:pt x="0" y="190500"/>
                </a:lnTo>
                <a:cubicBezTo>
                  <a:pt x="0" y="85360"/>
                  <a:pt x="85360" y="0"/>
                  <a:pt x="190500" y="0"/>
                </a:cubicBezTo>
                <a:close/>
              </a:path>
            </a:pathLst>
          </a:custGeom>
          <a:solidFill>
            <a:srgbClr val="4A5568"/>
          </a:solidFill>
        </p:spPr>
      </p:sp>
      <p:sp>
        <p:nvSpPr>
          <p:cNvPr id="15" name="Text 13"/>
          <p:cNvSpPr/>
          <p:nvPr/>
        </p:nvSpPr>
        <p:spPr>
          <a:xfrm>
            <a:off x="6491982" y="1428750"/>
            <a:ext cx="285750" cy="266700"/>
          </a:xfrm>
          <a:prstGeom prst="rect">
            <a:avLst/>
          </a:prstGeom>
          <a:noFill/>
        </p:spPr>
        <p:txBody>
          <a:bodyPr wrap="square" lIns="0" tIns="0" rIns="0" bIns="0" rtlCol="0" anchor="ctr"/>
          <a:lstStyle/>
          <a:p>
            <a:pPr>
              <a:lnSpc>
                <a:spcPct val="130000"/>
              </a:lnSpc>
            </a:pPr>
            <a:r>
              <a:rPr lang="en-US" sz="1350" b="1" dirty="0">
                <a:solidFill>
                  <a:srgbClr val="E2E8F0"/>
                </a:solidFill>
                <a:latin typeface="Quattrocento Sans" panose="020B0502050000020003" pitchFamily="34" charset="0"/>
                <a:ea typeface="Quattrocento Sans" panose="020B0502050000020003" pitchFamily="34" charset="-122"/>
                <a:cs typeface="Quattrocento Sans" panose="020B0502050000020003" pitchFamily="34" charset="-120"/>
              </a:rPr>
              <a:t>02</a:t>
            </a:r>
            <a:endParaRPr lang="en-US" sz="1600" dirty="0"/>
          </a:p>
        </p:txBody>
      </p:sp>
      <p:sp>
        <p:nvSpPr>
          <p:cNvPr id="16" name="Text 14"/>
          <p:cNvSpPr/>
          <p:nvPr/>
        </p:nvSpPr>
        <p:spPr>
          <a:xfrm>
            <a:off x="6896100" y="1428750"/>
            <a:ext cx="3571875" cy="266700"/>
          </a:xfrm>
          <a:prstGeom prst="rect">
            <a:avLst/>
          </a:prstGeom>
          <a:noFill/>
        </p:spPr>
        <p:txBody>
          <a:bodyPr wrap="square" lIns="0" tIns="0" rIns="0" bIns="0" rtlCol="0" anchor="ctr"/>
          <a:lstStyle/>
          <a:p>
            <a:pPr>
              <a:lnSpc>
                <a:spcPct val="120000"/>
              </a:lnSpc>
            </a:pPr>
            <a:r>
              <a:rPr lang="en-US" sz="1500" b="1" dirty="0">
                <a:solidFill>
                  <a:srgbClr val="2D3748"/>
                </a:solidFill>
                <a:latin typeface="Liter" panose="02000503030000020004" pitchFamily="34" charset="0"/>
                <a:ea typeface="Liter" panose="02000503030000020004" pitchFamily="34" charset="-122"/>
                <a:cs typeface="Liter" panose="02000503030000020004" pitchFamily="34" charset="-120"/>
              </a:rPr>
              <a:t>Verify Product Search with Valid Keyword</a:t>
            </a:r>
            <a:endParaRPr lang="en-US" sz="1600" dirty="0"/>
          </a:p>
        </p:txBody>
      </p:sp>
      <p:sp>
        <p:nvSpPr>
          <p:cNvPr id="17" name="Text 15"/>
          <p:cNvSpPr/>
          <p:nvPr/>
        </p:nvSpPr>
        <p:spPr>
          <a:xfrm>
            <a:off x="6400800" y="1828800"/>
            <a:ext cx="5334000" cy="495300"/>
          </a:xfrm>
          <a:prstGeom prst="rect">
            <a:avLst/>
          </a:prstGeom>
          <a:noFill/>
        </p:spPr>
        <p:txBody>
          <a:bodyPr wrap="square" lIns="0" tIns="0" rIns="0" bIns="0" rtlCol="0" anchor="ctr"/>
          <a:lstStyle/>
          <a:p>
            <a:pPr>
              <a:lnSpc>
                <a:spcPct val="140000"/>
              </a:lnSpc>
            </a:pPr>
            <a:r>
              <a:rPr lang="en-US" sz="1200" dirty="0">
                <a:solidFill>
                  <a:srgbClr val="1A202C"/>
                </a:solidFill>
                <a:latin typeface="Quattrocento Sans" panose="020B0502050000020003" pitchFamily="34" charset="0"/>
                <a:ea typeface="Quattrocento Sans" panose="020B0502050000020003" pitchFamily="34" charset="-122"/>
                <a:cs typeface="Quattrocento Sans" panose="020B0502050000020003" pitchFamily="34" charset="-120"/>
              </a:rPr>
              <a:t>Test product search functionality using a valid keyword (e.g., "MacBook Pro") to ensure relevant results are displayed.</a:t>
            </a:r>
            <a:endParaRPr lang="en-US" sz="1600" dirty="0"/>
          </a:p>
        </p:txBody>
      </p:sp>
      <p:sp>
        <p:nvSpPr>
          <p:cNvPr id="18" name="Shape 16"/>
          <p:cNvSpPr/>
          <p:nvPr/>
        </p:nvSpPr>
        <p:spPr>
          <a:xfrm>
            <a:off x="400050" y="2628900"/>
            <a:ext cx="5581650" cy="1257300"/>
          </a:xfrm>
          <a:custGeom>
            <a:avLst/>
            <a:gdLst/>
            <a:ahLst/>
            <a:cxnLst/>
            <a:rect l="l" t="t" r="r" b="b"/>
            <a:pathLst>
              <a:path w="5581650" h="1257300">
                <a:moveTo>
                  <a:pt x="38100" y="0"/>
                </a:moveTo>
                <a:lnTo>
                  <a:pt x="5505445" y="0"/>
                </a:lnTo>
                <a:cubicBezTo>
                  <a:pt x="5547532" y="0"/>
                  <a:pt x="5581650" y="34118"/>
                  <a:pt x="5581650" y="76205"/>
                </a:cubicBezTo>
                <a:lnTo>
                  <a:pt x="5581650" y="1181095"/>
                </a:lnTo>
                <a:cubicBezTo>
                  <a:pt x="5581650" y="1223182"/>
                  <a:pt x="5547532" y="1257300"/>
                  <a:pt x="5505445" y="1257300"/>
                </a:cubicBezTo>
                <a:lnTo>
                  <a:pt x="38100" y="1257300"/>
                </a:lnTo>
                <a:cubicBezTo>
                  <a:pt x="17072" y="1257300"/>
                  <a:pt x="0" y="1240228"/>
                  <a:pt x="0" y="1219200"/>
                </a:cubicBezTo>
                <a:lnTo>
                  <a:pt x="0" y="38100"/>
                </a:lnTo>
                <a:cubicBezTo>
                  <a:pt x="0" y="17072"/>
                  <a:pt x="17072" y="0"/>
                  <a:pt x="38100" y="0"/>
                </a:cubicBezTo>
                <a:close/>
              </a:path>
            </a:pathLst>
          </a:custGeom>
          <a:solidFill>
            <a:srgbClr val="FFFFFF"/>
          </a:solidFill>
          <a:effectLst>
            <a:outerShdw blurRad="28575" dist="9525" dir="5400000" algn="bl" rotWithShape="0">
              <a:srgbClr val="000000">
                <a:alpha val="10196"/>
              </a:srgbClr>
            </a:outerShdw>
          </a:effectLst>
        </p:spPr>
      </p:sp>
      <p:sp>
        <p:nvSpPr>
          <p:cNvPr id="19" name="Shape 17"/>
          <p:cNvSpPr/>
          <p:nvPr/>
        </p:nvSpPr>
        <p:spPr>
          <a:xfrm>
            <a:off x="400050" y="2628900"/>
            <a:ext cx="38100" cy="1257300"/>
          </a:xfrm>
          <a:custGeom>
            <a:avLst/>
            <a:gdLst/>
            <a:ahLst/>
            <a:cxnLst/>
            <a:rect l="l" t="t" r="r" b="b"/>
            <a:pathLst>
              <a:path w="38100" h="1257300">
                <a:moveTo>
                  <a:pt x="38100" y="0"/>
                </a:moveTo>
                <a:lnTo>
                  <a:pt x="38100" y="0"/>
                </a:lnTo>
                <a:lnTo>
                  <a:pt x="38100" y="1257300"/>
                </a:lnTo>
                <a:lnTo>
                  <a:pt x="38100" y="1257300"/>
                </a:lnTo>
                <a:cubicBezTo>
                  <a:pt x="17072" y="1257300"/>
                  <a:pt x="0" y="1240228"/>
                  <a:pt x="0" y="1219200"/>
                </a:cubicBezTo>
                <a:lnTo>
                  <a:pt x="0" y="38100"/>
                </a:lnTo>
                <a:cubicBezTo>
                  <a:pt x="0" y="17072"/>
                  <a:pt x="17072" y="0"/>
                  <a:pt x="38100" y="0"/>
                </a:cubicBezTo>
                <a:close/>
              </a:path>
            </a:pathLst>
          </a:custGeom>
          <a:solidFill>
            <a:srgbClr val="2D3748"/>
          </a:solidFill>
        </p:spPr>
      </p:sp>
      <p:sp>
        <p:nvSpPr>
          <p:cNvPr id="20" name="Shape 18"/>
          <p:cNvSpPr/>
          <p:nvPr/>
        </p:nvSpPr>
        <p:spPr>
          <a:xfrm>
            <a:off x="571500" y="2781300"/>
            <a:ext cx="381000" cy="381000"/>
          </a:xfrm>
          <a:custGeom>
            <a:avLst/>
            <a:gdLst/>
            <a:ahLst/>
            <a:cxnLst/>
            <a:rect l="l" t="t" r="r" b="b"/>
            <a:pathLst>
              <a:path w="381000" h="381000">
                <a:moveTo>
                  <a:pt x="190500" y="0"/>
                </a:moveTo>
                <a:lnTo>
                  <a:pt x="190500" y="0"/>
                </a:lnTo>
                <a:cubicBezTo>
                  <a:pt x="295640" y="0"/>
                  <a:pt x="381000" y="85360"/>
                  <a:pt x="381000" y="190500"/>
                </a:cubicBezTo>
                <a:lnTo>
                  <a:pt x="381000" y="190500"/>
                </a:lnTo>
                <a:cubicBezTo>
                  <a:pt x="381000" y="295640"/>
                  <a:pt x="295640" y="381000"/>
                  <a:pt x="190500" y="381000"/>
                </a:cubicBezTo>
                <a:lnTo>
                  <a:pt x="190500" y="381000"/>
                </a:lnTo>
                <a:cubicBezTo>
                  <a:pt x="85360" y="381000"/>
                  <a:pt x="0" y="295640"/>
                  <a:pt x="0" y="190500"/>
                </a:cubicBezTo>
                <a:lnTo>
                  <a:pt x="0" y="190500"/>
                </a:lnTo>
                <a:cubicBezTo>
                  <a:pt x="0" y="85360"/>
                  <a:pt x="85360" y="0"/>
                  <a:pt x="190500" y="0"/>
                </a:cubicBezTo>
                <a:close/>
              </a:path>
            </a:pathLst>
          </a:custGeom>
          <a:solidFill>
            <a:srgbClr val="2D3748"/>
          </a:solidFill>
        </p:spPr>
      </p:sp>
      <p:sp>
        <p:nvSpPr>
          <p:cNvPr id="21" name="Text 19"/>
          <p:cNvSpPr/>
          <p:nvPr/>
        </p:nvSpPr>
        <p:spPr>
          <a:xfrm>
            <a:off x="660499" y="2838450"/>
            <a:ext cx="285750" cy="266700"/>
          </a:xfrm>
          <a:prstGeom prst="rect">
            <a:avLst/>
          </a:prstGeom>
          <a:noFill/>
        </p:spPr>
        <p:txBody>
          <a:bodyPr wrap="square" lIns="0" tIns="0" rIns="0" bIns="0" rtlCol="0" anchor="ctr"/>
          <a:lstStyle/>
          <a:p>
            <a:pPr>
              <a:lnSpc>
                <a:spcPct val="130000"/>
              </a:lnSpc>
            </a:pPr>
            <a:r>
              <a:rPr lang="en-US" sz="1350" b="1" dirty="0">
                <a:solidFill>
                  <a:srgbClr val="E2E8F0"/>
                </a:solidFill>
                <a:latin typeface="Quattrocento Sans" panose="020B0502050000020003" pitchFamily="34" charset="0"/>
                <a:ea typeface="Quattrocento Sans" panose="020B0502050000020003" pitchFamily="34" charset="-122"/>
                <a:cs typeface="Quattrocento Sans" panose="020B0502050000020003" pitchFamily="34" charset="-120"/>
              </a:rPr>
              <a:t>03</a:t>
            </a:r>
            <a:endParaRPr lang="en-US" sz="1600" dirty="0"/>
          </a:p>
        </p:txBody>
      </p:sp>
      <p:sp>
        <p:nvSpPr>
          <p:cNvPr id="22" name="Text 20"/>
          <p:cNvSpPr/>
          <p:nvPr/>
        </p:nvSpPr>
        <p:spPr>
          <a:xfrm>
            <a:off x="1066800" y="2838450"/>
            <a:ext cx="2990850" cy="266700"/>
          </a:xfrm>
          <a:prstGeom prst="rect">
            <a:avLst/>
          </a:prstGeom>
          <a:noFill/>
        </p:spPr>
        <p:txBody>
          <a:bodyPr wrap="square" lIns="0" tIns="0" rIns="0" bIns="0" rtlCol="0" anchor="ctr"/>
          <a:lstStyle/>
          <a:p>
            <a:pPr>
              <a:lnSpc>
                <a:spcPct val="120000"/>
              </a:lnSpc>
            </a:pPr>
            <a:r>
              <a:rPr lang="en-US" sz="1500" b="1" dirty="0">
                <a:solidFill>
                  <a:srgbClr val="2D3748"/>
                </a:solidFill>
                <a:latin typeface="Liter" panose="02000503030000020004" pitchFamily="34" charset="0"/>
                <a:ea typeface="Liter" panose="02000503030000020004" pitchFamily="34" charset="-122"/>
                <a:cs typeface="Liter" panose="02000503030000020004" pitchFamily="34" charset="-120"/>
              </a:rPr>
              <a:t>Verify Search with Invalid Keyword</a:t>
            </a:r>
            <a:endParaRPr lang="en-US" sz="1600" dirty="0"/>
          </a:p>
        </p:txBody>
      </p:sp>
      <p:sp>
        <p:nvSpPr>
          <p:cNvPr id="23" name="Text 21"/>
          <p:cNvSpPr/>
          <p:nvPr/>
        </p:nvSpPr>
        <p:spPr>
          <a:xfrm>
            <a:off x="571500" y="3238500"/>
            <a:ext cx="5334000" cy="495300"/>
          </a:xfrm>
          <a:prstGeom prst="rect">
            <a:avLst/>
          </a:prstGeom>
          <a:noFill/>
        </p:spPr>
        <p:txBody>
          <a:bodyPr wrap="square" lIns="0" tIns="0" rIns="0" bIns="0" rtlCol="0" anchor="ctr"/>
          <a:lstStyle/>
          <a:p>
            <a:pPr>
              <a:lnSpc>
                <a:spcPct val="140000"/>
              </a:lnSpc>
            </a:pPr>
            <a:r>
              <a:rPr lang="en-US" sz="1200" dirty="0">
                <a:solidFill>
                  <a:srgbClr val="1A202C"/>
                </a:solidFill>
                <a:latin typeface="Quattrocento Sans" panose="020B0502050000020003" pitchFamily="34" charset="0"/>
                <a:ea typeface="Quattrocento Sans" panose="020B0502050000020003" pitchFamily="34" charset="-122"/>
                <a:cs typeface="Quattrocento Sans" panose="020B0502050000020003" pitchFamily="34" charset="-120"/>
              </a:rPr>
              <a:t>Test search behavior with invalid keywords (e.g., "asdkjh12345") to verify proper error handling.</a:t>
            </a:r>
            <a:endParaRPr lang="en-US" sz="1600" dirty="0"/>
          </a:p>
        </p:txBody>
      </p:sp>
      <p:sp>
        <p:nvSpPr>
          <p:cNvPr id="24" name="Shape 22"/>
          <p:cNvSpPr/>
          <p:nvPr/>
        </p:nvSpPr>
        <p:spPr>
          <a:xfrm>
            <a:off x="6229350" y="2628900"/>
            <a:ext cx="5581650" cy="1257300"/>
          </a:xfrm>
          <a:custGeom>
            <a:avLst/>
            <a:gdLst/>
            <a:ahLst/>
            <a:cxnLst/>
            <a:rect l="l" t="t" r="r" b="b"/>
            <a:pathLst>
              <a:path w="5581650" h="1257300">
                <a:moveTo>
                  <a:pt x="38100" y="0"/>
                </a:moveTo>
                <a:lnTo>
                  <a:pt x="5505445" y="0"/>
                </a:lnTo>
                <a:cubicBezTo>
                  <a:pt x="5547532" y="0"/>
                  <a:pt x="5581650" y="34118"/>
                  <a:pt x="5581650" y="76205"/>
                </a:cubicBezTo>
                <a:lnTo>
                  <a:pt x="5581650" y="1181095"/>
                </a:lnTo>
                <a:cubicBezTo>
                  <a:pt x="5581650" y="1223182"/>
                  <a:pt x="5547532" y="1257300"/>
                  <a:pt x="5505445" y="1257300"/>
                </a:cubicBezTo>
                <a:lnTo>
                  <a:pt x="38100" y="1257300"/>
                </a:lnTo>
                <a:cubicBezTo>
                  <a:pt x="17072" y="1257300"/>
                  <a:pt x="0" y="1240228"/>
                  <a:pt x="0" y="1219200"/>
                </a:cubicBezTo>
                <a:lnTo>
                  <a:pt x="0" y="38100"/>
                </a:lnTo>
                <a:cubicBezTo>
                  <a:pt x="0" y="17072"/>
                  <a:pt x="17072" y="0"/>
                  <a:pt x="38100" y="0"/>
                </a:cubicBezTo>
                <a:close/>
              </a:path>
            </a:pathLst>
          </a:custGeom>
          <a:solidFill>
            <a:srgbClr val="FFFFFF"/>
          </a:solidFill>
          <a:effectLst>
            <a:outerShdw blurRad="28575" dist="9525" dir="5400000" algn="bl" rotWithShape="0">
              <a:srgbClr val="000000">
                <a:alpha val="10196"/>
              </a:srgbClr>
            </a:outerShdw>
          </a:effectLst>
        </p:spPr>
      </p:sp>
      <p:sp>
        <p:nvSpPr>
          <p:cNvPr id="25" name="Shape 23"/>
          <p:cNvSpPr/>
          <p:nvPr/>
        </p:nvSpPr>
        <p:spPr>
          <a:xfrm>
            <a:off x="6229350" y="2628900"/>
            <a:ext cx="38100" cy="1257300"/>
          </a:xfrm>
          <a:custGeom>
            <a:avLst/>
            <a:gdLst/>
            <a:ahLst/>
            <a:cxnLst/>
            <a:rect l="l" t="t" r="r" b="b"/>
            <a:pathLst>
              <a:path w="38100" h="1257300">
                <a:moveTo>
                  <a:pt x="38100" y="0"/>
                </a:moveTo>
                <a:lnTo>
                  <a:pt x="38100" y="0"/>
                </a:lnTo>
                <a:lnTo>
                  <a:pt x="38100" y="1257300"/>
                </a:lnTo>
                <a:lnTo>
                  <a:pt x="38100" y="1257300"/>
                </a:lnTo>
                <a:cubicBezTo>
                  <a:pt x="17072" y="1257300"/>
                  <a:pt x="0" y="1240228"/>
                  <a:pt x="0" y="1219200"/>
                </a:cubicBezTo>
                <a:lnTo>
                  <a:pt x="0" y="38100"/>
                </a:lnTo>
                <a:cubicBezTo>
                  <a:pt x="0" y="17072"/>
                  <a:pt x="17072" y="0"/>
                  <a:pt x="38100" y="0"/>
                </a:cubicBezTo>
                <a:close/>
              </a:path>
            </a:pathLst>
          </a:custGeom>
          <a:solidFill>
            <a:srgbClr val="4A5568"/>
          </a:solidFill>
        </p:spPr>
      </p:sp>
      <p:sp>
        <p:nvSpPr>
          <p:cNvPr id="26" name="Shape 24"/>
          <p:cNvSpPr/>
          <p:nvPr/>
        </p:nvSpPr>
        <p:spPr>
          <a:xfrm>
            <a:off x="6400800" y="2781300"/>
            <a:ext cx="381000" cy="381000"/>
          </a:xfrm>
          <a:custGeom>
            <a:avLst/>
            <a:gdLst/>
            <a:ahLst/>
            <a:cxnLst/>
            <a:rect l="l" t="t" r="r" b="b"/>
            <a:pathLst>
              <a:path w="381000" h="381000">
                <a:moveTo>
                  <a:pt x="190500" y="0"/>
                </a:moveTo>
                <a:lnTo>
                  <a:pt x="190500" y="0"/>
                </a:lnTo>
                <a:cubicBezTo>
                  <a:pt x="295640" y="0"/>
                  <a:pt x="381000" y="85360"/>
                  <a:pt x="381000" y="190500"/>
                </a:cubicBezTo>
                <a:lnTo>
                  <a:pt x="381000" y="190500"/>
                </a:lnTo>
                <a:cubicBezTo>
                  <a:pt x="381000" y="295640"/>
                  <a:pt x="295640" y="381000"/>
                  <a:pt x="190500" y="381000"/>
                </a:cubicBezTo>
                <a:lnTo>
                  <a:pt x="190500" y="381000"/>
                </a:lnTo>
                <a:cubicBezTo>
                  <a:pt x="85360" y="381000"/>
                  <a:pt x="0" y="295640"/>
                  <a:pt x="0" y="190500"/>
                </a:cubicBezTo>
                <a:lnTo>
                  <a:pt x="0" y="190500"/>
                </a:lnTo>
                <a:cubicBezTo>
                  <a:pt x="0" y="85360"/>
                  <a:pt x="85360" y="0"/>
                  <a:pt x="190500" y="0"/>
                </a:cubicBezTo>
                <a:close/>
              </a:path>
            </a:pathLst>
          </a:custGeom>
          <a:solidFill>
            <a:srgbClr val="4A5568"/>
          </a:solidFill>
        </p:spPr>
      </p:sp>
      <p:sp>
        <p:nvSpPr>
          <p:cNvPr id="27" name="Text 25"/>
          <p:cNvSpPr/>
          <p:nvPr/>
        </p:nvSpPr>
        <p:spPr>
          <a:xfrm>
            <a:off x="6492082" y="2838450"/>
            <a:ext cx="285750" cy="266700"/>
          </a:xfrm>
          <a:prstGeom prst="rect">
            <a:avLst/>
          </a:prstGeom>
          <a:noFill/>
        </p:spPr>
        <p:txBody>
          <a:bodyPr wrap="square" lIns="0" tIns="0" rIns="0" bIns="0" rtlCol="0" anchor="ctr"/>
          <a:lstStyle/>
          <a:p>
            <a:pPr>
              <a:lnSpc>
                <a:spcPct val="130000"/>
              </a:lnSpc>
            </a:pPr>
            <a:r>
              <a:rPr lang="en-US" sz="1350" b="1" dirty="0">
                <a:solidFill>
                  <a:srgbClr val="E2E8F0"/>
                </a:solidFill>
                <a:latin typeface="Quattrocento Sans" panose="020B0502050000020003" pitchFamily="34" charset="0"/>
                <a:ea typeface="Quattrocento Sans" panose="020B0502050000020003" pitchFamily="34" charset="-122"/>
                <a:cs typeface="Quattrocento Sans" panose="020B0502050000020003" pitchFamily="34" charset="-120"/>
              </a:rPr>
              <a:t>04</a:t>
            </a:r>
            <a:endParaRPr lang="en-US" sz="1600" dirty="0"/>
          </a:p>
        </p:txBody>
      </p:sp>
      <p:sp>
        <p:nvSpPr>
          <p:cNvPr id="28" name="Text 26"/>
          <p:cNvSpPr/>
          <p:nvPr/>
        </p:nvSpPr>
        <p:spPr>
          <a:xfrm>
            <a:off x="6896100" y="2838450"/>
            <a:ext cx="2943225" cy="266700"/>
          </a:xfrm>
          <a:prstGeom prst="rect">
            <a:avLst/>
          </a:prstGeom>
          <a:noFill/>
        </p:spPr>
        <p:txBody>
          <a:bodyPr wrap="square" lIns="0" tIns="0" rIns="0" bIns="0" rtlCol="0" anchor="ctr"/>
          <a:lstStyle/>
          <a:p>
            <a:pPr>
              <a:lnSpc>
                <a:spcPct val="120000"/>
              </a:lnSpc>
            </a:pPr>
            <a:r>
              <a:rPr lang="en-US" sz="1500" b="1" dirty="0">
                <a:solidFill>
                  <a:srgbClr val="2D3748"/>
                </a:solidFill>
                <a:latin typeface="Liter" panose="02000503030000020004" pitchFamily="34" charset="0"/>
                <a:ea typeface="Liter" panose="02000503030000020004" pitchFamily="34" charset="-122"/>
                <a:cs typeface="Liter" panose="02000503030000020004" pitchFamily="34" charset="-120"/>
              </a:rPr>
              <a:t>Verify Product Category Selection</a:t>
            </a:r>
            <a:endParaRPr lang="en-US" sz="1600" dirty="0"/>
          </a:p>
        </p:txBody>
      </p:sp>
      <p:sp>
        <p:nvSpPr>
          <p:cNvPr id="29" name="Text 27"/>
          <p:cNvSpPr/>
          <p:nvPr/>
        </p:nvSpPr>
        <p:spPr>
          <a:xfrm>
            <a:off x="6400800" y="3238500"/>
            <a:ext cx="5334000" cy="495300"/>
          </a:xfrm>
          <a:prstGeom prst="rect">
            <a:avLst/>
          </a:prstGeom>
          <a:noFill/>
        </p:spPr>
        <p:txBody>
          <a:bodyPr wrap="square" lIns="0" tIns="0" rIns="0" bIns="0" rtlCol="0" anchor="ctr"/>
          <a:lstStyle/>
          <a:p>
            <a:pPr>
              <a:lnSpc>
                <a:spcPct val="140000"/>
              </a:lnSpc>
            </a:pPr>
            <a:r>
              <a:rPr lang="en-US" sz="1200" dirty="0">
                <a:solidFill>
                  <a:srgbClr val="1A202C"/>
                </a:solidFill>
                <a:latin typeface="Quattrocento Sans" panose="020B0502050000020003" pitchFamily="34" charset="0"/>
                <a:ea typeface="Quattrocento Sans" panose="020B0502050000020003" pitchFamily="34" charset="-122"/>
                <a:cs typeface="Quattrocento Sans" panose="020B0502050000020003" pitchFamily="34" charset="-120"/>
              </a:rPr>
              <a:t>Test category dropdown functionality by selecting "Books" to filter results appropriately.</a:t>
            </a:r>
            <a:endParaRPr lang="en-US" sz="1600" dirty="0"/>
          </a:p>
        </p:txBody>
      </p:sp>
      <p:sp>
        <p:nvSpPr>
          <p:cNvPr id="30" name="Shape 28"/>
          <p:cNvSpPr/>
          <p:nvPr/>
        </p:nvSpPr>
        <p:spPr>
          <a:xfrm>
            <a:off x="400050" y="4038600"/>
            <a:ext cx="5581650" cy="1257300"/>
          </a:xfrm>
          <a:custGeom>
            <a:avLst/>
            <a:gdLst/>
            <a:ahLst/>
            <a:cxnLst/>
            <a:rect l="l" t="t" r="r" b="b"/>
            <a:pathLst>
              <a:path w="5581650" h="1257300">
                <a:moveTo>
                  <a:pt x="38100" y="0"/>
                </a:moveTo>
                <a:lnTo>
                  <a:pt x="5505445" y="0"/>
                </a:lnTo>
                <a:cubicBezTo>
                  <a:pt x="5547532" y="0"/>
                  <a:pt x="5581650" y="34118"/>
                  <a:pt x="5581650" y="76205"/>
                </a:cubicBezTo>
                <a:lnTo>
                  <a:pt x="5581650" y="1181095"/>
                </a:lnTo>
                <a:cubicBezTo>
                  <a:pt x="5581650" y="1223182"/>
                  <a:pt x="5547532" y="1257300"/>
                  <a:pt x="5505445" y="1257300"/>
                </a:cubicBezTo>
                <a:lnTo>
                  <a:pt x="38100" y="1257300"/>
                </a:lnTo>
                <a:cubicBezTo>
                  <a:pt x="17072" y="1257300"/>
                  <a:pt x="0" y="1240228"/>
                  <a:pt x="0" y="1219200"/>
                </a:cubicBezTo>
                <a:lnTo>
                  <a:pt x="0" y="38100"/>
                </a:lnTo>
                <a:cubicBezTo>
                  <a:pt x="0" y="17072"/>
                  <a:pt x="17072" y="0"/>
                  <a:pt x="38100" y="0"/>
                </a:cubicBezTo>
                <a:close/>
              </a:path>
            </a:pathLst>
          </a:custGeom>
          <a:solidFill>
            <a:srgbClr val="FFFFFF"/>
          </a:solidFill>
          <a:effectLst>
            <a:outerShdw blurRad="28575" dist="9525" dir="5400000" algn="bl" rotWithShape="0">
              <a:srgbClr val="000000">
                <a:alpha val="10196"/>
              </a:srgbClr>
            </a:outerShdw>
          </a:effectLst>
        </p:spPr>
      </p:sp>
      <p:sp>
        <p:nvSpPr>
          <p:cNvPr id="31" name="Shape 29"/>
          <p:cNvSpPr/>
          <p:nvPr/>
        </p:nvSpPr>
        <p:spPr>
          <a:xfrm>
            <a:off x="400050" y="4038600"/>
            <a:ext cx="38100" cy="1257300"/>
          </a:xfrm>
          <a:custGeom>
            <a:avLst/>
            <a:gdLst/>
            <a:ahLst/>
            <a:cxnLst/>
            <a:rect l="l" t="t" r="r" b="b"/>
            <a:pathLst>
              <a:path w="38100" h="1257300">
                <a:moveTo>
                  <a:pt x="38100" y="0"/>
                </a:moveTo>
                <a:lnTo>
                  <a:pt x="38100" y="0"/>
                </a:lnTo>
                <a:lnTo>
                  <a:pt x="38100" y="1257300"/>
                </a:lnTo>
                <a:lnTo>
                  <a:pt x="38100" y="1257300"/>
                </a:lnTo>
                <a:cubicBezTo>
                  <a:pt x="17072" y="1257300"/>
                  <a:pt x="0" y="1240228"/>
                  <a:pt x="0" y="1219200"/>
                </a:cubicBezTo>
                <a:lnTo>
                  <a:pt x="0" y="38100"/>
                </a:lnTo>
                <a:cubicBezTo>
                  <a:pt x="0" y="17072"/>
                  <a:pt x="17072" y="0"/>
                  <a:pt x="38100" y="0"/>
                </a:cubicBezTo>
                <a:close/>
              </a:path>
            </a:pathLst>
          </a:custGeom>
          <a:solidFill>
            <a:srgbClr val="2D3748"/>
          </a:solidFill>
        </p:spPr>
      </p:sp>
      <p:sp>
        <p:nvSpPr>
          <p:cNvPr id="32" name="Shape 30"/>
          <p:cNvSpPr/>
          <p:nvPr/>
        </p:nvSpPr>
        <p:spPr>
          <a:xfrm>
            <a:off x="571500" y="4191000"/>
            <a:ext cx="381000" cy="381000"/>
          </a:xfrm>
          <a:custGeom>
            <a:avLst/>
            <a:gdLst/>
            <a:ahLst/>
            <a:cxnLst/>
            <a:rect l="l" t="t" r="r" b="b"/>
            <a:pathLst>
              <a:path w="381000" h="381000">
                <a:moveTo>
                  <a:pt x="190500" y="0"/>
                </a:moveTo>
                <a:lnTo>
                  <a:pt x="190500" y="0"/>
                </a:lnTo>
                <a:cubicBezTo>
                  <a:pt x="295640" y="0"/>
                  <a:pt x="381000" y="85360"/>
                  <a:pt x="381000" y="190500"/>
                </a:cubicBezTo>
                <a:lnTo>
                  <a:pt x="381000" y="190500"/>
                </a:lnTo>
                <a:cubicBezTo>
                  <a:pt x="381000" y="295640"/>
                  <a:pt x="295640" y="381000"/>
                  <a:pt x="190500" y="381000"/>
                </a:cubicBezTo>
                <a:lnTo>
                  <a:pt x="190500" y="381000"/>
                </a:lnTo>
                <a:cubicBezTo>
                  <a:pt x="85360" y="381000"/>
                  <a:pt x="0" y="295640"/>
                  <a:pt x="0" y="190500"/>
                </a:cubicBezTo>
                <a:lnTo>
                  <a:pt x="0" y="190500"/>
                </a:lnTo>
                <a:cubicBezTo>
                  <a:pt x="0" y="85360"/>
                  <a:pt x="85360" y="0"/>
                  <a:pt x="190500" y="0"/>
                </a:cubicBezTo>
                <a:close/>
              </a:path>
            </a:pathLst>
          </a:custGeom>
          <a:solidFill>
            <a:srgbClr val="2D3748"/>
          </a:solidFill>
        </p:spPr>
      </p:sp>
      <p:sp>
        <p:nvSpPr>
          <p:cNvPr id="33" name="Text 31"/>
          <p:cNvSpPr/>
          <p:nvPr/>
        </p:nvSpPr>
        <p:spPr>
          <a:xfrm>
            <a:off x="660202" y="4248150"/>
            <a:ext cx="285750" cy="266700"/>
          </a:xfrm>
          <a:prstGeom prst="rect">
            <a:avLst/>
          </a:prstGeom>
          <a:noFill/>
        </p:spPr>
        <p:txBody>
          <a:bodyPr wrap="square" lIns="0" tIns="0" rIns="0" bIns="0" rtlCol="0" anchor="ctr"/>
          <a:lstStyle/>
          <a:p>
            <a:pPr>
              <a:lnSpc>
                <a:spcPct val="130000"/>
              </a:lnSpc>
            </a:pPr>
            <a:r>
              <a:rPr lang="en-US" sz="1350" b="1" dirty="0">
                <a:solidFill>
                  <a:srgbClr val="E2E8F0"/>
                </a:solidFill>
                <a:latin typeface="Quattrocento Sans" panose="020B0502050000020003" pitchFamily="34" charset="0"/>
                <a:ea typeface="Quattrocento Sans" panose="020B0502050000020003" pitchFamily="34" charset="-122"/>
                <a:cs typeface="Quattrocento Sans" panose="020B0502050000020003" pitchFamily="34" charset="-120"/>
              </a:rPr>
              <a:t>05</a:t>
            </a:r>
            <a:endParaRPr lang="en-US" sz="1600" dirty="0"/>
          </a:p>
        </p:txBody>
      </p:sp>
      <p:sp>
        <p:nvSpPr>
          <p:cNvPr id="34" name="Text 32"/>
          <p:cNvSpPr/>
          <p:nvPr/>
        </p:nvSpPr>
        <p:spPr>
          <a:xfrm>
            <a:off x="1066800" y="4248150"/>
            <a:ext cx="2971800" cy="266700"/>
          </a:xfrm>
          <a:prstGeom prst="rect">
            <a:avLst/>
          </a:prstGeom>
          <a:noFill/>
        </p:spPr>
        <p:txBody>
          <a:bodyPr wrap="square" lIns="0" tIns="0" rIns="0" bIns="0" rtlCol="0" anchor="ctr"/>
          <a:lstStyle/>
          <a:p>
            <a:pPr>
              <a:lnSpc>
                <a:spcPct val="120000"/>
              </a:lnSpc>
            </a:pPr>
            <a:r>
              <a:rPr lang="en-US" sz="1500" b="1" dirty="0">
                <a:solidFill>
                  <a:srgbClr val="2D3748"/>
                </a:solidFill>
                <a:latin typeface="Liter" panose="02000503030000020004" pitchFamily="34" charset="0"/>
                <a:ea typeface="Liter" panose="02000503030000020004" pitchFamily="34" charset="-122"/>
                <a:cs typeface="Liter" panose="02000503030000020004" pitchFamily="34" charset="-120"/>
              </a:rPr>
              <a:t>Verify Product Details Page Opens</a:t>
            </a:r>
            <a:endParaRPr lang="en-US" sz="1600" dirty="0"/>
          </a:p>
        </p:txBody>
      </p:sp>
      <p:sp>
        <p:nvSpPr>
          <p:cNvPr id="35" name="Text 33"/>
          <p:cNvSpPr/>
          <p:nvPr/>
        </p:nvSpPr>
        <p:spPr>
          <a:xfrm>
            <a:off x="571500" y="4648200"/>
            <a:ext cx="5334000" cy="495300"/>
          </a:xfrm>
          <a:prstGeom prst="rect">
            <a:avLst/>
          </a:prstGeom>
          <a:noFill/>
        </p:spPr>
        <p:txBody>
          <a:bodyPr wrap="square" lIns="0" tIns="0" rIns="0" bIns="0" rtlCol="0" anchor="ctr"/>
          <a:lstStyle/>
          <a:p>
            <a:pPr>
              <a:lnSpc>
                <a:spcPct val="140000"/>
              </a:lnSpc>
            </a:pPr>
            <a:r>
              <a:rPr lang="en-US" sz="1200" dirty="0">
                <a:solidFill>
                  <a:srgbClr val="1A202C"/>
                </a:solidFill>
                <a:latin typeface="Quattrocento Sans" panose="020B0502050000020003" pitchFamily="34" charset="0"/>
                <a:ea typeface="Quattrocento Sans" panose="020B0502050000020003" pitchFamily="34" charset="-122"/>
                <a:cs typeface="Quattrocento Sans" panose="020B0502050000020003" pitchFamily="34" charset="-120"/>
              </a:rPr>
              <a:t>Test navigation to product details page and verify key information (title, price, description) is displayed.</a:t>
            </a:r>
            <a:endParaRPr lang="en-US" sz="1600" dirty="0"/>
          </a:p>
        </p:txBody>
      </p:sp>
      <p:sp>
        <p:nvSpPr>
          <p:cNvPr id="36" name="Shape 34"/>
          <p:cNvSpPr/>
          <p:nvPr/>
        </p:nvSpPr>
        <p:spPr>
          <a:xfrm>
            <a:off x="6229350" y="4038600"/>
            <a:ext cx="5581650" cy="1257300"/>
          </a:xfrm>
          <a:custGeom>
            <a:avLst/>
            <a:gdLst/>
            <a:ahLst/>
            <a:cxnLst/>
            <a:rect l="l" t="t" r="r" b="b"/>
            <a:pathLst>
              <a:path w="5581650" h="1257300">
                <a:moveTo>
                  <a:pt x="38100" y="0"/>
                </a:moveTo>
                <a:lnTo>
                  <a:pt x="5505445" y="0"/>
                </a:lnTo>
                <a:cubicBezTo>
                  <a:pt x="5547532" y="0"/>
                  <a:pt x="5581650" y="34118"/>
                  <a:pt x="5581650" y="76205"/>
                </a:cubicBezTo>
                <a:lnTo>
                  <a:pt x="5581650" y="1181095"/>
                </a:lnTo>
                <a:cubicBezTo>
                  <a:pt x="5581650" y="1223182"/>
                  <a:pt x="5547532" y="1257300"/>
                  <a:pt x="5505445" y="1257300"/>
                </a:cubicBezTo>
                <a:lnTo>
                  <a:pt x="38100" y="1257300"/>
                </a:lnTo>
                <a:cubicBezTo>
                  <a:pt x="17072" y="1257300"/>
                  <a:pt x="0" y="1240228"/>
                  <a:pt x="0" y="1219200"/>
                </a:cubicBezTo>
                <a:lnTo>
                  <a:pt x="0" y="38100"/>
                </a:lnTo>
                <a:cubicBezTo>
                  <a:pt x="0" y="17072"/>
                  <a:pt x="17072" y="0"/>
                  <a:pt x="38100" y="0"/>
                </a:cubicBezTo>
                <a:close/>
              </a:path>
            </a:pathLst>
          </a:custGeom>
          <a:solidFill>
            <a:srgbClr val="FFFFFF"/>
          </a:solidFill>
          <a:effectLst>
            <a:outerShdw blurRad="28575" dist="9525" dir="5400000" algn="bl" rotWithShape="0">
              <a:srgbClr val="000000">
                <a:alpha val="10196"/>
              </a:srgbClr>
            </a:outerShdw>
          </a:effectLst>
        </p:spPr>
      </p:sp>
      <p:sp>
        <p:nvSpPr>
          <p:cNvPr id="37" name="Shape 35"/>
          <p:cNvSpPr/>
          <p:nvPr/>
        </p:nvSpPr>
        <p:spPr>
          <a:xfrm>
            <a:off x="6229350" y="4038600"/>
            <a:ext cx="38100" cy="1257300"/>
          </a:xfrm>
          <a:custGeom>
            <a:avLst/>
            <a:gdLst/>
            <a:ahLst/>
            <a:cxnLst/>
            <a:rect l="l" t="t" r="r" b="b"/>
            <a:pathLst>
              <a:path w="38100" h="1257300">
                <a:moveTo>
                  <a:pt x="38100" y="0"/>
                </a:moveTo>
                <a:lnTo>
                  <a:pt x="38100" y="0"/>
                </a:lnTo>
                <a:lnTo>
                  <a:pt x="38100" y="1257300"/>
                </a:lnTo>
                <a:lnTo>
                  <a:pt x="38100" y="1257300"/>
                </a:lnTo>
                <a:cubicBezTo>
                  <a:pt x="17072" y="1257300"/>
                  <a:pt x="0" y="1240228"/>
                  <a:pt x="0" y="1219200"/>
                </a:cubicBezTo>
                <a:lnTo>
                  <a:pt x="0" y="38100"/>
                </a:lnTo>
                <a:cubicBezTo>
                  <a:pt x="0" y="17072"/>
                  <a:pt x="17072" y="0"/>
                  <a:pt x="38100" y="0"/>
                </a:cubicBezTo>
                <a:close/>
              </a:path>
            </a:pathLst>
          </a:custGeom>
          <a:solidFill>
            <a:srgbClr val="4A5568"/>
          </a:solidFill>
        </p:spPr>
      </p:sp>
      <p:sp>
        <p:nvSpPr>
          <p:cNvPr id="38" name="Shape 36"/>
          <p:cNvSpPr/>
          <p:nvPr/>
        </p:nvSpPr>
        <p:spPr>
          <a:xfrm>
            <a:off x="6400800" y="4191000"/>
            <a:ext cx="381000" cy="381000"/>
          </a:xfrm>
          <a:custGeom>
            <a:avLst/>
            <a:gdLst/>
            <a:ahLst/>
            <a:cxnLst/>
            <a:rect l="l" t="t" r="r" b="b"/>
            <a:pathLst>
              <a:path w="381000" h="381000">
                <a:moveTo>
                  <a:pt x="190500" y="0"/>
                </a:moveTo>
                <a:lnTo>
                  <a:pt x="190500" y="0"/>
                </a:lnTo>
                <a:cubicBezTo>
                  <a:pt x="295640" y="0"/>
                  <a:pt x="381000" y="85360"/>
                  <a:pt x="381000" y="190500"/>
                </a:cubicBezTo>
                <a:lnTo>
                  <a:pt x="381000" y="190500"/>
                </a:lnTo>
                <a:cubicBezTo>
                  <a:pt x="381000" y="295640"/>
                  <a:pt x="295640" y="381000"/>
                  <a:pt x="190500" y="381000"/>
                </a:cubicBezTo>
                <a:lnTo>
                  <a:pt x="190500" y="381000"/>
                </a:lnTo>
                <a:cubicBezTo>
                  <a:pt x="85360" y="381000"/>
                  <a:pt x="0" y="295640"/>
                  <a:pt x="0" y="190500"/>
                </a:cubicBezTo>
                <a:lnTo>
                  <a:pt x="0" y="190500"/>
                </a:lnTo>
                <a:cubicBezTo>
                  <a:pt x="0" y="85360"/>
                  <a:pt x="85360" y="0"/>
                  <a:pt x="190500" y="0"/>
                </a:cubicBezTo>
                <a:close/>
              </a:path>
            </a:pathLst>
          </a:custGeom>
          <a:solidFill>
            <a:srgbClr val="4A5568"/>
          </a:solidFill>
        </p:spPr>
      </p:sp>
      <p:sp>
        <p:nvSpPr>
          <p:cNvPr id="39" name="Text 37"/>
          <p:cNvSpPr/>
          <p:nvPr/>
        </p:nvSpPr>
        <p:spPr>
          <a:xfrm>
            <a:off x="6488410" y="4248150"/>
            <a:ext cx="295275" cy="266700"/>
          </a:xfrm>
          <a:prstGeom prst="rect">
            <a:avLst/>
          </a:prstGeom>
          <a:noFill/>
        </p:spPr>
        <p:txBody>
          <a:bodyPr wrap="square" lIns="0" tIns="0" rIns="0" bIns="0" rtlCol="0" anchor="ctr"/>
          <a:lstStyle/>
          <a:p>
            <a:pPr>
              <a:lnSpc>
                <a:spcPct val="130000"/>
              </a:lnSpc>
            </a:pPr>
            <a:r>
              <a:rPr lang="en-US" sz="1350" b="1" dirty="0">
                <a:solidFill>
                  <a:srgbClr val="E2E8F0"/>
                </a:solidFill>
                <a:latin typeface="Quattrocento Sans" panose="020B0502050000020003" pitchFamily="34" charset="0"/>
                <a:ea typeface="Quattrocento Sans" panose="020B0502050000020003" pitchFamily="34" charset="-122"/>
                <a:cs typeface="Quattrocento Sans" panose="020B0502050000020003" pitchFamily="34" charset="-120"/>
              </a:rPr>
              <a:t>06</a:t>
            </a:r>
            <a:endParaRPr lang="en-US" sz="1600" dirty="0"/>
          </a:p>
        </p:txBody>
      </p:sp>
      <p:sp>
        <p:nvSpPr>
          <p:cNvPr id="40" name="Text 38"/>
          <p:cNvSpPr/>
          <p:nvPr/>
        </p:nvSpPr>
        <p:spPr>
          <a:xfrm>
            <a:off x="6896100" y="4248150"/>
            <a:ext cx="2724150" cy="266700"/>
          </a:xfrm>
          <a:prstGeom prst="rect">
            <a:avLst/>
          </a:prstGeom>
          <a:noFill/>
        </p:spPr>
        <p:txBody>
          <a:bodyPr wrap="square" lIns="0" tIns="0" rIns="0" bIns="0" rtlCol="0" anchor="ctr"/>
          <a:lstStyle/>
          <a:p>
            <a:pPr>
              <a:lnSpc>
                <a:spcPct val="120000"/>
              </a:lnSpc>
            </a:pPr>
            <a:r>
              <a:rPr lang="en-US" sz="1500" b="1" dirty="0">
                <a:solidFill>
                  <a:srgbClr val="2D3748"/>
                </a:solidFill>
                <a:latin typeface="Liter" panose="02000503030000020004" pitchFamily="34" charset="0"/>
                <a:ea typeface="Liter" panose="02000503030000020004" pitchFamily="34" charset="-122"/>
                <a:cs typeface="Liter" panose="02000503030000020004" pitchFamily="34" charset="-120"/>
              </a:rPr>
              <a:t>Verify Add to Cart Functionality</a:t>
            </a:r>
            <a:endParaRPr lang="en-US" sz="1600" dirty="0"/>
          </a:p>
        </p:txBody>
      </p:sp>
      <p:sp>
        <p:nvSpPr>
          <p:cNvPr id="41" name="Text 39"/>
          <p:cNvSpPr/>
          <p:nvPr/>
        </p:nvSpPr>
        <p:spPr>
          <a:xfrm>
            <a:off x="6400800" y="4648200"/>
            <a:ext cx="5334000" cy="495300"/>
          </a:xfrm>
          <a:prstGeom prst="rect">
            <a:avLst/>
          </a:prstGeom>
          <a:noFill/>
        </p:spPr>
        <p:txBody>
          <a:bodyPr wrap="square" lIns="0" tIns="0" rIns="0" bIns="0" rtlCol="0" anchor="ctr"/>
          <a:lstStyle/>
          <a:p>
            <a:pPr>
              <a:lnSpc>
                <a:spcPct val="140000"/>
              </a:lnSpc>
            </a:pPr>
            <a:r>
              <a:rPr lang="en-US" sz="1200" dirty="0">
                <a:solidFill>
                  <a:srgbClr val="1A202C"/>
                </a:solidFill>
                <a:latin typeface="Quattrocento Sans" panose="020B0502050000020003" pitchFamily="34" charset="0"/>
                <a:ea typeface="Quattrocento Sans" panose="020B0502050000020003" pitchFamily="34" charset="-122"/>
                <a:cs typeface="Quattrocento Sans" panose="020B0502050000020003" pitchFamily="34" charset="-120"/>
              </a:rPr>
              <a:t>Test adding items to shopping cart and verify successful addition without proceeding to checkout.</a:t>
            </a:r>
            <a:endParaRPr lang="en-US" sz="1600" dirty="0"/>
          </a:p>
        </p:txBody>
      </p:sp>
      <p:sp>
        <p:nvSpPr>
          <p:cNvPr id="42" name="Shape 40"/>
          <p:cNvSpPr/>
          <p:nvPr/>
        </p:nvSpPr>
        <p:spPr>
          <a:xfrm>
            <a:off x="381000" y="5448300"/>
            <a:ext cx="11430000" cy="685800"/>
          </a:xfrm>
          <a:custGeom>
            <a:avLst/>
            <a:gdLst/>
            <a:ahLst/>
            <a:cxnLst/>
            <a:rect l="l" t="t" r="r" b="b"/>
            <a:pathLst>
              <a:path w="11430000" h="685800">
                <a:moveTo>
                  <a:pt x="76199" y="0"/>
                </a:moveTo>
                <a:lnTo>
                  <a:pt x="11353801" y="0"/>
                </a:lnTo>
                <a:cubicBezTo>
                  <a:pt x="11395884" y="0"/>
                  <a:pt x="11430000" y="34116"/>
                  <a:pt x="11430000" y="76199"/>
                </a:cubicBezTo>
                <a:lnTo>
                  <a:pt x="11430000" y="609601"/>
                </a:lnTo>
                <a:cubicBezTo>
                  <a:pt x="11430000" y="651684"/>
                  <a:pt x="11395884" y="685800"/>
                  <a:pt x="11353801" y="685800"/>
                </a:cubicBezTo>
                <a:lnTo>
                  <a:pt x="76199" y="685800"/>
                </a:lnTo>
                <a:cubicBezTo>
                  <a:pt x="34116" y="685800"/>
                  <a:pt x="0" y="651684"/>
                  <a:pt x="0" y="609601"/>
                </a:cubicBezTo>
                <a:lnTo>
                  <a:pt x="0" y="76199"/>
                </a:lnTo>
                <a:cubicBezTo>
                  <a:pt x="0" y="34144"/>
                  <a:pt x="34144" y="0"/>
                  <a:pt x="76199" y="0"/>
                </a:cubicBezTo>
                <a:close/>
              </a:path>
            </a:pathLst>
          </a:custGeom>
          <a:gradFill flip="none" rotWithShape="1">
            <a:gsLst>
              <a:gs pos="0">
                <a:srgbClr val="2D3748"/>
              </a:gs>
              <a:gs pos="100000">
                <a:srgbClr val="4A5568"/>
              </a:gs>
            </a:gsLst>
            <a:lin ang="0" scaled="1"/>
          </a:gradFill>
        </p:spPr>
      </p:sp>
      <p:sp>
        <p:nvSpPr>
          <p:cNvPr id="43" name="Shape 41"/>
          <p:cNvSpPr/>
          <p:nvPr/>
        </p:nvSpPr>
        <p:spPr>
          <a:xfrm>
            <a:off x="533400" y="5600700"/>
            <a:ext cx="381000" cy="381000"/>
          </a:xfrm>
          <a:custGeom>
            <a:avLst/>
            <a:gdLst/>
            <a:ahLst/>
            <a:cxnLst/>
            <a:rect l="l" t="t" r="r" b="b"/>
            <a:pathLst>
              <a:path w="381000" h="381000">
                <a:moveTo>
                  <a:pt x="190500" y="0"/>
                </a:moveTo>
                <a:lnTo>
                  <a:pt x="190500" y="0"/>
                </a:lnTo>
                <a:cubicBezTo>
                  <a:pt x="295640" y="0"/>
                  <a:pt x="381000" y="85360"/>
                  <a:pt x="381000" y="190500"/>
                </a:cubicBezTo>
                <a:lnTo>
                  <a:pt x="381000" y="190500"/>
                </a:lnTo>
                <a:cubicBezTo>
                  <a:pt x="381000" y="295640"/>
                  <a:pt x="295640" y="381000"/>
                  <a:pt x="190500" y="381000"/>
                </a:cubicBezTo>
                <a:lnTo>
                  <a:pt x="190500" y="381000"/>
                </a:lnTo>
                <a:cubicBezTo>
                  <a:pt x="85360" y="381000"/>
                  <a:pt x="0" y="295640"/>
                  <a:pt x="0" y="190500"/>
                </a:cubicBezTo>
                <a:lnTo>
                  <a:pt x="0" y="190500"/>
                </a:lnTo>
                <a:cubicBezTo>
                  <a:pt x="0" y="85360"/>
                  <a:pt x="85360" y="0"/>
                  <a:pt x="190500" y="0"/>
                </a:cubicBezTo>
                <a:close/>
              </a:path>
            </a:pathLst>
          </a:custGeom>
          <a:solidFill>
            <a:srgbClr val="E2E8F0">
              <a:alpha val="20000"/>
            </a:srgbClr>
          </a:solidFill>
        </p:spPr>
      </p:sp>
      <p:sp>
        <p:nvSpPr>
          <p:cNvPr id="44" name="Text 42"/>
          <p:cNvSpPr/>
          <p:nvPr/>
        </p:nvSpPr>
        <p:spPr>
          <a:xfrm>
            <a:off x="629047" y="5657850"/>
            <a:ext cx="276225" cy="266700"/>
          </a:xfrm>
          <a:prstGeom prst="rect">
            <a:avLst/>
          </a:prstGeom>
          <a:noFill/>
        </p:spPr>
        <p:txBody>
          <a:bodyPr wrap="square" lIns="0" tIns="0" rIns="0" bIns="0" rtlCol="0" anchor="ctr"/>
          <a:lstStyle/>
          <a:p>
            <a:pPr>
              <a:lnSpc>
                <a:spcPct val="130000"/>
              </a:lnSpc>
            </a:pPr>
            <a:r>
              <a:rPr lang="en-US" sz="1350" b="1" dirty="0">
                <a:solidFill>
                  <a:srgbClr val="E2E8F0"/>
                </a:solidFill>
                <a:latin typeface="Quattrocento Sans" panose="020B0502050000020003" pitchFamily="34" charset="0"/>
                <a:ea typeface="Quattrocento Sans" panose="020B0502050000020003" pitchFamily="34" charset="-122"/>
                <a:cs typeface="Quattrocento Sans" panose="020B0502050000020003" pitchFamily="34" charset="-120"/>
              </a:rPr>
              <a:t>07</a:t>
            </a:r>
            <a:endParaRPr lang="en-US" sz="1600" dirty="0"/>
          </a:p>
        </p:txBody>
      </p:sp>
      <p:sp>
        <p:nvSpPr>
          <p:cNvPr id="45" name="Text 43"/>
          <p:cNvSpPr/>
          <p:nvPr/>
        </p:nvSpPr>
        <p:spPr>
          <a:xfrm>
            <a:off x="1066800" y="5657850"/>
            <a:ext cx="3286125" cy="266700"/>
          </a:xfrm>
          <a:prstGeom prst="rect">
            <a:avLst/>
          </a:prstGeom>
          <a:noFill/>
        </p:spPr>
        <p:txBody>
          <a:bodyPr wrap="square" lIns="0" tIns="0" rIns="0" bIns="0" rtlCol="0" anchor="ctr"/>
          <a:lstStyle/>
          <a:p>
            <a:pPr>
              <a:lnSpc>
                <a:spcPct val="120000"/>
              </a:lnSpc>
            </a:pPr>
            <a:r>
              <a:rPr lang="en-US" sz="1500" b="1" dirty="0">
                <a:solidFill>
                  <a:srgbClr val="E2E8F0"/>
                </a:solidFill>
                <a:latin typeface="Liter" panose="02000503030000020004" pitchFamily="34" charset="0"/>
                <a:ea typeface="Liter" panose="02000503030000020004" pitchFamily="34" charset="-122"/>
                <a:cs typeface="Liter" panose="02000503030000020004" pitchFamily="34" charset="-120"/>
              </a:rPr>
              <a:t>Verify Remove from Cart Functionality</a:t>
            </a:r>
            <a:endParaRPr lang="en-US" sz="1600" dirty="0"/>
          </a:p>
        </p:txBody>
      </p:sp>
      <p:sp>
        <p:nvSpPr>
          <p:cNvPr id="46" name="Text 44"/>
          <p:cNvSpPr/>
          <p:nvPr/>
        </p:nvSpPr>
        <p:spPr>
          <a:xfrm>
            <a:off x="4412952" y="5676900"/>
            <a:ext cx="7324725" cy="228600"/>
          </a:xfrm>
          <a:prstGeom prst="rect">
            <a:avLst/>
          </a:prstGeom>
          <a:noFill/>
        </p:spPr>
        <p:txBody>
          <a:bodyPr wrap="square" lIns="0" tIns="0" rIns="0" bIns="0" rtlCol="0" anchor="ctr"/>
          <a:lstStyle/>
          <a:p>
            <a:pPr>
              <a:lnSpc>
                <a:spcPct val="130000"/>
              </a:lnSpc>
            </a:pPr>
            <a:r>
              <a:rPr lang="en-US" sz="1200" dirty="0">
                <a:solidFill>
                  <a:srgbClr val="E2E8F0"/>
                </a:solidFill>
                <a:latin typeface="Quattrocento Sans" panose="020B0502050000020003" pitchFamily="34" charset="0"/>
                <a:ea typeface="Quattrocento Sans" panose="020B0502050000020003" pitchFamily="34" charset="-122"/>
                <a:cs typeface="Quattrocento Sans" panose="020B0502050000020003" pitchFamily="34" charset="-120"/>
              </a:rPr>
              <a:t>Test removing items from shopping cart and verify cart updates correctly.</a:t>
            </a:r>
            <a:endParaRPr lang="en-US" sz="1600" dirty="0"/>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sp>
        <p:nvSpPr>
          <p:cNvPr id="2" name="Text 0"/>
          <p:cNvSpPr/>
          <p:nvPr/>
        </p:nvSpPr>
        <p:spPr>
          <a:xfrm>
            <a:off x="339138" y="339138"/>
            <a:ext cx="3679644" cy="406965"/>
          </a:xfrm>
          <a:prstGeom prst="rect">
            <a:avLst/>
          </a:prstGeom>
          <a:noFill/>
        </p:spPr>
        <p:txBody>
          <a:bodyPr wrap="square" lIns="0" tIns="0" rIns="0" bIns="0" rtlCol="0" anchor="ctr"/>
          <a:lstStyle/>
          <a:p>
            <a:pPr>
              <a:lnSpc>
                <a:spcPct val="80000"/>
              </a:lnSpc>
            </a:pPr>
            <a:r>
              <a:rPr lang="en-US" sz="3205" b="1" dirty="0">
                <a:solidFill>
                  <a:srgbClr val="2D3748"/>
                </a:solidFill>
                <a:latin typeface="Hedvig Letters Sans" pitchFamily="34" charset="0"/>
                <a:ea typeface="Hedvig Letters Sans" pitchFamily="34" charset="-122"/>
                <a:cs typeface="Hedvig Letters Sans" pitchFamily="34" charset="-120"/>
              </a:rPr>
              <a:t>Manual Test Cases</a:t>
            </a:r>
            <a:endParaRPr lang="en-US" sz="1600" dirty="0"/>
          </a:p>
        </p:txBody>
      </p:sp>
      <p:sp>
        <p:nvSpPr>
          <p:cNvPr id="3" name="Shape 1"/>
          <p:cNvSpPr/>
          <p:nvPr/>
        </p:nvSpPr>
        <p:spPr>
          <a:xfrm>
            <a:off x="339138" y="813930"/>
            <a:ext cx="813930" cy="33914"/>
          </a:xfrm>
          <a:custGeom>
            <a:avLst/>
            <a:gdLst/>
            <a:ahLst/>
            <a:cxnLst/>
            <a:rect l="l" t="t" r="r" b="b"/>
            <a:pathLst>
              <a:path w="813930" h="33914">
                <a:moveTo>
                  <a:pt x="0" y="0"/>
                </a:moveTo>
                <a:lnTo>
                  <a:pt x="813930" y="0"/>
                </a:lnTo>
                <a:lnTo>
                  <a:pt x="813930" y="33914"/>
                </a:lnTo>
                <a:lnTo>
                  <a:pt x="0" y="33914"/>
                </a:lnTo>
                <a:lnTo>
                  <a:pt x="0" y="0"/>
                </a:lnTo>
                <a:close/>
              </a:path>
            </a:pathLst>
          </a:custGeom>
          <a:solidFill>
            <a:srgbClr val="4A5568"/>
          </a:solidFill>
        </p:spPr>
      </p:sp>
      <p:sp>
        <p:nvSpPr>
          <p:cNvPr id="4" name="Shape 2"/>
          <p:cNvSpPr/>
          <p:nvPr/>
        </p:nvSpPr>
        <p:spPr>
          <a:xfrm>
            <a:off x="11346010" y="339138"/>
            <a:ext cx="381530" cy="508707"/>
          </a:xfrm>
          <a:custGeom>
            <a:avLst/>
            <a:gdLst/>
            <a:ahLst/>
            <a:cxnLst/>
            <a:rect l="l" t="t" r="r" b="b"/>
            <a:pathLst>
              <a:path w="381530" h="508707">
                <a:moveTo>
                  <a:pt x="309397" y="31794"/>
                </a:moveTo>
                <a:lnTo>
                  <a:pt x="317942" y="31794"/>
                </a:lnTo>
                <a:cubicBezTo>
                  <a:pt x="353015" y="31794"/>
                  <a:pt x="381530" y="60310"/>
                  <a:pt x="381530" y="95382"/>
                </a:cubicBezTo>
                <a:lnTo>
                  <a:pt x="381530" y="445118"/>
                </a:lnTo>
                <a:cubicBezTo>
                  <a:pt x="381530" y="480191"/>
                  <a:pt x="353015" y="508707"/>
                  <a:pt x="317942" y="508707"/>
                </a:cubicBezTo>
                <a:lnTo>
                  <a:pt x="63588" y="508707"/>
                </a:lnTo>
                <a:cubicBezTo>
                  <a:pt x="28515" y="508707"/>
                  <a:pt x="0" y="480191"/>
                  <a:pt x="0" y="445118"/>
                </a:cubicBezTo>
                <a:lnTo>
                  <a:pt x="0" y="95382"/>
                </a:lnTo>
                <a:cubicBezTo>
                  <a:pt x="0" y="60310"/>
                  <a:pt x="28515" y="31794"/>
                  <a:pt x="63588" y="31794"/>
                </a:cubicBezTo>
                <a:lnTo>
                  <a:pt x="72133" y="31794"/>
                </a:lnTo>
                <a:cubicBezTo>
                  <a:pt x="83062" y="12817"/>
                  <a:pt x="103629" y="0"/>
                  <a:pt x="127177" y="0"/>
                </a:cubicBezTo>
                <a:lnTo>
                  <a:pt x="254353" y="0"/>
                </a:lnTo>
                <a:cubicBezTo>
                  <a:pt x="277901" y="0"/>
                  <a:pt x="298468" y="12817"/>
                  <a:pt x="309397" y="31794"/>
                </a:cubicBezTo>
                <a:close/>
                <a:moveTo>
                  <a:pt x="246405" y="111280"/>
                </a:moveTo>
                <a:cubicBezTo>
                  <a:pt x="259619" y="111280"/>
                  <a:pt x="270250" y="100648"/>
                  <a:pt x="270250" y="87434"/>
                </a:cubicBezTo>
                <a:cubicBezTo>
                  <a:pt x="270250" y="74219"/>
                  <a:pt x="259619" y="63588"/>
                  <a:pt x="246405" y="63588"/>
                </a:cubicBezTo>
                <a:lnTo>
                  <a:pt x="135125" y="63588"/>
                </a:lnTo>
                <a:cubicBezTo>
                  <a:pt x="121911" y="63588"/>
                  <a:pt x="111280" y="74219"/>
                  <a:pt x="111280" y="87434"/>
                </a:cubicBezTo>
                <a:cubicBezTo>
                  <a:pt x="111280" y="100648"/>
                  <a:pt x="121911" y="111280"/>
                  <a:pt x="135125" y="111280"/>
                </a:cubicBezTo>
                <a:lnTo>
                  <a:pt x="246405" y="111280"/>
                </a:lnTo>
                <a:close/>
                <a:moveTo>
                  <a:pt x="127177" y="254353"/>
                </a:moveTo>
                <a:cubicBezTo>
                  <a:pt x="127177" y="236806"/>
                  <a:pt x="112930" y="222559"/>
                  <a:pt x="95382" y="222559"/>
                </a:cubicBezTo>
                <a:cubicBezTo>
                  <a:pt x="77835" y="222559"/>
                  <a:pt x="63588" y="236806"/>
                  <a:pt x="63588" y="254353"/>
                </a:cubicBezTo>
                <a:cubicBezTo>
                  <a:pt x="63588" y="271901"/>
                  <a:pt x="77835" y="286147"/>
                  <a:pt x="95382" y="286147"/>
                </a:cubicBezTo>
                <a:cubicBezTo>
                  <a:pt x="112930" y="286147"/>
                  <a:pt x="127177" y="271901"/>
                  <a:pt x="127177" y="254353"/>
                </a:cubicBezTo>
                <a:close/>
                <a:moveTo>
                  <a:pt x="158971" y="254353"/>
                </a:moveTo>
                <a:cubicBezTo>
                  <a:pt x="158971" y="267568"/>
                  <a:pt x="169602" y="278199"/>
                  <a:pt x="182816" y="278199"/>
                </a:cubicBezTo>
                <a:lnTo>
                  <a:pt x="294096" y="278199"/>
                </a:lnTo>
                <a:cubicBezTo>
                  <a:pt x="307310" y="278199"/>
                  <a:pt x="317942" y="267568"/>
                  <a:pt x="317942" y="254353"/>
                </a:cubicBezTo>
                <a:cubicBezTo>
                  <a:pt x="317942" y="241139"/>
                  <a:pt x="307310" y="230508"/>
                  <a:pt x="294096" y="230508"/>
                </a:cubicBezTo>
                <a:lnTo>
                  <a:pt x="182816" y="230508"/>
                </a:lnTo>
                <a:cubicBezTo>
                  <a:pt x="169602" y="230508"/>
                  <a:pt x="158971" y="241139"/>
                  <a:pt x="158971" y="254353"/>
                </a:cubicBezTo>
                <a:close/>
                <a:moveTo>
                  <a:pt x="158971" y="381530"/>
                </a:moveTo>
                <a:cubicBezTo>
                  <a:pt x="158971" y="394744"/>
                  <a:pt x="169602" y="405376"/>
                  <a:pt x="182816" y="405376"/>
                </a:cubicBezTo>
                <a:lnTo>
                  <a:pt x="294096" y="405376"/>
                </a:lnTo>
                <a:cubicBezTo>
                  <a:pt x="307310" y="405376"/>
                  <a:pt x="317942" y="394744"/>
                  <a:pt x="317942" y="381530"/>
                </a:cubicBezTo>
                <a:cubicBezTo>
                  <a:pt x="317942" y="368315"/>
                  <a:pt x="307310" y="357684"/>
                  <a:pt x="294096" y="357684"/>
                </a:cubicBezTo>
                <a:lnTo>
                  <a:pt x="182816" y="357684"/>
                </a:lnTo>
                <a:cubicBezTo>
                  <a:pt x="169602" y="357684"/>
                  <a:pt x="158971" y="368315"/>
                  <a:pt x="158971" y="381530"/>
                </a:cubicBezTo>
                <a:close/>
                <a:moveTo>
                  <a:pt x="95382" y="413324"/>
                </a:moveTo>
                <a:cubicBezTo>
                  <a:pt x="112930" y="413324"/>
                  <a:pt x="127177" y="399078"/>
                  <a:pt x="127177" y="381530"/>
                </a:cubicBezTo>
                <a:cubicBezTo>
                  <a:pt x="127177" y="363982"/>
                  <a:pt x="112930" y="349736"/>
                  <a:pt x="95382" y="349736"/>
                </a:cubicBezTo>
                <a:cubicBezTo>
                  <a:pt x="77835" y="349736"/>
                  <a:pt x="63588" y="363982"/>
                  <a:pt x="63588" y="381530"/>
                </a:cubicBezTo>
                <a:cubicBezTo>
                  <a:pt x="63588" y="399078"/>
                  <a:pt x="77835" y="413324"/>
                  <a:pt x="95382" y="413324"/>
                </a:cubicBezTo>
                <a:close/>
              </a:path>
            </a:pathLst>
          </a:custGeom>
          <a:solidFill>
            <a:srgbClr val="718096">
              <a:alpha val="30196"/>
            </a:srgbClr>
          </a:solidFill>
        </p:spPr>
      </p:sp>
      <p:sp>
        <p:nvSpPr>
          <p:cNvPr id="5" name="Shape 3"/>
          <p:cNvSpPr/>
          <p:nvPr/>
        </p:nvSpPr>
        <p:spPr>
          <a:xfrm>
            <a:off x="339138" y="1068284"/>
            <a:ext cx="3722036" cy="2433313"/>
          </a:xfrm>
          <a:custGeom>
            <a:avLst/>
            <a:gdLst/>
            <a:ahLst/>
            <a:cxnLst/>
            <a:rect l="l" t="t" r="r" b="b"/>
            <a:pathLst>
              <a:path w="3722036" h="2433313">
                <a:moveTo>
                  <a:pt x="33914" y="0"/>
                </a:moveTo>
                <a:lnTo>
                  <a:pt x="3688122" y="0"/>
                </a:lnTo>
                <a:cubicBezTo>
                  <a:pt x="3706852" y="0"/>
                  <a:pt x="3722036" y="15184"/>
                  <a:pt x="3722036" y="33914"/>
                </a:cubicBezTo>
                <a:lnTo>
                  <a:pt x="3722036" y="2365497"/>
                </a:lnTo>
                <a:cubicBezTo>
                  <a:pt x="3722036" y="2402950"/>
                  <a:pt x="3691674" y="2433313"/>
                  <a:pt x="3654220" y="2433313"/>
                </a:cubicBezTo>
                <a:lnTo>
                  <a:pt x="67816" y="2433313"/>
                </a:lnTo>
                <a:cubicBezTo>
                  <a:pt x="30362" y="2433313"/>
                  <a:pt x="0" y="2402950"/>
                  <a:pt x="0" y="2365497"/>
                </a:cubicBezTo>
                <a:lnTo>
                  <a:pt x="0" y="33914"/>
                </a:lnTo>
                <a:cubicBezTo>
                  <a:pt x="0" y="15196"/>
                  <a:pt x="15196" y="0"/>
                  <a:pt x="33914" y="0"/>
                </a:cubicBezTo>
                <a:close/>
              </a:path>
            </a:pathLst>
          </a:custGeom>
          <a:solidFill>
            <a:srgbClr val="FFFFFF"/>
          </a:solidFill>
          <a:effectLst>
            <a:outerShdw blurRad="25435" dist="8478" dir="5400000" algn="bl" rotWithShape="0">
              <a:srgbClr val="000000">
                <a:alpha val="10196"/>
              </a:srgbClr>
            </a:outerShdw>
          </a:effectLst>
        </p:spPr>
      </p:sp>
      <p:sp>
        <p:nvSpPr>
          <p:cNvPr id="6" name="Shape 4"/>
          <p:cNvSpPr/>
          <p:nvPr/>
        </p:nvSpPr>
        <p:spPr>
          <a:xfrm>
            <a:off x="339138" y="1068284"/>
            <a:ext cx="3722036" cy="33914"/>
          </a:xfrm>
          <a:custGeom>
            <a:avLst/>
            <a:gdLst/>
            <a:ahLst/>
            <a:cxnLst/>
            <a:rect l="l" t="t" r="r" b="b"/>
            <a:pathLst>
              <a:path w="3722036" h="33914">
                <a:moveTo>
                  <a:pt x="33914" y="0"/>
                </a:moveTo>
                <a:lnTo>
                  <a:pt x="3688122" y="0"/>
                </a:lnTo>
                <a:cubicBezTo>
                  <a:pt x="3706852" y="0"/>
                  <a:pt x="3722036" y="15184"/>
                  <a:pt x="3722036" y="33914"/>
                </a:cubicBezTo>
                <a:lnTo>
                  <a:pt x="3722036" y="33914"/>
                </a:lnTo>
                <a:lnTo>
                  <a:pt x="0" y="33914"/>
                </a:lnTo>
                <a:lnTo>
                  <a:pt x="0" y="33914"/>
                </a:lnTo>
                <a:cubicBezTo>
                  <a:pt x="0" y="15184"/>
                  <a:pt x="15184" y="0"/>
                  <a:pt x="33914" y="0"/>
                </a:cubicBezTo>
                <a:close/>
              </a:path>
            </a:pathLst>
          </a:custGeom>
          <a:solidFill>
            <a:srgbClr val="2D3748"/>
          </a:solidFill>
        </p:spPr>
      </p:sp>
      <p:sp>
        <p:nvSpPr>
          <p:cNvPr id="7" name="Text 5"/>
          <p:cNvSpPr/>
          <p:nvPr/>
        </p:nvSpPr>
        <p:spPr>
          <a:xfrm>
            <a:off x="508707" y="1254809"/>
            <a:ext cx="551099" cy="237396"/>
          </a:xfrm>
          <a:prstGeom prst="rect">
            <a:avLst/>
          </a:prstGeom>
          <a:noFill/>
        </p:spPr>
        <p:txBody>
          <a:bodyPr wrap="square" lIns="0" tIns="0" rIns="0" bIns="0" rtlCol="0" anchor="ctr"/>
          <a:lstStyle/>
          <a:p>
            <a:pPr>
              <a:lnSpc>
                <a:spcPct val="120000"/>
              </a:lnSpc>
            </a:pPr>
            <a:r>
              <a:rPr lang="en-US" sz="1335" b="1" dirty="0">
                <a:solidFill>
                  <a:srgbClr val="2D3748"/>
                </a:solidFill>
                <a:latin typeface="Liter" panose="02000503030000020004" pitchFamily="34" charset="0"/>
                <a:ea typeface="Liter" panose="02000503030000020004" pitchFamily="34" charset="-122"/>
                <a:cs typeface="Liter" panose="02000503030000020004" pitchFamily="34" charset="-120"/>
              </a:rPr>
              <a:t>TC-01</a:t>
            </a:r>
            <a:endParaRPr lang="en-US" sz="1600" dirty="0"/>
          </a:p>
        </p:txBody>
      </p:sp>
      <p:sp>
        <p:nvSpPr>
          <p:cNvPr id="8" name="Shape 6"/>
          <p:cNvSpPr/>
          <p:nvPr/>
        </p:nvSpPr>
        <p:spPr>
          <a:xfrm>
            <a:off x="3128987" y="1254809"/>
            <a:ext cx="763060" cy="237396"/>
          </a:xfrm>
          <a:custGeom>
            <a:avLst/>
            <a:gdLst/>
            <a:ahLst/>
            <a:cxnLst/>
            <a:rect l="l" t="t" r="r" b="b"/>
            <a:pathLst>
              <a:path w="763060" h="237396">
                <a:moveTo>
                  <a:pt x="118698" y="0"/>
                </a:moveTo>
                <a:lnTo>
                  <a:pt x="644362" y="0"/>
                </a:lnTo>
                <a:cubicBezTo>
                  <a:pt x="709917" y="0"/>
                  <a:pt x="763060" y="53143"/>
                  <a:pt x="763060" y="118698"/>
                </a:cubicBezTo>
                <a:lnTo>
                  <a:pt x="763060" y="118698"/>
                </a:lnTo>
                <a:cubicBezTo>
                  <a:pt x="763060" y="184253"/>
                  <a:pt x="709917" y="237396"/>
                  <a:pt x="644362" y="237396"/>
                </a:cubicBezTo>
                <a:lnTo>
                  <a:pt x="118698" y="237396"/>
                </a:lnTo>
                <a:cubicBezTo>
                  <a:pt x="53187" y="237396"/>
                  <a:pt x="0" y="184210"/>
                  <a:pt x="0" y="118698"/>
                </a:cubicBezTo>
                <a:lnTo>
                  <a:pt x="0" y="118698"/>
                </a:lnTo>
                <a:cubicBezTo>
                  <a:pt x="0" y="53187"/>
                  <a:pt x="53187" y="0"/>
                  <a:pt x="118698" y="0"/>
                </a:cubicBezTo>
                <a:close/>
              </a:path>
            </a:pathLst>
          </a:custGeom>
          <a:solidFill>
            <a:srgbClr val="2D3748"/>
          </a:solidFill>
        </p:spPr>
      </p:sp>
      <p:sp>
        <p:nvSpPr>
          <p:cNvPr id="9" name="Text 7"/>
          <p:cNvSpPr/>
          <p:nvPr/>
        </p:nvSpPr>
        <p:spPr>
          <a:xfrm>
            <a:off x="3128987" y="1254809"/>
            <a:ext cx="822409" cy="237396"/>
          </a:xfrm>
          <a:prstGeom prst="rect">
            <a:avLst/>
          </a:prstGeom>
          <a:noFill/>
        </p:spPr>
        <p:txBody>
          <a:bodyPr wrap="square" lIns="101741" tIns="33914" rIns="101741" bIns="33914" rtlCol="0" anchor="ctr"/>
          <a:lstStyle/>
          <a:p>
            <a:pPr>
              <a:lnSpc>
                <a:spcPct val="120000"/>
              </a:lnSpc>
            </a:pPr>
            <a:r>
              <a:rPr lang="en-US" sz="935" b="1" dirty="0">
                <a:solidFill>
                  <a:srgbClr val="E2E8F0"/>
                </a:solidFill>
                <a:latin typeface="Quattrocento Sans" panose="020B0502050000020003" pitchFamily="34" charset="0"/>
                <a:ea typeface="Quattrocento Sans" panose="020B0502050000020003" pitchFamily="34" charset="-122"/>
                <a:cs typeface="Quattrocento Sans" panose="020B0502050000020003" pitchFamily="34" charset="-120"/>
              </a:rPr>
              <a:t>Homepage</a:t>
            </a:r>
            <a:endParaRPr lang="en-US" sz="1600" dirty="0"/>
          </a:p>
        </p:txBody>
      </p:sp>
      <p:sp>
        <p:nvSpPr>
          <p:cNvPr id="10" name="Shape 8"/>
          <p:cNvSpPr/>
          <p:nvPr/>
        </p:nvSpPr>
        <p:spPr>
          <a:xfrm>
            <a:off x="508707" y="1593947"/>
            <a:ext cx="3382898" cy="610448"/>
          </a:xfrm>
          <a:custGeom>
            <a:avLst/>
            <a:gdLst/>
            <a:ahLst/>
            <a:cxnLst/>
            <a:rect l="l" t="t" r="r" b="b"/>
            <a:pathLst>
              <a:path w="3382898" h="610448">
                <a:moveTo>
                  <a:pt x="33916" y="0"/>
                </a:moveTo>
                <a:lnTo>
                  <a:pt x="3348982" y="0"/>
                </a:lnTo>
                <a:cubicBezTo>
                  <a:pt x="3367714" y="0"/>
                  <a:pt x="3382898" y="15185"/>
                  <a:pt x="3382898" y="33916"/>
                </a:cubicBezTo>
                <a:lnTo>
                  <a:pt x="3382898" y="576531"/>
                </a:lnTo>
                <a:cubicBezTo>
                  <a:pt x="3382898" y="595263"/>
                  <a:pt x="3367714" y="610448"/>
                  <a:pt x="3348982" y="610448"/>
                </a:cubicBezTo>
                <a:lnTo>
                  <a:pt x="33916" y="610448"/>
                </a:lnTo>
                <a:cubicBezTo>
                  <a:pt x="15185" y="610448"/>
                  <a:pt x="0" y="595263"/>
                  <a:pt x="0" y="576531"/>
                </a:cubicBezTo>
                <a:lnTo>
                  <a:pt x="0" y="33916"/>
                </a:lnTo>
                <a:cubicBezTo>
                  <a:pt x="0" y="15185"/>
                  <a:pt x="15185" y="0"/>
                  <a:pt x="33916" y="0"/>
                </a:cubicBezTo>
                <a:close/>
              </a:path>
            </a:pathLst>
          </a:custGeom>
          <a:solidFill>
            <a:srgbClr val="2D3748">
              <a:alpha val="5098"/>
            </a:srgbClr>
          </a:solidFill>
        </p:spPr>
      </p:sp>
      <p:sp>
        <p:nvSpPr>
          <p:cNvPr id="11" name="Text 9"/>
          <p:cNvSpPr/>
          <p:nvPr/>
        </p:nvSpPr>
        <p:spPr>
          <a:xfrm>
            <a:off x="610448" y="1695688"/>
            <a:ext cx="3238765" cy="169569"/>
          </a:xfrm>
          <a:prstGeom prst="rect">
            <a:avLst/>
          </a:prstGeom>
          <a:noFill/>
        </p:spPr>
        <p:txBody>
          <a:bodyPr wrap="square" lIns="0" tIns="0" rIns="0" bIns="0" rtlCol="0" anchor="ctr"/>
          <a:lstStyle/>
          <a:p>
            <a:pPr>
              <a:lnSpc>
                <a:spcPct val="120000"/>
              </a:lnSpc>
            </a:pPr>
            <a:r>
              <a:rPr lang="en-US" sz="935" dirty="0">
                <a:solidFill>
                  <a:srgbClr val="718096"/>
                </a:solidFill>
                <a:latin typeface="Quattrocento Sans" panose="020B0502050000020003" pitchFamily="34" charset="0"/>
                <a:ea typeface="Quattrocento Sans" panose="020B0502050000020003" pitchFamily="34" charset="-122"/>
                <a:cs typeface="Quattrocento Sans" panose="020B0502050000020003" pitchFamily="34" charset="-120"/>
              </a:rPr>
              <a:t>Test Case ID</a:t>
            </a:r>
            <a:endParaRPr lang="en-US" sz="1600" dirty="0"/>
          </a:p>
        </p:txBody>
      </p:sp>
      <p:sp>
        <p:nvSpPr>
          <p:cNvPr id="12" name="Text 10"/>
          <p:cNvSpPr/>
          <p:nvPr/>
        </p:nvSpPr>
        <p:spPr>
          <a:xfrm>
            <a:off x="610448" y="1899171"/>
            <a:ext cx="3247243" cy="203483"/>
          </a:xfrm>
          <a:prstGeom prst="rect">
            <a:avLst/>
          </a:prstGeom>
          <a:noFill/>
        </p:spPr>
        <p:txBody>
          <a:bodyPr wrap="square" lIns="0" tIns="0" rIns="0" bIns="0" rtlCol="0" anchor="ctr"/>
          <a:lstStyle/>
          <a:p>
            <a:pPr>
              <a:lnSpc>
                <a:spcPct val="130000"/>
              </a:lnSpc>
            </a:pPr>
            <a:r>
              <a:rPr lang="en-US" sz="1070" dirty="0">
                <a:solidFill>
                  <a:srgbClr val="2D3748"/>
                </a:solidFill>
                <a:latin typeface="MiSans" pitchFamily="34" charset="-122"/>
                <a:ea typeface="MiSans" pitchFamily="34" charset="-122"/>
                <a:cs typeface="MiSans" pitchFamily="34" charset="-120"/>
              </a:rPr>
              <a:t>TC_HomePageLoad_01</a:t>
            </a:r>
            <a:endParaRPr lang="en-US" sz="1600" dirty="0"/>
          </a:p>
        </p:txBody>
      </p:sp>
      <p:sp>
        <p:nvSpPr>
          <p:cNvPr id="13" name="Text 11"/>
          <p:cNvSpPr/>
          <p:nvPr/>
        </p:nvSpPr>
        <p:spPr>
          <a:xfrm>
            <a:off x="508707" y="2306136"/>
            <a:ext cx="3450726" cy="203483"/>
          </a:xfrm>
          <a:prstGeom prst="rect">
            <a:avLst/>
          </a:prstGeom>
          <a:noFill/>
        </p:spPr>
        <p:txBody>
          <a:bodyPr wrap="square" lIns="0" tIns="0" rIns="0" bIns="0" rtlCol="0" anchor="ctr"/>
          <a:lstStyle/>
          <a:p>
            <a:pPr>
              <a:lnSpc>
                <a:spcPct val="130000"/>
              </a:lnSpc>
            </a:pPr>
            <a:r>
              <a:rPr lang="en-US" sz="1070" b="1" dirty="0">
                <a:solidFill>
                  <a:srgbClr val="1A202C"/>
                </a:solidFill>
                <a:latin typeface="Quattrocento Sans" panose="020B0502050000020003" pitchFamily="34" charset="0"/>
                <a:ea typeface="Quattrocento Sans" panose="020B0502050000020003" pitchFamily="34" charset="-122"/>
                <a:cs typeface="Quattrocento Sans" panose="020B0502050000020003" pitchFamily="34" charset="-120"/>
              </a:rPr>
              <a:t>Scenario:</a:t>
            </a:r>
            <a:r>
              <a:rPr lang="en-US" sz="1070" dirty="0">
                <a:solidFill>
                  <a:srgbClr val="1A202C"/>
                </a:solidFill>
                <a:latin typeface="Quattrocento Sans" panose="020B0502050000020003" pitchFamily="34" charset="0"/>
                <a:ea typeface="Quattrocento Sans" panose="020B0502050000020003" pitchFamily="34" charset="-122"/>
                <a:cs typeface="Quattrocento Sans" panose="020B0502050000020003" pitchFamily="34" charset="-120"/>
              </a:rPr>
              <a:t> Verify Amazon homepage loads successfully</a:t>
            </a:r>
            <a:endParaRPr lang="en-US" sz="1600" dirty="0"/>
          </a:p>
        </p:txBody>
      </p:sp>
      <p:sp>
        <p:nvSpPr>
          <p:cNvPr id="14" name="Shape 12"/>
          <p:cNvSpPr/>
          <p:nvPr/>
        </p:nvSpPr>
        <p:spPr>
          <a:xfrm>
            <a:off x="508707" y="2614186"/>
            <a:ext cx="3382898" cy="5652"/>
          </a:xfrm>
          <a:custGeom>
            <a:avLst/>
            <a:gdLst/>
            <a:ahLst/>
            <a:cxnLst/>
            <a:rect l="l" t="t" r="r" b="b"/>
            <a:pathLst>
              <a:path w="3382898" h="5652">
                <a:moveTo>
                  <a:pt x="0" y="0"/>
                </a:moveTo>
                <a:lnTo>
                  <a:pt x="3382898" y="0"/>
                </a:lnTo>
                <a:lnTo>
                  <a:pt x="3382898" y="5652"/>
                </a:lnTo>
                <a:lnTo>
                  <a:pt x="0" y="5652"/>
                </a:lnTo>
                <a:lnTo>
                  <a:pt x="0" y="0"/>
                </a:lnTo>
                <a:close/>
              </a:path>
            </a:pathLst>
          </a:custGeom>
          <a:solidFill>
            <a:srgbClr val="718096">
              <a:alpha val="20000"/>
            </a:srgbClr>
          </a:solidFill>
        </p:spPr>
      </p:sp>
      <p:sp>
        <p:nvSpPr>
          <p:cNvPr id="15" name="Text 13"/>
          <p:cNvSpPr/>
          <p:nvPr/>
        </p:nvSpPr>
        <p:spPr>
          <a:xfrm>
            <a:off x="508707" y="2718757"/>
            <a:ext cx="3442248" cy="169569"/>
          </a:xfrm>
          <a:prstGeom prst="rect">
            <a:avLst/>
          </a:prstGeom>
          <a:noFill/>
        </p:spPr>
        <p:txBody>
          <a:bodyPr wrap="square" lIns="0" tIns="0" rIns="0" bIns="0" rtlCol="0" anchor="ctr"/>
          <a:lstStyle/>
          <a:p>
            <a:pPr>
              <a:lnSpc>
                <a:spcPct val="120000"/>
              </a:lnSpc>
            </a:pPr>
            <a:r>
              <a:rPr lang="en-US" sz="935" dirty="0">
                <a:solidFill>
                  <a:srgbClr val="718096"/>
                </a:solidFill>
                <a:latin typeface="Quattrocento Sans" panose="020B0502050000020003" pitchFamily="34" charset="0"/>
                <a:ea typeface="Quattrocento Sans" panose="020B0502050000020003" pitchFamily="34" charset="-122"/>
                <a:cs typeface="Quattrocento Sans" panose="020B0502050000020003" pitchFamily="34" charset="-120"/>
              </a:rPr>
              <a:t>Preconditions</a:t>
            </a:r>
            <a:endParaRPr lang="en-US" sz="1600" dirty="0"/>
          </a:p>
        </p:txBody>
      </p:sp>
      <p:sp>
        <p:nvSpPr>
          <p:cNvPr id="16" name="Text 14"/>
          <p:cNvSpPr/>
          <p:nvPr/>
        </p:nvSpPr>
        <p:spPr>
          <a:xfrm>
            <a:off x="508707" y="2922239"/>
            <a:ext cx="3450726" cy="203483"/>
          </a:xfrm>
          <a:prstGeom prst="rect">
            <a:avLst/>
          </a:prstGeom>
          <a:noFill/>
        </p:spPr>
        <p:txBody>
          <a:bodyPr wrap="square" lIns="0" tIns="0" rIns="0" bIns="0" rtlCol="0" anchor="ctr"/>
          <a:lstStyle/>
          <a:p>
            <a:pPr>
              <a:lnSpc>
                <a:spcPct val="130000"/>
              </a:lnSpc>
            </a:pPr>
            <a:r>
              <a:rPr lang="en-US" sz="1070" dirty="0">
                <a:solidFill>
                  <a:srgbClr val="1A202C"/>
                </a:solidFill>
                <a:latin typeface="Quattrocento Sans" panose="020B0502050000020003" pitchFamily="34" charset="0"/>
                <a:ea typeface="Quattrocento Sans" panose="020B0502050000020003" pitchFamily="34" charset="-122"/>
                <a:cs typeface="Quattrocento Sans" panose="020B0502050000020003" pitchFamily="34" charset="-120"/>
              </a:rPr>
              <a:t>Internet connection available, browser installed</a:t>
            </a:r>
            <a:endParaRPr lang="en-US" sz="1600" dirty="0"/>
          </a:p>
        </p:txBody>
      </p:sp>
      <p:sp>
        <p:nvSpPr>
          <p:cNvPr id="17" name="Shape 15"/>
          <p:cNvSpPr/>
          <p:nvPr/>
        </p:nvSpPr>
        <p:spPr>
          <a:xfrm>
            <a:off x="4234187" y="1068284"/>
            <a:ext cx="3722036" cy="2433313"/>
          </a:xfrm>
          <a:custGeom>
            <a:avLst/>
            <a:gdLst/>
            <a:ahLst/>
            <a:cxnLst/>
            <a:rect l="l" t="t" r="r" b="b"/>
            <a:pathLst>
              <a:path w="3722036" h="2433313">
                <a:moveTo>
                  <a:pt x="33914" y="0"/>
                </a:moveTo>
                <a:lnTo>
                  <a:pt x="3688122" y="0"/>
                </a:lnTo>
                <a:cubicBezTo>
                  <a:pt x="3706852" y="0"/>
                  <a:pt x="3722036" y="15184"/>
                  <a:pt x="3722036" y="33914"/>
                </a:cubicBezTo>
                <a:lnTo>
                  <a:pt x="3722036" y="2365497"/>
                </a:lnTo>
                <a:cubicBezTo>
                  <a:pt x="3722036" y="2402950"/>
                  <a:pt x="3691674" y="2433313"/>
                  <a:pt x="3654220" y="2433313"/>
                </a:cubicBezTo>
                <a:lnTo>
                  <a:pt x="67816" y="2433313"/>
                </a:lnTo>
                <a:cubicBezTo>
                  <a:pt x="30362" y="2433313"/>
                  <a:pt x="0" y="2402950"/>
                  <a:pt x="0" y="2365497"/>
                </a:cubicBezTo>
                <a:lnTo>
                  <a:pt x="0" y="33914"/>
                </a:lnTo>
                <a:cubicBezTo>
                  <a:pt x="0" y="15196"/>
                  <a:pt x="15196" y="0"/>
                  <a:pt x="33914" y="0"/>
                </a:cubicBezTo>
                <a:close/>
              </a:path>
            </a:pathLst>
          </a:custGeom>
          <a:solidFill>
            <a:srgbClr val="FFFFFF"/>
          </a:solidFill>
          <a:effectLst>
            <a:outerShdw blurRad="25435" dist="8478" dir="5400000" algn="bl" rotWithShape="0">
              <a:srgbClr val="000000">
                <a:alpha val="10196"/>
              </a:srgbClr>
            </a:outerShdw>
          </a:effectLst>
        </p:spPr>
      </p:sp>
      <p:sp>
        <p:nvSpPr>
          <p:cNvPr id="18" name="Shape 16"/>
          <p:cNvSpPr/>
          <p:nvPr/>
        </p:nvSpPr>
        <p:spPr>
          <a:xfrm>
            <a:off x="4234187" y="1068284"/>
            <a:ext cx="3722036" cy="33914"/>
          </a:xfrm>
          <a:custGeom>
            <a:avLst/>
            <a:gdLst/>
            <a:ahLst/>
            <a:cxnLst/>
            <a:rect l="l" t="t" r="r" b="b"/>
            <a:pathLst>
              <a:path w="3722036" h="33914">
                <a:moveTo>
                  <a:pt x="33914" y="0"/>
                </a:moveTo>
                <a:lnTo>
                  <a:pt x="3688122" y="0"/>
                </a:lnTo>
                <a:cubicBezTo>
                  <a:pt x="3706852" y="0"/>
                  <a:pt x="3722036" y="15184"/>
                  <a:pt x="3722036" y="33914"/>
                </a:cubicBezTo>
                <a:lnTo>
                  <a:pt x="3722036" y="33914"/>
                </a:lnTo>
                <a:lnTo>
                  <a:pt x="0" y="33914"/>
                </a:lnTo>
                <a:lnTo>
                  <a:pt x="0" y="33914"/>
                </a:lnTo>
                <a:cubicBezTo>
                  <a:pt x="0" y="15184"/>
                  <a:pt x="15184" y="0"/>
                  <a:pt x="33914" y="0"/>
                </a:cubicBezTo>
                <a:close/>
              </a:path>
            </a:pathLst>
          </a:custGeom>
          <a:solidFill>
            <a:srgbClr val="4A5568"/>
          </a:solidFill>
        </p:spPr>
      </p:sp>
      <p:sp>
        <p:nvSpPr>
          <p:cNvPr id="19" name="Text 17"/>
          <p:cNvSpPr/>
          <p:nvPr/>
        </p:nvSpPr>
        <p:spPr>
          <a:xfrm>
            <a:off x="4403756" y="1254809"/>
            <a:ext cx="576534" cy="237396"/>
          </a:xfrm>
          <a:prstGeom prst="rect">
            <a:avLst/>
          </a:prstGeom>
          <a:noFill/>
        </p:spPr>
        <p:txBody>
          <a:bodyPr wrap="square" lIns="0" tIns="0" rIns="0" bIns="0" rtlCol="0" anchor="ctr"/>
          <a:lstStyle/>
          <a:p>
            <a:pPr>
              <a:lnSpc>
                <a:spcPct val="120000"/>
              </a:lnSpc>
            </a:pPr>
            <a:r>
              <a:rPr lang="en-US" sz="1335" b="1" dirty="0">
                <a:solidFill>
                  <a:srgbClr val="2D3748"/>
                </a:solidFill>
                <a:latin typeface="Liter" panose="02000503030000020004" pitchFamily="34" charset="0"/>
                <a:ea typeface="Liter" panose="02000503030000020004" pitchFamily="34" charset="-122"/>
                <a:cs typeface="Liter" panose="02000503030000020004" pitchFamily="34" charset="-120"/>
              </a:rPr>
              <a:t>TC-02</a:t>
            </a:r>
            <a:endParaRPr lang="en-US" sz="1600" dirty="0"/>
          </a:p>
        </p:txBody>
      </p:sp>
      <p:sp>
        <p:nvSpPr>
          <p:cNvPr id="20" name="Shape 18"/>
          <p:cNvSpPr/>
          <p:nvPr/>
        </p:nvSpPr>
        <p:spPr>
          <a:xfrm>
            <a:off x="7234319" y="1254809"/>
            <a:ext cx="559577" cy="237396"/>
          </a:xfrm>
          <a:custGeom>
            <a:avLst/>
            <a:gdLst/>
            <a:ahLst/>
            <a:cxnLst/>
            <a:rect l="l" t="t" r="r" b="b"/>
            <a:pathLst>
              <a:path w="559577" h="237396">
                <a:moveTo>
                  <a:pt x="118698" y="0"/>
                </a:moveTo>
                <a:lnTo>
                  <a:pt x="440879" y="0"/>
                </a:lnTo>
                <a:cubicBezTo>
                  <a:pt x="506434" y="0"/>
                  <a:pt x="559577" y="53143"/>
                  <a:pt x="559577" y="118698"/>
                </a:cubicBezTo>
                <a:lnTo>
                  <a:pt x="559577" y="118698"/>
                </a:lnTo>
                <a:cubicBezTo>
                  <a:pt x="559577" y="184253"/>
                  <a:pt x="506434" y="237396"/>
                  <a:pt x="440879" y="237396"/>
                </a:cubicBezTo>
                <a:lnTo>
                  <a:pt x="118698" y="237396"/>
                </a:lnTo>
                <a:cubicBezTo>
                  <a:pt x="53187" y="237396"/>
                  <a:pt x="0" y="184210"/>
                  <a:pt x="0" y="118698"/>
                </a:cubicBezTo>
                <a:lnTo>
                  <a:pt x="0" y="118698"/>
                </a:lnTo>
                <a:cubicBezTo>
                  <a:pt x="0" y="53187"/>
                  <a:pt x="53187" y="0"/>
                  <a:pt x="118698" y="0"/>
                </a:cubicBezTo>
                <a:close/>
              </a:path>
            </a:pathLst>
          </a:custGeom>
          <a:solidFill>
            <a:srgbClr val="4A5568"/>
          </a:solidFill>
        </p:spPr>
      </p:sp>
      <p:sp>
        <p:nvSpPr>
          <p:cNvPr id="21" name="Text 19"/>
          <p:cNvSpPr/>
          <p:nvPr/>
        </p:nvSpPr>
        <p:spPr>
          <a:xfrm>
            <a:off x="7234319" y="1254809"/>
            <a:ext cx="618926" cy="237396"/>
          </a:xfrm>
          <a:prstGeom prst="rect">
            <a:avLst/>
          </a:prstGeom>
          <a:noFill/>
        </p:spPr>
        <p:txBody>
          <a:bodyPr wrap="square" lIns="101741" tIns="33914" rIns="101741" bIns="33914" rtlCol="0" anchor="ctr"/>
          <a:lstStyle/>
          <a:p>
            <a:pPr>
              <a:lnSpc>
                <a:spcPct val="120000"/>
              </a:lnSpc>
            </a:pPr>
            <a:r>
              <a:rPr lang="en-US" sz="935" b="1" dirty="0">
                <a:solidFill>
                  <a:srgbClr val="E2E8F0"/>
                </a:solidFill>
                <a:latin typeface="Quattrocento Sans" panose="020B0502050000020003" pitchFamily="34" charset="0"/>
                <a:ea typeface="Quattrocento Sans" panose="020B0502050000020003" pitchFamily="34" charset="-122"/>
                <a:cs typeface="Quattrocento Sans" panose="020B0502050000020003" pitchFamily="34" charset="-120"/>
              </a:rPr>
              <a:t>Search</a:t>
            </a:r>
            <a:endParaRPr lang="en-US" sz="1600" dirty="0"/>
          </a:p>
        </p:txBody>
      </p:sp>
      <p:sp>
        <p:nvSpPr>
          <p:cNvPr id="22" name="Shape 20"/>
          <p:cNvSpPr/>
          <p:nvPr/>
        </p:nvSpPr>
        <p:spPr>
          <a:xfrm>
            <a:off x="4403756" y="1593947"/>
            <a:ext cx="3382898" cy="610448"/>
          </a:xfrm>
          <a:custGeom>
            <a:avLst/>
            <a:gdLst/>
            <a:ahLst/>
            <a:cxnLst/>
            <a:rect l="l" t="t" r="r" b="b"/>
            <a:pathLst>
              <a:path w="3382898" h="610448">
                <a:moveTo>
                  <a:pt x="33916" y="0"/>
                </a:moveTo>
                <a:lnTo>
                  <a:pt x="3348982" y="0"/>
                </a:lnTo>
                <a:cubicBezTo>
                  <a:pt x="3367714" y="0"/>
                  <a:pt x="3382898" y="15185"/>
                  <a:pt x="3382898" y="33916"/>
                </a:cubicBezTo>
                <a:lnTo>
                  <a:pt x="3382898" y="576531"/>
                </a:lnTo>
                <a:cubicBezTo>
                  <a:pt x="3382898" y="595263"/>
                  <a:pt x="3367714" y="610448"/>
                  <a:pt x="3348982" y="610448"/>
                </a:cubicBezTo>
                <a:lnTo>
                  <a:pt x="33916" y="610448"/>
                </a:lnTo>
                <a:cubicBezTo>
                  <a:pt x="15185" y="610448"/>
                  <a:pt x="0" y="595263"/>
                  <a:pt x="0" y="576531"/>
                </a:cubicBezTo>
                <a:lnTo>
                  <a:pt x="0" y="33916"/>
                </a:lnTo>
                <a:cubicBezTo>
                  <a:pt x="0" y="15185"/>
                  <a:pt x="15185" y="0"/>
                  <a:pt x="33916" y="0"/>
                </a:cubicBezTo>
                <a:close/>
              </a:path>
            </a:pathLst>
          </a:custGeom>
          <a:solidFill>
            <a:srgbClr val="4A5568">
              <a:alpha val="5098"/>
            </a:srgbClr>
          </a:solidFill>
        </p:spPr>
      </p:sp>
      <p:sp>
        <p:nvSpPr>
          <p:cNvPr id="23" name="Text 21"/>
          <p:cNvSpPr/>
          <p:nvPr/>
        </p:nvSpPr>
        <p:spPr>
          <a:xfrm>
            <a:off x="4505497" y="1695688"/>
            <a:ext cx="3238765" cy="169569"/>
          </a:xfrm>
          <a:prstGeom prst="rect">
            <a:avLst/>
          </a:prstGeom>
          <a:noFill/>
        </p:spPr>
        <p:txBody>
          <a:bodyPr wrap="square" lIns="0" tIns="0" rIns="0" bIns="0" rtlCol="0" anchor="ctr"/>
          <a:lstStyle/>
          <a:p>
            <a:pPr>
              <a:lnSpc>
                <a:spcPct val="120000"/>
              </a:lnSpc>
            </a:pPr>
            <a:r>
              <a:rPr lang="en-US" sz="935" dirty="0">
                <a:solidFill>
                  <a:srgbClr val="718096"/>
                </a:solidFill>
                <a:latin typeface="Quattrocento Sans" panose="020B0502050000020003" pitchFamily="34" charset="0"/>
                <a:ea typeface="Quattrocento Sans" panose="020B0502050000020003" pitchFamily="34" charset="-122"/>
                <a:cs typeface="Quattrocento Sans" panose="020B0502050000020003" pitchFamily="34" charset="-120"/>
              </a:rPr>
              <a:t>Test Case ID</a:t>
            </a:r>
            <a:endParaRPr lang="en-US" sz="1600" dirty="0"/>
          </a:p>
        </p:txBody>
      </p:sp>
      <p:sp>
        <p:nvSpPr>
          <p:cNvPr id="24" name="Text 22"/>
          <p:cNvSpPr/>
          <p:nvPr/>
        </p:nvSpPr>
        <p:spPr>
          <a:xfrm>
            <a:off x="4505497" y="1899171"/>
            <a:ext cx="3247243" cy="203483"/>
          </a:xfrm>
          <a:prstGeom prst="rect">
            <a:avLst/>
          </a:prstGeom>
          <a:noFill/>
        </p:spPr>
        <p:txBody>
          <a:bodyPr wrap="square" lIns="0" tIns="0" rIns="0" bIns="0" rtlCol="0" anchor="ctr"/>
          <a:lstStyle/>
          <a:p>
            <a:pPr>
              <a:lnSpc>
                <a:spcPct val="130000"/>
              </a:lnSpc>
            </a:pPr>
            <a:r>
              <a:rPr lang="en-US" sz="1070" dirty="0">
                <a:solidFill>
                  <a:srgbClr val="2D3748"/>
                </a:solidFill>
                <a:latin typeface="MiSans" pitchFamily="34" charset="-122"/>
                <a:ea typeface="MiSans" pitchFamily="34" charset="-122"/>
                <a:cs typeface="MiSans" pitchFamily="34" charset="-120"/>
              </a:rPr>
              <a:t>TC_ProductSearch_02</a:t>
            </a:r>
            <a:endParaRPr lang="en-US" sz="1600" dirty="0"/>
          </a:p>
        </p:txBody>
      </p:sp>
      <p:sp>
        <p:nvSpPr>
          <p:cNvPr id="25" name="Text 23"/>
          <p:cNvSpPr/>
          <p:nvPr/>
        </p:nvSpPr>
        <p:spPr>
          <a:xfrm>
            <a:off x="4403756" y="2306136"/>
            <a:ext cx="3450726" cy="203483"/>
          </a:xfrm>
          <a:prstGeom prst="rect">
            <a:avLst/>
          </a:prstGeom>
          <a:noFill/>
        </p:spPr>
        <p:txBody>
          <a:bodyPr wrap="square" lIns="0" tIns="0" rIns="0" bIns="0" rtlCol="0" anchor="ctr"/>
          <a:lstStyle/>
          <a:p>
            <a:pPr>
              <a:lnSpc>
                <a:spcPct val="130000"/>
              </a:lnSpc>
            </a:pPr>
            <a:r>
              <a:rPr lang="en-US" sz="1070" b="1" dirty="0">
                <a:solidFill>
                  <a:srgbClr val="1A202C"/>
                </a:solidFill>
                <a:latin typeface="Quattrocento Sans" panose="020B0502050000020003" pitchFamily="34" charset="0"/>
                <a:ea typeface="Quattrocento Sans" panose="020B0502050000020003" pitchFamily="34" charset="-122"/>
                <a:cs typeface="Quattrocento Sans" panose="020B0502050000020003" pitchFamily="34" charset="-120"/>
              </a:rPr>
              <a:t>Scenario:</a:t>
            </a:r>
            <a:r>
              <a:rPr lang="en-US" sz="1070" dirty="0">
                <a:solidFill>
                  <a:srgbClr val="1A202C"/>
                </a:solidFill>
                <a:latin typeface="Quattrocento Sans" panose="020B0502050000020003" pitchFamily="34" charset="0"/>
                <a:ea typeface="Quattrocento Sans" panose="020B0502050000020003" pitchFamily="34" charset="-122"/>
                <a:cs typeface="Quattrocento Sans" panose="020B0502050000020003" pitchFamily="34" charset="-120"/>
              </a:rPr>
              <a:t> Search product using valid keyword</a:t>
            </a:r>
            <a:endParaRPr lang="en-US" sz="1600" dirty="0"/>
          </a:p>
        </p:txBody>
      </p:sp>
      <p:sp>
        <p:nvSpPr>
          <p:cNvPr id="26" name="Shape 24"/>
          <p:cNvSpPr/>
          <p:nvPr/>
        </p:nvSpPr>
        <p:spPr>
          <a:xfrm>
            <a:off x="4403756" y="2614186"/>
            <a:ext cx="3382898" cy="5652"/>
          </a:xfrm>
          <a:custGeom>
            <a:avLst/>
            <a:gdLst/>
            <a:ahLst/>
            <a:cxnLst/>
            <a:rect l="l" t="t" r="r" b="b"/>
            <a:pathLst>
              <a:path w="3382898" h="5652">
                <a:moveTo>
                  <a:pt x="0" y="0"/>
                </a:moveTo>
                <a:lnTo>
                  <a:pt x="3382898" y="0"/>
                </a:lnTo>
                <a:lnTo>
                  <a:pt x="3382898" y="5652"/>
                </a:lnTo>
                <a:lnTo>
                  <a:pt x="0" y="5652"/>
                </a:lnTo>
                <a:lnTo>
                  <a:pt x="0" y="0"/>
                </a:lnTo>
                <a:close/>
              </a:path>
            </a:pathLst>
          </a:custGeom>
          <a:solidFill>
            <a:srgbClr val="718096">
              <a:alpha val="20000"/>
            </a:srgbClr>
          </a:solidFill>
        </p:spPr>
      </p:sp>
      <p:sp>
        <p:nvSpPr>
          <p:cNvPr id="27" name="Text 25"/>
          <p:cNvSpPr/>
          <p:nvPr/>
        </p:nvSpPr>
        <p:spPr>
          <a:xfrm>
            <a:off x="4403756" y="2718757"/>
            <a:ext cx="3442248" cy="169569"/>
          </a:xfrm>
          <a:prstGeom prst="rect">
            <a:avLst/>
          </a:prstGeom>
          <a:noFill/>
        </p:spPr>
        <p:txBody>
          <a:bodyPr wrap="square" lIns="0" tIns="0" rIns="0" bIns="0" rtlCol="0" anchor="ctr"/>
          <a:lstStyle/>
          <a:p>
            <a:pPr>
              <a:lnSpc>
                <a:spcPct val="120000"/>
              </a:lnSpc>
            </a:pPr>
            <a:r>
              <a:rPr lang="en-US" sz="935" dirty="0">
                <a:solidFill>
                  <a:srgbClr val="718096"/>
                </a:solidFill>
                <a:latin typeface="Quattrocento Sans" panose="020B0502050000020003" pitchFamily="34" charset="0"/>
                <a:ea typeface="Quattrocento Sans" panose="020B0502050000020003" pitchFamily="34" charset="-122"/>
                <a:cs typeface="Quattrocento Sans" panose="020B0502050000020003" pitchFamily="34" charset="-120"/>
              </a:rPr>
              <a:t>Test Steps</a:t>
            </a:r>
            <a:endParaRPr lang="en-US" sz="1600" dirty="0"/>
          </a:p>
        </p:txBody>
      </p:sp>
      <p:sp>
        <p:nvSpPr>
          <p:cNvPr id="28" name="Text 26"/>
          <p:cNvSpPr/>
          <p:nvPr/>
        </p:nvSpPr>
        <p:spPr>
          <a:xfrm>
            <a:off x="4403756" y="2922239"/>
            <a:ext cx="3450726" cy="406965"/>
          </a:xfrm>
          <a:prstGeom prst="rect">
            <a:avLst/>
          </a:prstGeom>
          <a:noFill/>
        </p:spPr>
        <p:txBody>
          <a:bodyPr wrap="square" lIns="0" tIns="0" rIns="0" bIns="0" rtlCol="0" anchor="ctr"/>
          <a:lstStyle/>
          <a:p>
            <a:pPr>
              <a:lnSpc>
                <a:spcPct val="130000"/>
              </a:lnSpc>
            </a:pPr>
            <a:r>
              <a:rPr lang="en-US" sz="1070" dirty="0">
                <a:solidFill>
                  <a:srgbClr val="1A202C"/>
                </a:solidFill>
                <a:latin typeface="Quattrocento Sans" panose="020B0502050000020003" pitchFamily="34" charset="0"/>
                <a:ea typeface="Quattrocento Sans" panose="020B0502050000020003" pitchFamily="34" charset="-122"/>
                <a:cs typeface="Quattrocento Sans" panose="020B0502050000020003" pitchFamily="34" charset="-120"/>
              </a:rPr>
              <a:t>1. Enter "MacBook Pro"</a:t>
            </a:r>
            <a:endParaRPr lang="en-US" sz="1600" dirty="0"/>
          </a:p>
          <a:p>
            <a:pPr>
              <a:lnSpc>
                <a:spcPct val="130000"/>
              </a:lnSpc>
            </a:pPr>
            <a:r>
              <a:rPr lang="en-US" sz="1070" dirty="0">
                <a:solidFill>
                  <a:srgbClr val="1A202C"/>
                </a:solidFill>
                <a:latin typeface="Quattrocento Sans" panose="020B0502050000020003" pitchFamily="34" charset="0"/>
                <a:ea typeface="Quattrocento Sans" panose="020B0502050000020003" pitchFamily="34" charset="-122"/>
                <a:cs typeface="Quattrocento Sans" panose="020B0502050000020003" pitchFamily="34" charset="-120"/>
              </a:rPr>
              <a:t>2. Click Search</a:t>
            </a:r>
            <a:endParaRPr lang="en-US" sz="1600" dirty="0"/>
          </a:p>
        </p:txBody>
      </p:sp>
      <p:sp>
        <p:nvSpPr>
          <p:cNvPr id="29" name="Shape 27"/>
          <p:cNvSpPr/>
          <p:nvPr/>
        </p:nvSpPr>
        <p:spPr>
          <a:xfrm>
            <a:off x="8129236" y="1068284"/>
            <a:ext cx="3722036" cy="2433313"/>
          </a:xfrm>
          <a:custGeom>
            <a:avLst/>
            <a:gdLst/>
            <a:ahLst/>
            <a:cxnLst/>
            <a:rect l="l" t="t" r="r" b="b"/>
            <a:pathLst>
              <a:path w="3722036" h="2433313">
                <a:moveTo>
                  <a:pt x="33914" y="0"/>
                </a:moveTo>
                <a:lnTo>
                  <a:pt x="3688122" y="0"/>
                </a:lnTo>
                <a:cubicBezTo>
                  <a:pt x="3706852" y="0"/>
                  <a:pt x="3722036" y="15184"/>
                  <a:pt x="3722036" y="33914"/>
                </a:cubicBezTo>
                <a:lnTo>
                  <a:pt x="3722036" y="2365497"/>
                </a:lnTo>
                <a:cubicBezTo>
                  <a:pt x="3722036" y="2402950"/>
                  <a:pt x="3691674" y="2433313"/>
                  <a:pt x="3654220" y="2433313"/>
                </a:cubicBezTo>
                <a:lnTo>
                  <a:pt x="67816" y="2433313"/>
                </a:lnTo>
                <a:cubicBezTo>
                  <a:pt x="30362" y="2433313"/>
                  <a:pt x="0" y="2402950"/>
                  <a:pt x="0" y="2365497"/>
                </a:cubicBezTo>
                <a:lnTo>
                  <a:pt x="0" y="33914"/>
                </a:lnTo>
                <a:cubicBezTo>
                  <a:pt x="0" y="15196"/>
                  <a:pt x="15196" y="0"/>
                  <a:pt x="33914" y="0"/>
                </a:cubicBezTo>
                <a:close/>
              </a:path>
            </a:pathLst>
          </a:custGeom>
          <a:solidFill>
            <a:srgbClr val="FFFFFF"/>
          </a:solidFill>
          <a:effectLst>
            <a:outerShdw blurRad="25435" dist="8478" dir="5400000" algn="bl" rotWithShape="0">
              <a:srgbClr val="000000">
                <a:alpha val="10196"/>
              </a:srgbClr>
            </a:outerShdw>
          </a:effectLst>
        </p:spPr>
      </p:sp>
      <p:sp>
        <p:nvSpPr>
          <p:cNvPr id="30" name="Shape 28"/>
          <p:cNvSpPr/>
          <p:nvPr/>
        </p:nvSpPr>
        <p:spPr>
          <a:xfrm>
            <a:off x="8129236" y="1068284"/>
            <a:ext cx="3722036" cy="33914"/>
          </a:xfrm>
          <a:custGeom>
            <a:avLst/>
            <a:gdLst/>
            <a:ahLst/>
            <a:cxnLst/>
            <a:rect l="l" t="t" r="r" b="b"/>
            <a:pathLst>
              <a:path w="3722036" h="33914">
                <a:moveTo>
                  <a:pt x="33914" y="0"/>
                </a:moveTo>
                <a:lnTo>
                  <a:pt x="3688122" y="0"/>
                </a:lnTo>
                <a:cubicBezTo>
                  <a:pt x="3706852" y="0"/>
                  <a:pt x="3722036" y="15184"/>
                  <a:pt x="3722036" y="33914"/>
                </a:cubicBezTo>
                <a:lnTo>
                  <a:pt x="3722036" y="33914"/>
                </a:lnTo>
                <a:lnTo>
                  <a:pt x="0" y="33914"/>
                </a:lnTo>
                <a:lnTo>
                  <a:pt x="0" y="33914"/>
                </a:lnTo>
                <a:cubicBezTo>
                  <a:pt x="0" y="15184"/>
                  <a:pt x="15184" y="0"/>
                  <a:pt x="33914" y="0"/>
                </a:cubicBezTo>
                <a:close/>
              </a:path>
            </a:pathLst>
          </a:custGeom>
          <a:solidFill>
            <a:srgbClr val="2D3748"/>
          </a:solidFill>
        </p:spPr>
      </p:sp>
      <p:sp>
        <p:nvSpPr>
          <p:cNvPr id="31" name="Text 29"/>
          <p:cNvSpPr/>
          <p:nvPr/>
        </p:nvSpPr>
        <p:spPr>
          <a:xfrm>
            <a:off x="8298805" y="1254809"/>
            <a:ext cx="576534" cy="237396"/>
          </a:xfrm>
          <a:prstGeom prst="rect">
            <a:avLst/>
          </a:prstGeom>
          <a:noFill/>
        </p:spPr>
        <p:txBody>
          <a:bodyPr wrap="square" lIns="0" tIns="0" rIns="0" bIns="0" rtlCol="0" anchor="ctr"/>
          <a:lstStyle/>
          <a:p>
            <a:pPr>
              <a:lnSpc>
                <a:spcPct val="120000"/>
              </a:lnSpc>
            </a:pPr>
            <a:r>
              <a:rPr lang="en-US" sz="1335" b="1" dirty="0">
                <a:solidFill>
                  <a:srgbClr val="2D3748"/>
                </a:solidFill>
                <a:latin typeface="Liter" panose="02000503030000020004" pitchFamily="34" charset="0"/>
                <a:ea typeface="Liter" panose="02000503030000020004" pitchFamily="34" charset="-122"/>
                <a:cs typeface="Liter" panose="02000503030000020004" pitchFamily="34" charset="-120"/>
              </a:rPr>
              <a:t>TC-03</a:t>
            </a:r>
            <a:endParaRPr lang="en-US" sz="1600" dirty="0"/>
          </a:p>
        </p:txBody>
      </p:sp>
      <p:sp>
        <p:nvSpPr>
          <p:cNvPr id="32" name="Shape 30"/>
          <p:cNvSpPr/>
          <p:nvPr/>
        </p:nvSpPr>
        <p:spPr>
          <a:xfrm>
            <a:off x="11140232" y="1254809"/>
            <a:ext cx="542620" cy="237396"/>
          </a:xfrm>
          <a:custGeom>
            <a:avLst/>
            <a:gdLst/>
            <a:ahLst/>
            <a:cxnLst/>
            <a:rect l="l" t="t" r="r" b="b"/>
            <a:pathLst>
              <a:path w="542620" h="237396">
                <a:moveTo>
                  <a:pt x="118698" y="0"/>
                </a:moveTo>
                <a:lnTo>
                  <a:pt x="423922" y="0"/>
                </a:lnTo>
                <a:cubicBezTo>
                  <a:pt x="489477" y="0"/>
                  <a:pt x="542620" y="53143"/>
                  <a:pt x="542620" y="118698"/>
                </a:cubicBezTo>
                <a:lnTo>
                  <a:pt x="542620" y="118698"/>
                </a:lnTo>
                <a:cubicBezTo>
                  <a:pt x="542620" y="184253"/>
                  <a:pt x="489477" y="237396"/>
                  <a:pt x="423922" y="237396"/>
                </a:cubicBezTo>
                <a:lnTo>
                  <a:pt x="118698" y="237396"/>
                </a:lnTo>
                <a:cubicBezTo>
                  <a:pt x="53187" y="237396"/>
                  <a:pt x="0" y="184210"/>
                  <a:pt x="0" y="118698"/>
                </a:cubicBezTo>
                <a:lnTo>
                  <a:pt x="0" y="118698"/>
                </a:lnTo>
                <a:cubicBezTo>
                  <a:pt x="0" y="53187"/>
                  <a:pt x="53187" y="0"/>
                  <a:pt x="118698" y="0"/>
                </a:cubicBezTo>
                <a:close/>
              </a:path>
            </a:pathLst>
          </a:custGeom>
          <a:solidFill>
            <a:srgbClr val="2D3748"/>
          </a:solidFill>
        </p:spPr>
      </p:sp>
      <p:sp>
        <p:nvSpPr>
          <p:cNvPr id="33" name="Text 31"/>
          <p:cNvSpPr/>
          <p:nvPr/>
        </p:nvSpPr>
        <p:spPr>
          <a:xfrm>
            <a:off x="11140232" y="1254809"/>
            <a:ext cx="601969" cy="237396"/>
          </a:xfrm>
          <a:prstGeom prst="rect">
            <a:avLst/>
          </a:prstGeom>
          <a:noFill/>
        </p:spPr>
        <p:txBody>
          <a:bodyPr wrap="square" lIns="101741" tIns="33914" rIns="101741" bIns="33914" rtlCol="0" anchor="ctr"/>
          <a:lstStyle/>
          <a:p>
            <a:pPr>
              <a:lnSpc>
                <a:spcPct val="120000"/>
              </a:lnSpc>
            </a:pPr>
            <a:r>
              <a:rPr lang="en-US" sz="935" b="1" dirty="0">
                <a:solidFill>
                  <a:srgbClr val="E2E8F0"/>
                </a:solidFill>
                <a:latin typeface="Quattrocento Sans" panose="020B0502050000020003" pitchFamily="34" charset="0"/>
                <a:ea typeface="Quattrocento Sans" panose="020B0502050000020003" pitchFamily="34" charset="-122"/>
                <a:cs typeface="Quattrocento Sans" panose="020B0502050000020003" pitchFamily="34" charset="-120"/>
              </a:rPr>
              <a:t>Invalid</a:t>
            </a:r>
            <a:endParaRPr lang="en-US" sz="1600" dirty="0"/>
          </a:p>
        </p:txBody>
      </p:sp>
      <p:sp>
        <p:nvSpPr>
          <p:cNvPr id="34" name="Shape 32"/>
          <p:cNvSpPr/>
          <p:nvPr/>
        </p:nvSpPr>
        <p:spPr>
          <a:xfrm>
            <a:off x="8298805" y="1593947"/>
            <a:ext cx="3382898" cy="610448"/>
          </a:xfrm>
          <a:custGeom>
            <a:avLst/>
            <a:gdLst/>
            <a:ahLst/>
            <a:cxnLst/>
            <a:rect l="l" t="t" r="r" b="b"/>
            <a:pathLst>
              <a:path w="3382898" h="610448">
                <a:moveTo>
                  <a:pt x="33916" y="0"/>
                </a:moveTo>
                <a:lnTo>
                  <a:pt x="3348982" y="0"/>
                </a:lnTo>
                <a:cubicBezTo>
                  <a:pt x="3367714" y="0"/>
                  <a:pt x="3382898" y="15185"/>
                  <a:pt x="3382898" y="33916"/>
                </a:cubicBezTo>
                <a:lnTo>
                  <a:pt x="3382898" y="576531"/>
                </a:lnTo>
                <a:cubicBezTo>
                  <a:pt x="3382898" y="595263"/>
                  <a:pt x="3367714" y="610448"/>
                  <a:pt x="3348982" y="610448"/>
                </a:cubicBezTo>
                <a:lnTo>
                  <a:pt x="33916" y="610448"/>
                </a:lnTo>
                <a:cubicBezTo>
                  <a:pt x="15185" y="610448"/>
                  <a:pt x="0" y="595263"/>
                  <a:pt x="0" y="576531"/>
                </a:cubicBezTo>
                <a:lnTo>
                  <a:pt x="0" y="33916"/>
                </a:lnTo>
                <a:cubicBezTo>
                  <a:pt x="0" y="15185"/>
                  <a:pt x="15185" y="0"/>
                  <a:pt x="33916" y="0"/>
                </a:cubicBezTo>
                <a:close/>
              </a:path>
            </a:pathLst>
          </a:custGeom>
          <a:solidFill>
            <a:srgbClr val="2D3748">
              <a:alpha val="5098"/>
            </a:srgbClr>
          </a:solidFill>
        </p:spPr>
      </p:sp>
      <p:sp>
        <p:nvSpPr>
          <p:cNvPr id="35" name="Text 33"/>
          <p:cNvSpPr/>
          <p:nvPr/>
        </p:nvSpPr>
        <p:spPr>
          <a:xfrm>
            <a:off x="8400547" y="1695688"/>
            <a:ext cx="3238765" cy="169569"/>
          </a:xfrm>
          <a:prstGeom prst="rect">
            <a:avLst/>
          </a:prstGeom>
          <a:noFill/>
        </p:spPr>
        <p:txBody>
          <a:bodyPr wrap="square" lIns="0" tIns="0" rIns="0" bIns="0" rtlCol="0" anchor="ctr"/>
          <a:lstStyle/>
          <a:p>
            <a:pPr>
              <a:lnSpc>
                <a:spcPct val="120000"/>
              </a:lnSpc>
            </a:pPr>
            <a:r>
              <a:rPr lang="en-US" sz="935" dirty="0">
                <a:solidFill>
                  <a:srgbClr val="718096"/>
                </a:solidFill>
                <a:latin typeface="Quattrocento Sans" panose="020B0502050000020003" pitchFamily="34" charset="0"/>
                <a:ea typeface="Quattrocento Sans" panose="020B0502050000020003" pitchFamily="34" charset="-122"/>
                <a:cs typeface="Quattrocento Sans" panose="020B0502050000020003" pitchFamily="34" charset="-120"/>
              </a:rPr>
              <a:t>Test Case ID</a:t>
            </a:r>
            <a:endParaRPr lang="en-US" sz="1600" dirty="0"/>
          </a:p>
        </p:txBody>
      </p:sp>
      <p:sp>
        <p:nvSpPr>
          <p:cNvPr id="36" name="Text 34"/>
          <p:cNvSpPr/>
          <p:nvPr/>
        </p:nvSpPr>
        <p:spPr>
          <a:xfrm>
            <a:off x="8400547" y="1899171"/>
            <a:ext cx="3247243" cy="203483"/>
          </a:xfrm>
          <a:prstGeom prst="rect">
            <a:avLst/>
          </a:prstGeom>
          <a:noFill/>
        </p:spPr>
        <p:txBody>
          <a:bodyPr wrap="square" lIns="0" tIns="0" rIns="0" bIns="0" rtlCol="0" anchor="ctr"/>
          <a:lstStyle/>
          <a:p>
            <a:pPr>
              <a:lnSpc>
                <a:spcPct val="130000"/>
              </a:lnSpc>
            </a:pPr>
            <a:r>
              <a:rPr lang="en-US" sz="1070" dirty="0">
                <a:solidFill>
                  <a:srgbClr val="2D3748"/>
                </a:solidFill>
                <a:latin typeface="MiSans" pitchFamily="34" charset="-122"/>
                <a:ea typeface="MiSans" pitchFamily="34" charset="-122"/>
                <a:cs typeface="MiSans" pitchFamily="34" charset="-120"/>
              </a:rPr>
              <a:t>TC_InvalidSearch_03</a:t>
            </a:r>
            <a:endParaRPr lang="en-US" sz="1600" dirty="0"/>
          </a:p>
        </p:txBody>
      </p:sp>
      <p:sp>
        <p:nvSpPr>
          <p:cNvPr id="37" name="Text 35"/>
          <p:cNvSpPr/>
          <p:nvPr/>
        </p:nvSpPr>
        <p:spPr>
          <a:xfrm>
            <a:off x="8298805" y="2306136"/>
            <a:ext cx="3450726" cy="203483"/>
          </a:xfrm>
          <a:prstGeom prst="rect">
            <a:avLst/>
          </a:prstGeom>
          <a:noFill/>
        </p:spPr>
        <p:txBody>
          <a:bodyPr wrap="square" lIns="0" tIns="0" rIns="0" bIns="0" rtlCol="0" anchor="ctr"/>
          <a:lstStyle/>
          <a:p>
            <a:pPr>
              <a:lnSpc>
                <a:spcPct val="130000"/>
              </a:lnSpc>
            </a:pPr>
            <a:r>
              <a:rPr lang="en-US" sz="1070" b="1" dirty="0">
                <a:solidFill>
                  <a:srgbClr val="1A202C"/>
                </a:solidFill>
                <a:latin typeface="Quattrocento Sans" panose="020B0502050000020003" pitchFamily="34" charset="0"/>
                <a:ea typeface="Quattrocento Sans" panose="020B0502050000020003" pitchFamily="34" charset="-122"/>
                <a:cs typeface="Quattrocento Sans" panose="020B0502050000020003" pitchFamily="34" charset="-120"/>
              </a:rPr>
              <a:t>Scenario:</a:t>
            </a:r>
            <a:r>
              <a:rPr lang="en-US" sz="1070" dirty="0">
                <a:solidFill>
                  <a:srgbClr val="1A202C"/>
                </a:solidFill>
                <a:latin typeface="Quattrocento Sans" panose="020B0502050000020003" pitchFamily="34" charset="0"/>
                <a:ea typeface="Quattrocento Sans" panose="020B0502050000020003" pitchFamily="34" charset="-122"/>
                <a:cs typeface="Quattrocento Sans" panose="020B0502050000020003" pitchFamily="34" charset="-120"/>
              </a:rPr>
              <a:t> Search product using invalid keyword</a:t>
            </a:r>
            <a:endParaRPr lang="en-US" sz="1600" dirty="0"/>
          </a:p>
        </p:txBody>
      </p:sp>
      <p:sp>
        <p:nvSpPr>
          <p:cNvPr id="38" name="Shape 36"/>
          <p:cNvSpPr/>
          <p:nvPr/>
        </p:nvSpPr>
        <p:spPr>
          <a:xfrm>
            <a:off x="8298805" y="2614186"/>
            <a:ext cx="3382898" cy="5652"/>
          </a:xfrm>
          <a:custGeom>
            <a:avLst/>
            <a:gdLst/>
            <a:ahLst/>
            <a:cxnLst/>
            <a:rect l="l" t="t" r="r" b="b"/>
            <a:pathLst>
              <a:path w="3382898" h="5652">
                <a:moveTo>
                  <a:pt x="0" y="0"/>
                </a:moveTo>
                <a:lnTo>
                  <a:pt x="3382898" y="0"/>
                </a:lnTo>
                <a:lnTo>
                  <a:pt x="3382898" y="5652"/>
                </a:lnTo>
                <a:lnTo>
                  <a:pt x="0" y="5652"/>
                </a:lnTo>
                <a:lnTo>
                  <a:pt x="0" y="0"/>
                </a:lnTo>
                <a:close/>
              </a:path>
            </a:pathLst>
          </a:custGeom>
          <a:solidFill>
            <a:srgbClr val="718096">
              <a:alpha val="20000"/>
            </a:srgbClr>
          </a:solidFill>
        </p:spPr>
      </p:sp>
      <p:sp>
        <p:nvSpPr>
          <p:cNvPr id="39" name="Text 37"/>
          <p:cNvSpPr/>
          <p:nvPr/>
        </p:nvSpPr>
        <p:spPr>
          <a:xfrm>
            <a:off x="8298805" y="2718757"/>
            <a:ext cx="3442248" cy="169569"/>
          </a:xfrm>
          <a:prstGeom prst="rect">
            <a:avLst/>
          </a:prstGeom>
          <a:noFill/>
        </p:spPr>
        <p:txBody>
          <a:bodyPr wrap="square" lIns="0" tIns="0" rIns="0" bIns="0" rtlCol="0" anchor="ctr"/>
          <a:lstStyle/>
          <a:p>
            <a:pPr>
              <a:lnSpc>
                <a:spcPct val="120000"/>
              </a:lnSpc>
            </a:pPr>
            <a:r>
              <a:rPr lang="en-US" sz="935" dirty="0">
                <a:solidFill>
                  <a:srgbClr val="718096"/>
                </a:solidFill>
                <a:latin typeface="Quattrocento Sans" panose="020B0502050000020003" pitchFamily="34" charset="0"/>
                <a:ea typeface="Quattrocento Sans" panose="020B0502050000020003" pitchFamily="34" charset="-122"/>
                <a:cs typeface="Quattrocento Sans" panose="020B0502050000020003" pitchFamily="34" charset="-120"/>
              </a:rPr>
              <a:t>Test Steps</a:t>
            </a:r>
            <a:endParaRPr lang="en-US" sz="1600" dirty="0"/>
          </a:p>
        </p:txBody>
      </p:sp>
      <p:sp>
        <p:nvSpPr>
          <p:cNvPr id="40" name="Text 38"/>
          <p:cNvSpPr/>
          <p:nvPr/>
        </p:nvSpPr>
        <p:spPr>
          <a:xfrm>
            <a:off x="8298805" y="2922239"/>
            <a:ext cx="3450726" cy="406965"/>
          </a:xfrm>
          <a:prstGeom prst="rect">
            <a:avLst/>
          </a:prstGeom>
          <a:noFill/>
        </p:spPr>
        <p:txBody>
          <a:bodyPr wrap="square" lIns="0" tIns="0" rIns="0" bIns="0" rtlCol="0" anchor="ctr"/>
          <a:lstStyle/>
          <a:p>
            <a:pPr>
              <a:lnSpc>
                <a:spcPct val="130000"/>
              </a:lnSpc>
            </a:pPr>
            <a:r>
              <a:rPr lang="en-US" sz="1070" dirty="0">
                <a:solidFill>
                  <a:srgbClr val="1A202C"/>
                </a:solidFill>
                <a:latin typeface="Quattrocento Sans" panose="020B0502050000020003" pitchFamily="34" charset="0"/>
                <a:ea typeface="Quattrocento Sans" panose="020B0502050000020003" pitchFamily="34" charset="-122"/>
                <a:cs typeface="Quattrocento Sans" panose="020B0502050000020003" pitchFamily="34" charset="-120"/>
              </a:rPr>
              <a:t>1. Enter "asdkjh12345"</a:t>
            </a:r>
            <a:endParaRPr lang="en-US" sz="1600" dirty="0"/>
          </a:p>
          <a:p>
            <a:pPr>
              <a:lnSpc>
                <a:spcPct val="130000"/>
              </a:lnSpc>
            </a:pPr>
            <a:r>
              <a:rPr lang="en-US" sz="1070" dirty="0">
                <a:solidFill>
                  <a:srgbClr val="1A202C"/>
                </a:solidFill>
                <a:latin typeface="Quattrocento Sans" panose="020B0502050000020003" pitchFamily="34" charset="0"/>
                <a:ea typeface="Quattrocento Sans" panose="020B0502050000020003" pitchFamily="34" charset="-122"/>
                <a:cs typeface="Quattrocento Sans" panose="020B0502050000020003" pitchFamily="34" charset="-120"/>
              </a:rPr>
              <a:t>2. Click Search</a:t>
            </a:r>
            <a:endParaRPr lang="en-US" sz="1600" dirty="0"/>
          </a:p>
        </p:txBody>
      </p:sp>
      <p:sp>
        <p:nvSpPr>
          <p:cNvPr id="41" name="Shape 39"/>
          <p:cNvSpPr/>
          <p:nvPr/>
        </p:nvSpPr>
        <p:spPr>
          <a:xfrm>
            <a:off x="339138" y="3668342"/>
            <a:ext cx="5672078" cy="1899171"/>
          </a:xfrm>
          <a:custGeom>
            <a:avLst/>
            <a:gdLst/>
            <a:ahLst/>
            <a:cxnLst/>
            <a:rect l="l" t="t" r="r" b="b"/>
            <a:pathLst>
              <a:path w="5672078" h="1899171">
                <a:moveTo>
                  <a:pt x="67819" y="0"/>
                </a:moveTo>
                <a:lnTo>
                  <a:pt x="5604258" y="0"/>
                </a:lnTo>
                <a:cubicBezTo>
                  <a:pt x="5641714" y="0"/>
                  <a:pt x="5672078" y="30364"/>
                  <a:pt x="5672078" y="67819"/>
                </a:cubicBezTo>
                <a:lnTo>
                  <a:pt x="5672078" y="1831352"/>
                </a:lnTo>
                <a:cubicBezTo>
                  <a:pt x="5672078" y="1868807"/>
                  <a:pt x="5641714" y="1899171"/>
                  <a:pt x="5604258" y="1899171"/>
                </a:cubicBezTo>
                <a:lnTo>
                  <a:pt x="67819" y="1899171"/>
                </a:lnTo>
                <a:cubicBezTo>
                  <a:pt x="30389" y="1899171"/>
                  <a:pt x="0" y="1868782"/>
                  <a:pt x="0" y="1831352"/>
                </a:cubicBezTo>
                <a:lnTo>
                  <a:pt x="0" y="67819"/>
                </a:lnTo>
                <a:cubicBezTo>
                  <a:pt x="0" y="30389"/>
                  <a:pt x="30389" y="0"/>
                  <a:pt x="67819" y="0"/>
                </a:cubicBezTo>
                <a:close/>
              </a:path>
            </a:pathLst>
          </a:custGeom>
          <a:gradFill flip="none" rotWithShape="1">
            <a:gsLst>
              <a:gs pos="0">
                <a:srgbClr val="2D3748"/>
              </a:gs>
              <a:gs pos="100000">
                <a:srgbClr val="4A5568"/>
              </a:gs>
            </a:gsLst>
            <a:lin ang="2700000" scaled="1"/>
          </a:gradFill>
        </p:spPr>
      </p:sp>
      <p:sp>
        <p:nvSpPr>
          <p:cNvPr id="42" name="Text 40"/>
          <p:cNvSpPr/>
          <p:nvPr/>
        </p:nvSpPr>
        <p:spPr>
          <a:xfrm>
            <a:off x="508707" y="3837911"/>
            <a:ext cx="576534" cy="237396"/>
          </a:xfrm>
          <a:prstGeom prst="rect">
            <a:avLst/>
          </a:prstGeom>
          <a:noFill/>
        </p:spPr>
        <p:txBody>
          <a:bodyPr wrap="square" lIns="0" tIns="0" rIns="0" bIns="0" rtlCol="0" anchor="ctr"/>
          <a:lstStyle/>
          <a:p>
            <a:pPr>
              <a:lnSpc>
                <a:spcPct val="120000"/>
              </a:lnSpc>
            </a:pPr>
            <a:r>
              <a:rPr lang="en-US" sz="1335" b="1" dirty="0">
                <a:solidFill>
                  <a:srgbClr val="E2E8F0"/>
                </a:solidFill>
                <a:latin typeface="Liter" panose="02000503030000020004" pitchFamily="34" charset="0"/>
                <a:ea typeface="Liter" panose="02000503030000020004" pitchFamily="34" charset="-122"/>
                <a:cs typeface="Liter" panose="02000503030000020004" pitchFamily="34" charset="-120"/>
              </a:rPr>
              <a:t>TC-04</a:t>
            </a:r>
            <a:endParaRPr lang="en-US" sz="1600" dirty="0"/>
          </a:p>
        </p:txBody>
      </p:sp>
      <p:sp>
        <p:nvSpPr>
          <p:cNvPr id="43" name="Shape 41"/>
          <p:cNvSpPr/>
          <p:nvPr/>
        </p:nvSpPr>
        <p:spPr>
          <a:xfrm>
            <a:off x="5174323" y="3837911"/>
            <a:ext cx="669797" cy="237396"/>
          </a:xfrm>
          <a:custGeom>
            <a:avLst/>
            <a:gdLst/>
            <a:ahLst/>
            <a:cxnLst/>
            <a:rect l="l" t="t" r="r" b="b"/>
            <a:pathLst>
              <a:path w="669797" h="237396">
                <a:moveTo>
                  <a:pt x="118698" y="0"/>
                </a:moveTo>
                <a:lnTo>
                  <a:pt x="551099" y="0"/>
                </a:lnTo>
                <a:cubicBezTo>
                  <a:pt x="616654" y="0"/>
                  <a:pt x="669797" y="53143"/>
                  <a:pt x="669797" y="118698"/>
                </a:cubicBezTo>
                <a:lnTo>
                  <a:pt x="669797" y="118698"/>
                </a:lnTo>
                <a:cubicBezTo>
                  <a:pt x="669797" y="184253"/>
                  <a:pt x="616654" y="237396"/>
                  <a:pt x="551099" y="237396"/>
                </a:cubicBezTo>
                <a:lnTo>
                  <a:pt x="118698" y="237396"/>
                </a:lnTo>
                <a:cubicBezTo>
                  <a:pt x="53187" y="237396"/>
                  <a:pt x="0" y="184210"/>
                  <a:pt x="0" y="118698"/>
                </a:cubicBezTo>
                <a:lnTo>
                  <a:pt x="0" y="118698"/>
                </a:lnTo>
                <a:cubicBezTo>
                  <a:pt x="0" y="53187"/>
                  <a:pt x="53187" y="0"/>
                  <a:pt x="118698" y="0"/>
                </a:cubicBezTo>
                <a:close/>
              </a:path>
            </a:pathLst>
          </a:custGeom>
          <a:solidFill>
            <a:srgbClr val="E2E8F0">
              <a:alpha val="20000"/>
            </a:srgbClr>
          </a:solidFill>
        </p:spPr>
      </p:sp>
      <p:sp>
        <p:nvSpPr>
          <p:cNvPr id="44" name="Text 42"/>
          <p:cNvSpPr/>
          <p:nvPr/>
        </p:nvSpPr>
        <p:spPr>
          <a:xfrm>
            <a:off x="5174323" y="3837911"/>
            <a:ext cx="729146" cy="237396"/>
          </a:xfrm>
          <a:prstGeom prst="rect">
            <a:avLst/>
          </a:prstGeom>
          <a:noFill/>
        </p:spPr>
        <p:txBody>
          <a:bodyPr wrap="square" lIns="101741" tIns="33914" rIns="101741" bIns="33914" rtlCol="0" anchor="ctr"/>
          <a:lstStyle/>
          <a:p>
            <a:pPr>
              <a:lnSpc>
                <a:spcPct val="120000"/>
              </a:lnSpc>
            </a:pPr>
            <a:r>
              <a:rPr lang="en-US" sz="935" b="1" dirty="0">
                <a:solidFill>
                  <a:srgbClr val="E2E8F0"/>
                </a:solidFill>
                <a:latin typeface="Quattrocento Sans" panose="020B0502050000020003" pitchFamily="34" charset="0"/>
                <a:ea typeface="Quattrocento Sans" panose="020B0502050000020003" pitchFamily="34" charset="-122"/>
                <a:cs typeface="Quattrocento Sans" panose="020B0502050000020003" pitchFamily="34" charset="-120"/>
              </a:rPr>
              <a:t>Category</a:t>
            </a:r>
            <a:endParaRPr lang="en-US" sz="1600" dirty="0"/>
          </a:p>
        </p:txBody>
      </p:sp>
      <p:sp>
        <p:nvSpPr>
          <p:cNvPr id="45" name="Shape 43"/>
          <p:cNvSpPr/>
          <p:nvPr/>
        </p:nvSpPr>
        <p:spPr>
          <a:xfrm>
            <a:off x="508707" y="4177049"/>
            <a:ext cx="5332940" cy="406965"/>
          </a:xfrm>
          <a:custGeom>
            <a:avLst/>
            <a:gdLst/>
            <a:ahLst/>
            <a:cxnLst/>
            <a:rect l="l" t="t" r="r" b="b"/>
            <a:pathLst>
              <a:path w="5332940" h="406965">
                <a:moveTo>
                  <a:pt x="33912" y="0"/>
                </a:moveTo>
                <a:lnTo>
                  <a:pt x="5299028" y="0"/>
                </a:lnTo>
                <a:cubicBezTo>
                  <a:pt x="5317757" y="0"/>
                  <a:pt x="5332940" y="15183"/>
                  <a:pt x="5332940" y="33912"/>
                </a:cubicBezTo>
                <a:lnTo>
                  <a:pt x="5332940" y="373053"/>
                </a:lnTo>
                <a:cubicBezTo>
                  <a:pt x="5332940" y="391782"/>
                  <a:pt x="5317757" y="406965"/>
                  <a:pt x="5299028" y="406965"/>
                </a:cubicBezTo>
                <a:lnTo>
                  <a:pt x="33912" y="406965"/>
                </a:lnTo>
                <a:cubicBezTo>
                  <a:pt x="15196" y="406965"/>
                  <a:pt x="0" y="391770"/>
                  <a:pt x="0" y="373053"/>
                </a:cubicBezTo>
                <a:lnTo>
                  <a:pt x="0" y="33912"/>
                </a:lnTo>
                <a:cubicBezTo>
                  <a:pt x="0" y="15183"/>
                  <a:pt x="15183" y="0"/>
                  <a:pt x="33912" y="0"/>
                </a:cubicBezTo>
                <a:close/>
              </a:path>
            </a:pathLst>
          </a:custGeom>
          <a:solidFill>
            <a:srgbClr val="E2E8F0">
              <a:alpha val="10196"/>
            </a:srgbClr>
          </a:solidFill>
        </p:spPr>
      </p:sp>
      <p:sp>
        <p:nvSpPr>
          <p:cNvPr id="46" name="Text 44"/>
          <p:cNvSpPr/>
          <p:nvPr/>
        </p:nvSpPr>
        <p:spPr>
          <a:xfrm>
            <a:off x="508707" y="4177049"/>
            <a:ext cx="5400768" cy="406965"/>
          </a:xfrm>
          <a:prstGeom prst="rect">
            <a:avLst/>
          </a:prstGeom>
          <a:noFill/>
        </p:spPr>
        <p:txBody>
          <a:bodyPr wrap="square" lIns="101741" tIns="101741" rIns="101741" bIns="101741" rtlCol="0" anchor="ctr"/>
          <a:lstStyle/>
          <a:p>
            <a:pPr>
              <a:lnSpc>
                <a:spcPct val="130000"/>
              </a:lnSpc>
            </a:pPr>
            <a:r>
              <a:rPr lang="en-US" sz="1070" dirty="0">
                <a:solidFill>
                  <a:srgbClr val="E2E8F0"/>
                </a:solidFill>
                <a:latin typeface="MiSans" pitchFamily="34" charset="-122"/>
                <a:ea typeface="MiSans" pitchFamily="34" charset="-122"/>
                <a:cs typeface="MiSans" pitchFamily="34" charset="-120"/>
              </a:rPr>
              <a:t>TC_CategorySelection_04</a:t>
            </a:r>
            <a:endParaRPr lang="en-US" sz="1600" dirty="0"/>
          </a:p>
        </p:txBody>
      </p:sp>
      <p:sp>
        <p:nvSpPr>
          <p:cNvPr id="47" name="Text 45"/>
          <p:cNvSpPr/>
          <p:nvPr/>
        </p:nvSpPr>
        <p:spPr>
          <a:xfrm>
            <a:off x="508707" y="4685755"/>
            <a:ext cx="5400768" cy="203483"/>
          </a:xfrm>
          <a:prstGeom prst="rect">
            <a:avLst/>
          </a:prstGeom>
          <a:noFill/>
        </p:spPr>
        <p:txBody>
          <a:bodyPr wrap="square" lIns="0" tIns="0" rIns="0" bIns="0" rtlCol="0" anchor="ctr"/>
          <a:lstStyle/>
          <a:p>
            <a:pPr>
              <a:lnSpc>
                <a:spcPct val="130000"/>
              </a:lnSpc>
            </a:pPr>
            <a:r>
              <a:rPr lang="en-US" sz="1070" b="1" dirty="0">
                <a:solidFill>
                  <a:srgbClr val="E2E8F0"/>
                </a:solidFill>
                <a:latin typeface="Quattrocento Sans" panose="020B0502050000020003" pitchFamily="34" charset="0"/>
                <a:ea typeface="Quattrocento Sans" panose="020B0502050000020003" pitchFamily="34" charset="-122"/>
                <a:cs typeface="Quattrocento Sans" panose="020B0502050000020003" pitchFamily="34" charset="-120"/>
              </a:rPr>
              <a:t>Scenario:</a:t>
            </a:r>
            <a:r>
              <a:rPr lang="en-US" sz="1070" dirty="0">
                <a:solidFill>
                  <a:srgbClr val="E2E8F0"/>
                </a:solidFill>
                <a:latin typeface="Quattrocento Sans" panose="020B0502050000020003" pitchFamily="34" charset="0"/>
                <a:ea typeface="Quattrocento Sans" panose="020B0502050000020003" pitchFamily="34" charset="-122"/>
                <a:cs typeface="Quattrocento Sans" panose="020B0502050000020003" pitchFamily="34" charset="-120"/>
              </a:rPr>
              <a:t> Select category from dropdown</a:t>
            </a:r>
            <a:endParaRPr lang="en-US" sz="1600" dirty="0"/>
          </a:p>
        </p:txBody>
      </p:sp>
      <p:sp>
        <p:nvSpPr>
          <p:cNvPr id="48" name="Text 46"/>
          <p:cNvSpPr/>
          <p:nvPr/>
        </p:nvSpPr>
        <p:spPr>
          <a:xfrm>
            <a:off x="508707" y="4990979"/>
            <a:ext cx="5400768" cy="406965"/>
          </a:xfrm>
          <a:prstGeom prst="rect">
            <a:avLst/>
          </a:prstGeom>
          <a:noFill/>
        </p:spPr>
        <p:txBody>
          <a:bodyPr wrap="square" lIns="0" tIns="0" rIns="0" bIns="0" rtlCol="0" anchor="ctr"/>
          <a:lstStyle/>
          <a:p>
            <a:pPr>
              <a:lnSpc>
                <a:spcPct val="130000"/>
              </a:lnSpc>
            </a:pPr>
            <a:r>
              <a:rPr lang="en-US" sz="1070" b="1" dirty="0">
                <a:solidFill>
                  <a:srgbClr val="E2E8F0">
                    <a:alpha val="90000"/>
                  </a:srgbClr>
                </a:solidFill>
                <a:latin typeface="Quattrocento Sans" panose="020B0502050000020003" pitchFamily="34" charset="0"/>
                <a:ea typeface="Quattrocento Sans" panose="020B0502050000020003" pitchFamily="34" charset="-122"/>
                <a:cs typeface="Quattrocento Sans" panose="020B0502050000020003" pitchFamily="34" charset="-120"/>
              </a:rPr>
              <a:t>Steps:</a:t>
            </a:r>
            <a:r>
              <a:rPr lang="en-US" sz="1070" dirty="0">
                <a:solidFill>
                  <a:srgbClr val="E2E8F0">
                    <a:alpha val="90000"/>
                  </a:srgbClr>
                </a:solidFill>
                <a:latin typeface="Quattrocento Sans" panose="020B0502050000020003" pitchFamily="34" charset="0"/>
                <a:ea typeface="Quattrocento Sans" panose="020B0502050000020003" pitchFamily="34" charset="-122"/>
                <a:cs typeface="Quattrocento Sans" panose="020B0502050000020003" pitchFamily="34" charset="-120"/>
              </a:rPr>
              <a:t> 1. Select "Books"</a:t>
            </a:r>
            <a:endParaRPr lang="en-US" sz="1600" dirty="0"/>
          </a:p>
          <a:p>
            <a:pPr>
              <a:lnSpc>
                <a:spcPct val="130000"/>
              </a:lnSpc>
            </a:pPr>
            <a:r>
              <a:rPr lang="en-US" sz="1070" dirty="0">
                <a:solidFill>
                  <a:srgbClr val="E2E8F0">
                    <a:alpha val="90000"/>
                  </a:srgbClr>
                </a:solidFill>
                <a:latin typeface="Quattrocento Sans" panose="020B0502050000020003" pitchFamily="34" charset="0"/>
                <a:ea typeface="Quattrocento Sans" panose="020B0502050000020003" pitchFamily="34" charset="-122"/>
                <a:cs typeface="Quattrocento Sans" panose="020B0502050000020003" pitchFamily="34" charset="-120"/>
              </a:rPr>
              <a:t>2. Click Search</a:t>
            </a:r>
            <a:endParaRPr lang="en-US" sz="1600" dirty="0"/>
          </a:p>
        </p:txBody>
      </p:sp>
      <p:sp>
        <p:nvSpPr>
          <p:cNvPr id="49" name="Shape 47"/>
          <p:cNvSpPr/>
          <p:nvPr/>
        </p:nvSpPr>
        <p:spPr>
          <a:xfrm>
            <a:off x="6190146" y="3676821"/>
            <a:ext cx="5655121" cy="1882214"/>
          </a:xfrm>
          <a:custGeom>
            <a:avLst/>
            <a:gdLst/>
            <a:ahLst/>
            <a:cxnLst/>
            <a:rect l="l" t="t" r="r" b="b"/>
            <a:pathLst>
              <a:path w="5655121" h="1882214">
                <a:moveTo>
                  <a:pt x="67835" y="0"/>
                </a:moveTo>
                <a:lnTo>
                  <a:pt x="5587286" y="0"/>
                </a:lnTo>
                <a:cubicBezTo>
                  <a:pt x="5624725" y="0"/>
                  <a:pt x="5655121" y="30396"/>
                  <a:pt x="5655121" y="67835"/>
                </a:cubicBezTo>
                <a:lnTo>
                  <a:pt x="5655121" y="1814379"/>
                </a:lnTo>
                <a:cubicBezTo>
                  <a:pt x="5655121" y="1851818"/>
                  <a:pt x="5624725" y="1882214"/>
                  <a:pt x="5587286" y="1882214"/>
                </a:cubicBezTo>
                <a:lnTo>
                  <a:pt x="67835" y="1882214"/>
                </a:lnTo>
                <a:cubicBezTo>
                  <a:pt x="30396" y="1882214"/>
                  <a:pt x="0" y="1851818"/>
                  <a:pt x="0" y="1814379"/>
                </a:cubicBezTo>
                <a:lnTo>
                  <a:pt x="0" y="67835"/>
                </a:lnTo>
                <a:cubicBezTo>
                  <a:pt x="0" y="30371"/>
                  <a:pt x="30371" y="0"/>
                  <a:pt x="67835" y="0"/>
                </a:cubicBezTo>
                <a:close/>
              </a:path>
            </a:pathLst>
          </a:custGeom>
          <a:solidFill>
            <a:srgbClr val="FFFFFF"/>
          </a:solidFill>
          <a:ln w="25400">
            <a:solidFill>
              <a:srgbClr val="4A5568"/>
            </a:solidFill>
            <a:prstDash val="solid"/>
          </a:ln>
          <a:effectLst>
            <a:outerShdw blurRad="25435" dist="8478" dir="5400000" algn="bl" rotWithShape="0">
              <a:srgbClr val="000000">
                <a:alpha val="10196"/>
              </a:srgbClr>
            </a:outerShdw>
          </a:effectLst>
        </p:spPr>
      </p:sp>
      <p:sp>
        <p:nvSpPr>
          <p:cNvPr id="50" name="Text 48"/>
          <p:cNvSpPr/>
          <p:nvPr/>
        </p:nvSpPr>
        <p:spPr>
          <a:xfrm>
            <a:off x="6368193" y="3854868"/>
            <a:ext cx="576534" cy="237396"/>
          </a:xfrm>
          <a:prstGeom prst="rect">
            <a:avLst/>
          </a:prstGeom>
          <a:noFill/>
        </p:spPr>
        <p:txBody>
          <a:bodyPr wrap="square" lIns="0" tIns="0" rIns="0" bIns="0" rtlCol="0" anchor="ctr"/>
          <a:lstStyle/>
          <a:p>
            <a:pPr>
              <a:lnSpc>
                <a:spcPct val="120000"/>
              </a:lnSpc>
            </a:pPr>
            <a:r>
              <a:rPr lang="en-US" sz="1335" b="1" dirty="0">
                <a:solidFill>
                  <a:srgbClr val="2D3748"/>
                </a:solidFill>
                <a:latin typeface="Liter" panose="02000503030000020004" pitchFamily="34" charset="0"/>
                <a:ea typeface="Liter" panose="02000503030000020004" pitchFamily="34" charset="-122"/>
                <a:cs typeface="Liter" panose="02000503030000020004" pitchFamily="34" charset="-120"/>
              </a:rPr>
              <a:t>TC-05</a:t>
            </a:r>
            <a:endParaRPr lang="en-US" sz="1600" dirty="0"/>
          </a:p>
        </p:txBody>
      </p:sp>
      <p:sp>
        <p:nvSpPr>
          <p:cNvPr id="51" name="Shape 49"/>
          <p:cNvSpPr/>
          <p:nvPr/>
        </p:nvSpPr>
        <p:spPr>
          <a:xfrm>
            <a:off x="11116033" y="3854868"/>
            <a:ext cx="551099" cy="237396"/>
          </a:xfrm>
          <a:custGeom>
            <a:avLst/>
            <a:gdLst/>
            <a:ahLst/>
            <a:cxnLst/>
            <a:rect l="l" t="t" r="r" b="b"/>
            <a:pathLst>
              <a:path w="551099" h="237396">
                <a:moveTo>
                  <a:pt x="118698" y="0"/>
                </a:moveTo>
                <a:lnTo>
                  <a:pt x="432401" y="0"/>
                </a:lnTo>
                <a:cubicBezTo>
                  <a:pt x="497956" y="0"/>
                  <a:pt x="551099" y="53143"/>
                  <a:pt x="551099" y="118698"/>
                </a:cubicBezTo>
                <a:lnTo>
                  <a:pt x="551099" y="118698"/>
                </a:lnTo>
                <a:cubicBezTo>
                  <a:pt x="551099" y="184253"/>
                  <a:pt x="497956" y="237396"/>
                  <a:pt x="432401" y="237396"/>
                </a:cubicBezTo>
                <a:lnTo>
                  <a:pt x="118698" y="237396"/>
                </a:lnTo>
                <a:cubicBezTo>
                  <a:pt x="53187" y="237396"/>
                  <a:pt x="0" y="184210"/>
                  <a:pt x="0" y="118698"/>
                </a:cubicBezTo>
                <a:lnTo>
                  <a:pt x="0" y="118698"/>
                </a:lnTo>
                <a:cubicBezTo>
                  <a:pt x="0" y="53187"/>
                  <a:pt x="53187" y="0"/>
                  <a:pt x="118698" y="0"/>
                </a:cubicBezTo>
                <a:close/>
              </a:path>
            </a:pathLst>
          </a:custGeom>
          <a:solidFill>
            <a:srgbClr val="4A5568"/>
          </a:solidFill>
        </p:spPr>
      </p:sp>
      <p:sp>
        <p:nvSpPr>
          <p:cNvPr id="52" name="Text 50"/>
          <p:cNvSpPr/>
          <p:nvPr/>
        </p:nvSpPr>
        <p:spPr>
          <a:xfrm>
            <a:off x="11116033" y="3854868"/>
            <a:ext cx="610448" cy="237396"/>
          </a:xfrm>
          <a:prstGeom prst="rect">
            <a:avLst/>
          </a:prstGeom>
          <a:noFill/>
        </p:spPr>
        <p:txBody>
          <a:bodyPr wrap="square" lIns="101741" tIns="33914" rIns="101741" bIns="33914" rtlCol="0" anchor="ctr"/>
          <a:lstStyle/>
          <a:p>
            <a:pPr>
              <a:lnSpc>
                <a:spcPct val="120000"/>
              </a:lnSpc>
            </a:pPr>
            <a:r>
              <a:rPr lang="en-US" sz="935" b="1" dirty="0">
                <a:solidFill>
                  <a:srgbClr val="E2E8F0"/>
                </a:solidFill>
                <a:latin typeface="Quattrocento Sans" panose="020B0502050000020003" pitchFamily="34" charset="0"/>
                <a:ea typeface="Quattrocento Sans" panose="020B0502050000020003" pitchFamily="34" charset="-122"/>
                <a:cs typeface="Quattrocento Sans" panose="020B0502050000020003" pitchFamily="34" charset="-120"/>
              </a:rPr>
              <a:t>Details</a:t>
            </a:r>
            <a:endParaRPr lang="en-US" sz="1600" dirty="0"/>
          </a:p>
        </p:txBody>
      </p:sp>
      <p:sp>
        <p:nvSpPr>
          <p:cNvPr id="53" name="Shape 51"/>
          <p:cNvSpPr/>
          <p:nvPr/>
        </p:nvSpPr>
        <p:spPr>
          <a:xfrm>
            <a:off x="6368193" y="4194006"/>
            <a:ext cx="5299026" cy="406965"/>
          </a:xfrm>
          <a:custGeom>
            <a:avLst/>
            <a:gdLst/>
            <a:ahLst/>
            <a:cxnLst/>
            <a:rect l="l" t="t" r="r" b="b"/>
            <a:pathLst>
              <a:path w="5299026" h="406965">
                <a:moveTo>
                  <a:pt x="33912" y="0"/>
                </a:moveTo>
                <a:lnTo>
                  <a:pt x="5265114" y="0"/>
                </a:lnTo>
                <a:cubicBezTo>
                  <a:pt x="5283843" y="0"/>
                  <a:pt x="5299026" y="15183"/>
                  <a:pt x="5299026" y="33912"/>
                </a:cubicBezTo>
                <a:lnTo>
                  <a:pt x="5299026" y="373053"/>
                </a:lnTo>
                <a:cubicBezTo>
                  <a:pt x="5299026" y="391782"/>
                  <a:pt x="5283843" y="406965"/>
                  <a:pt x="5265114" y="406965"/>
                </a:cubicBezTo>
                <a:lnTo>
                  <a:pt x="33912" y="406965"/>
                </a:lnTo>
                <a:cubicBezTo>
                  <a:pt x="15196" y="406965"/>
                  <a:pt x="0" y="391770"/>
                  <a:pt x="0" y="373053"/>
                </a:cubicBezTo>
                <a:lnTo>
                  <a:pt x="0" y="33912"/>
                </a:lnTo>
                <a:cubicBezTo>
                  <a:pt x="0" y="15183"/>
                  <a:pt x="15183" y="0"/>
                  <a:pt x="33912" y="0"/>
                </a:cubicBezTo>
                <a:close/>
              </a:path>
            </a:pathLst>
          </a:custGeom>
          <a:solidFill>
            <a:srgbClr val="4A5568">
              <a:alpha val="5098"/>
            </a:srgbClr>
          </a:solidFill>
        </p:spPr>
      </p:sp>
      <p:sp>
        <p:nvSpPr>
          <p:cNvPr id="54" name="Text 52"/>
          <p:cNvSpPr/>
          <p:nvPr/>
        </p:nvSpPr>
        <p:spPr>
          <a:xfrm>
            <a:off x="6368193" y="4194006"/>
            <a:ext cx="5366854" cy="406965"/>
          </a:xfrm>
          <a:prstGeom prst="rect">
            <a:avLst/>
          </a:prstGeom>
          <a:noFill/>
        </p:spPr>
        <p:txBody>
          <a:bodyPr wrap="square" lIns="101741" tIns="101741" rIns="101741" bIns="101741" rtlCol="0" anchor="ctr"/>
          <a:lstStyle/>
          <a:p>
            <a:pPr>
              <a:lnSpc>
                <a:spcPct val="130000"/>
              </a:lnSpc>
            </a:pPr>
            <a:r>
              <a:rPr lang="en-US" sz="1070" dirty="0">
                <a:solidFill>
                  <a:srgbClr val="2D3748"/>
                </a:solidFill>
                <a:latin typeface="MiSans" pitchFamily="34" charset="-122"/>
                <a:ea typeface="MiSans" pitchFamily="34" charset="-122"/>
                <a:cs typeface="MiSans" pitchFamily="34" charset="-120"/>
              </a:rPr>
              <a:t>TC_ProductDetail_05</a:t>
            </a:r>
            <a:endParaRPr lang="en-US" sz="1600" dirty="0"/>
          </a:p>
        </p:txBody>
      </p:sp>
      <p:sp>
        <p:nvSpPr>
          <p:cNvPr id="55" name="Text 53"/>
          <p:cNvSpPr/>
          <p:nvPr/>
        </p:nvSpPr>
        <p:spPr>
          <a:xfrm>
            <a:off x="6368193" y="4702712"/>
            <a:ext cx="5366854" cy="203483"/>
          </a:xfrm>
          <a:prstGeom prst="rect">
            <a:avLst/>
          </a:prstGeom>
          <a:noFill/>
        </p:spPr>
        <p:txBody>
          <a:bodyPr wrap="square" lIns="0" tIns="0" rIns="0" bIns="0" rtlCol="0" anchor="ctr"/>
          <a:lstStyle/>
          <a:p>
            <a:pPr>
              <a:lnSpc>
                <a:spcPct val="130000"/>
              </a:lnSpc>
            </a:pPr>
            <a:r>
              <a:rPr lang="en-US" sz="1070" b="1" dirty="0">
                <a:solidFill>
                  <a:srgbClr val="1A202C"/>
                </a:solidFill>
                <a:latin typeface="Quattrocento Sans" panose="020B0502050000020003" pitchFamily="34" charset="0"/>
                <a:ea typeface="Quattrocento Sans" panose="020B0502050000020003" pitchFamily="34" charset="-122"/>
                <a:cs typeface="Quattrocento Sans" panose="020B0502050000020003" pitchFamily="34" charset="-120"/>
              </a:rPr>
              <a:t>Scenario:</a:t>
            </a:r>
            <a:r>
              <a:rPr lang="en-US" sz="1070" dirty="0">
                <a:solidFill>
                  <a:srgbClr val="1A202C"/>
                </a:solidFill>
                <a:latin typeface="Quattrocento Sans" panose="020B0502050000020003" pitchFamily="34" charset="0"/>
                <a:ea typeface="Quattrocento Sans" panose="020B0502050000020003" pitchFamily="34" charset="-122"/>
                <a:cs typeface="Quattrocento Sans" panose="020B0502050000020003" pitchFamily="34" charset="-120"/>
              </a:rPr>
              <a:t> Open product details page</a:t>
            </a:r>
            <a:endParaRPr lang="en-US" sz="1600" dirty="0"/>
          </a:p>
        </p:txBody>
      </p:sp>
      <p:sp>
        <p:nvSpPr>
          <p:cNvPr id="56" name="Text 54"/>
          <p:cNvSpPr/>
          <p:nvPr/>
        </p:nvSpPr>
        <p:spPr>
          <a:xfrm>
            <a:off x="6368193" y="5007936"/>
            <a:ext cx="5366854" cy="203483"/>
          </a:xfrm>
          <a:prstGeom prst="rect">
            <a:avLst/>
          </a:prstGeom>
          <a:noFill/>
        </p:spPr>
        <p:txBody>
          <a:bodyPr wrap="square" lIns="0" tIns="0" rIns="0" bIns="0" rtlCol="0" anchor="ctr"/>
          <a:lstStyle/>
          <a:p>
            <a:pPr>
              <a:lnSpc>
                <a:spcPct val="130000"/>
              </a:lnSpc>
            </a:pPr>
            <a:r>
              <a:rPr lang="en-US" sz="1070" b="1" dirty="0">
                <a:solidFill>
                  <a:srgbClr val="1A202C"/>
                </a:solidFill>
                <a:latin typeface="Quattrocento Sans" panose="020B0502050000020003" pitchFamily="34" charset="0"/>
                <a:ea typeface="Quattrocento Sans" panose="020B0502050000020003" pitchFamily="34" charset="-122"/>
                <a:cs typeface="Quattrocento Sans" panose="020B0502050000020003" pitchFamily="34" charset="-120"/>
              </a:rPr>
              <a:t>Steps:</a:t>
            </a:r>
            <a:r>
              <a:rPr lang="en-US" sz="1070" dirty="0">
                <a:solidFill>
                  <a:srgbClr val="1A202C"/>
                </a:solidFill>
                <a:latin typeface="Quattrocento Sans" panose="020B0502050000020003" pitchFamily="34" charset="0"/>
                <a:ea typeface="Quattrocento Sans" panose="020B0502050000020003" pitchFamily="34" charset="-122"/>
                <a:cs typeface="Quattrocento Sans" panose="020B0502050000020003" pitchFamily="34" charset="-120"/>
              </a:rPr>
              <a:t> 1. Click on any product from search results</a:t>
            </a:r>
            <a:endParaRPr lang="en-US" sz="1600" dirty="0"/>
          </a:p>
        </p:txBody>
      </p:sp>
      <p:sp>
        <p:nvSpPr>
          <p:cNvPr id="57" name="Shape 55"/>
          <p:cNvSpPr/>
          <p:nvPr/>
        </p:nvSpPr>
        <p:spPr>
          <a:xfrm>
            <a:off x="339090" y="5737225"/>
            <a:ext cx="5671820" cy="779780"/>
          </a:xfrm>
          <a:custGeom>
            <a:avLst/>
            <a:gdLst/>
            <a:ahLst/>
            <a:cxnLst/>
            <a:rect l="l" t="t" r="r" b="b"/>
            <a:pathLst>
              <a:path w="11513725" h="780017">
                <a:moveTo>
                  <a:pt x="67830" y="0"/>
                </a:moveTo>
                <a:lnTo>
                  <a:pt x="11445894" y="0"/>
                </a:lnTo>
                <a:cubicBezTo>
                  <a:pt x="11483356" y="0"/>
                  <a:pt x="11513725" y="30369"/>
                  <a:pt x="11513725" y="67830"/>
                </a:cubicBezTo>
                <a:lnTo>
                  <a:pt x="11513725" y="712186"/>
                </a:lnTo>
                <a:cubicBezTo>
                  <a:pt x="11513725" y="749648"/>
                  <a:pt x="11483356" y="780017"/>
                  <a:pt x="11445894" y="780017"/>
                </a:cubicBezTo>
                <a:lnTo>
                  <a:pt x="67830" y="780017"/>
                </a:lnTo>
                <a:cubicBezTo>
                  <a:pt x="30369" y="780017"/>
                  <a:pt x="0" y="749648"/>
                  <a:pt x="0" y="712186"/>
                </a:cubicBezTo>
                <a:lnTo>
                  <a:pt x="0" y="67830"/>
                </a:lnTo>
                <a:cubicBezTo>
                  <a:pt x="0" y="30394"/>
                  <a:pt x="30394" y="0"/>
                  <a:pt x="67830" y="0"/>
                </a:cubicBezTo>
                <a:close/>
              </a:path>
            </a:pathLst>
          </a:custGeom>
          <a:solidFill>
            <a:srgbClr val="718096">
              <a:alpha val="10196"/>
            </a:srgbClr>
          </a:solidFill>
        </p:spPr>
      </p:sp>
      <p:sp>
        <p:nvSpPr>
          <p:cNvPr id="58" name="Text 56"/>
          <p:cNvSpPr/>
          <p:nvPr/>
        </p:nvSpPr>
        <p:spPr>
          <a:xfrm>
            <a:off x="474793" y="5872737"/>
            <a:ext cx="585013" cy="237396"/>
          </a:xfrm>
          <a:prstGeom prst="rect">
            <a:avLst/>
          </a:prstGeom>
          <a:noFill/>
        </p:spPr>
        <p:txBody>
          <a:bodyPr wrap="square" lIns="0" tIns="0" rIns="0" bIns="0" rtlCol="0" anchor="ctr"/>
          <a:lstStyle/>
          <a:p>
            <a:pPr>
              <a:lnSpc>
                <a:spcPct val="120000"/>
              </a:lnSpc>
            </a:pPr>
            <a:r>
              <a:rPr lang="en-US" sz="1335" b="1" dirty="0">
                <a:solidFill>
                  <a:srgbClr val="2D3748"/>
                </a:solidFill>
                <a:latin typeface="Liter" panose="02000503030000020004" pitchFamily="34" charset="0"/>
                <a:ea typeface="Liter" panose="02000503030000020004" pitchFamily="34" charset="-122"/>
                <a:cs typeface="Liter" panose="02000503030000020004" pitchFamily="34" charset="-120"/>
              </a:rPr>
              <a:t>TC-06</a:t>
            </a:r>
            <a:endParaRPr lang="en-US" sz="1600" dirty="0"/>
          </a:p>
        </p:txBody>
      </p:sp>
      <p:sp>
        <p:nvSpPr>
          <p:cNvPr id="59" name="Shape 57"/>
          <p:cNvSpPr/>
          <p:nvPr/>
        </p:nvSpPr>
        <p:spPr>
          <a:xfrm>
            <a:off x="1073583" y="5872737"/>
            <a:ext cx="415444" cy="237396"/>
          </a:xfrm>
          <a:custGeom>
            <a:avLst/>
            <a:gdLst/>
            <a:ahLst/>
            <a:cxnLst/>
            <a:rect l="l" t="t" r="r" b="b"/>
            <a:pathLst>
              <a:path w="415444" h="237396">
                <a:moveTo>
                  <a:pt x="118698" y="0"/>
                </a:moveTo>
                <a:lnTo>
                  <a:pt x="296745" y="0"/>
                </a:lnTo>
                <a:cubicBezTo>
                  <a:pt x="362257" y="0"/>
                  <a:pt x="415444" y="53187"/>
                  <a:pt x="415444" y="118698"/>
                </a:cubicBezTo>
                <a:lnTo>
                  <a:pt x="415444" y="118698"/>
                </a:lnTo>
                <a:cubicBezTo>
                  <a:pt x="415444" y="184210"/>
                  <a:pt x="362257" y="237396"/>
                  <a:pt x="296745" y="237396"/>
                </a:cubicBezTo>
                <a:lnTo>
                  <a:pt x="118698" y="237396"/>
                </a:lnTo>
                <a:cubicBezTo>
                  <a:pt x="53187" y="237396"/>
                  <a:pt x="0" y="184210"/>
                  <a:pt x="0" y="118698"/>
                </a:cubicBezTo>
                <a:lnTo>
                  <a:pt x="0" y="118698"/>
                </a:lnTo>
                <a:cubicBezTo>
                  <a:pt x="0" y="53187"/>
                  <a:pt x="53187" y="0"/>
                  <a:pt x="118698" y="0"/>
                </a:cubicBezTo>
                <a:close/>
              </a:path>
            </a:pathLst>
          </a:custGeom>
          <a:solidFill>
            <a:srgbClr val="2D3748"/>
          </a:solidFill>
        </p:spPr>
      </p:sp>
      <p:sp>
        <p:nvSpPr>
          <p:cNvPr id="60" name="Text 58"/>
          <p:cNvSpPr/>
          <p:nvPr/>
        </p:nvSpPr>
        <p:spPr>
          <a:xfrm>
            <a:off x="1073583" y="5872737"/>
            <a:ext cx="474793" cy="237396"/>
          </a:xfrm>
          <a:prstGeom prst="rect">
            <a:avLst/>
          </a:prstGeom>
          <a:noFill/>
        </p:spPr>
        <p:txBody>
          <a:bodyPr wrap="square" lIns="101741" tIns="33914" rIns="101741" bIns="33914" rtlCol="0" anchor="ctr"/>
          <a:lstStyle/>
          <a:p>
            <a:pPr>
              <a:lnSpc>
                <a:spcPct val="120000"/>
              </a:lnSpc>
            </a:pPr>
            <a:r>
              <a:rPr lang="en-US" sz="935" b="1" dirty="0">
                <a:solidFill>
                  <a:srgbClr val="E2E8F0"/>
                </a:solidFill>
                <a:latin typeface="Quattrocento Sans" panose="020B0502050000020003" pitchFamily="34" charset="0"/>
                <a:ea typeface="Quattrocento Sans" panose="020B0502050000020003" pitchFamily="34" charset="-122"/>
                <a:cs typeface="Quattrocento Sans" panose="020B0502050000020003" pitchFamily="34" charset="-120"/>
              </a:rPr>
              <a:t>Cart</a:t>
            </a:r>
            <a:endParaRPr lang="en-US" sz="1600" dirty="0"/>
          </a:p>
        </p:txBody>
      </p:sp>
      <p:sp>
        <p:nvSpPr>
          <p:cNvPr id="62" name="Text 60"/>
          <p:cNvSpPr/>
          <p:nvPr/>
        </p:nvSpPr>
        <p:spPr>
          <a:xfrm>
            <a:off x="474980" y="6091555"/>
            <a:ext cx="5351145" cy="415290"/>
          </a:xfrm>
          <a:prstGeom prst="rect">
            <a:avLst/>
          </a:prstGeom>
          <a:noFill/>
        </p:spPr>
        <p:txBody>
          <a:bodyPr wrap="square" lIns="0" tIns="0" rIns="0" bIns="0" rtlCol="0" anchor="ctr"/>
          <a:lstStyle/>
          <a:p>
            <a:pPr>
              <a:lnSpc>
                <a:spcPct val="130000"/>
              </a:lnSpc>
            </a:pPr>
            <a:r>
              <a:rPr lang="en-US" sz="1070" b="1" dirty="0">
                <a:solidFill>
                  <a:srgbClr val="1A202C"/>
                </a:solidFill>
                <a:latin typeface="Quattrocento Sans" panose="020B0502050000020003" pitchFamily="34" charset="0"/>
                <a:ea typeface="Quattrocento Sans" panose="020B0502050000020003" pitchFamily="34" charset="-122"/>
                <a:cs typeface="Quattrocento Sans" panose="020B0502050000020003" pitchFamily="34" charset="-120"/>
              </a:rPr>
              <a:t>Scenario:</a:t>
            </a:r>
            <a:r>
              <a:rPr lang="en-US" sz="1070" dirty="0">
                <a:solidFill>
                  <a:srgbClr val="1A202C"/>
                </a:solidFill>
                <a:latin typeface="Quattrocento Sans" panose="020B0502050000020003" pitchFamily="34" charset="0"/>
                <a:ea typeface="Quattrocento Sans" panose="020B0502050000020003" pitchFamily="34" charset="-122"/>
                <a:cs typeface="Quattrocento Sans" panose="020B0502050000020003" pitchFamily="34" charset="-120"/>
              </a:rPr>
              <a:t> Add product to cart → </a:t>
            </a:r>
            <a:r>
              <a:rPr lang="en-US" sz="1070" b="1" dirty="0">
                <a:solidFill>
                  <a:srgbClr val="1A202C"/>
                </a:solidFill>
                <a:latin typeface="Quattrocento Sans" panose="020B0502050000020003" pitchFamily="34" charset="0"/>
                <a:ea typeface="Quattrocento Sans" panose="020B0502050000020003" pitchFamily="34" charset="-122"/>
                <a:cs typeface="Quattrocento Sans" panose="020B0502050000020003" pitchFamily="34" charset="-120"/>
              </a:rPr>
              <a:t>Expected:</a:t>
            </a:r>
            <a:r>
              <a:rPr lang="en-US" sz="1070" dirty="0">
                <a:solidFill>
                  <a:srgbClr val="1A202C"/>
                </a:solidFill>
                <a:latin typeface="Quattrocento Sans" panose="020B0502050000020003" pitchFamily="34" charset="0"/>
                <a:ea typeface="Quattrocento Sans" panose="020B0502050000020003" pitchFamily="34" charset="-122"/>
                <a:cs typeface="Quattrocento Sans" panose="020B0502050000020003" pitchFamily="34" charset="-120"/>
              </a:rPr>
              <a:t> Product added to cart successfully</a:t>
            </a:r>
            <a:endParaRPr lang="en-US" sz="1600" dirty="0"/>
          </a:p>
        </p:txBody>
      </p:sp>
      <p:sp>
        <p:nvSpPr>
          <p:cNvPr id="64" name="Shape 55"/>
          <p:cNvSpPr/>
          <p:nvPr/>
        </p:nvSpPr>
        <p:spPr>
          <a:xfrm>
            <a:off x="6216015" y="5727065"/>
            <a:ext cx="5671820" cy="779780"/>
          </a:xfrm>
          <a:custGeom>
            <a:avLst/>
            <a:gdLst/>
            <a:ahLst/>
            <a:cxnLst/>
            <a:rect l="l" t="t" r="r" b="b"/>
            <a:pathLst>
              <a:path w="11513725" h="780017">
                <a:moveTo>
                  <a:pt x="67830" y="0"/>
                </a:moveTo>
                <a:lnTo>
                  <a:pt x="11445894" y="0"/>
                </a:lnTo>
                <a:cubicBezTo>
                  <a:pt x="11483356" y="0"/>
                  <a:pt x="11513725" y="30369"/>
                  <a:pt x="11513725" y="67830"/>
                </a:cubicBezTo>
                <a:lnTo>
                  <a:pt x="11513725" y="712186"/>
                </a:lnTo>
                <a:cubicBezTo>
                  <a:pt x="11513725" y="749648"/>
                  <a:pt x="11483356" y="780017"/>
                  <a:pt x="11445894" y="780017"/>
                </a:cubicBezTo>
                <a:lnTo>
                  <a:pt x="67830" y="780017"/>
                </a:lnTo>
                <a:cubicBezTo>
                  <a:pt x="30369" y="780017"/>
                  <a:pt x="0" y="749648"/>
                  <a:pt x="0" y="712186"/>
                </a:cubicBezTo>
                <a:lnTo>
                  <a:pt x="0" y="67830"/>
                </a:lnTo>
                <a:cubicBezTo>
                  <a:pt x="0" y="30394"/>
                  <a:pt x="30394" y="0"/>
                  <a:pt x="67830" y="0"/>
                </a:cubicBezTo>
                <a:close/>
              </a:path>
            </a:pathLst>
          </a:custGeom>
          <a:solidFill>
            <a:srgbClr val="718096">
              <a:alpha val="10196"/>
            </a:srgbClr>
          </a:solidFill>
        </p:spPr>
      </p:sp>
      <p:sp>
        <p:nvSpPr>
          <p:cNvPr id="65" name="Text 56"/>
          <p:cNvSpPr/>
          <p:nvPr/>
        </p:nvSpPr>
        <p:spPr>
          <a:xfrm>
            <a:off x="6351718" y="5797807"/>
            <a:ext cx="585013" cy="237396"/>
          </a:xfrm>
          <a:prstGeom prst="rect">
            <a:avLst/>
          </a:prstGeom>
          <a:noFill/>
        </p:spPr>
        <p:txBody>
          <a:bodyPr wrap="square" lIns="0" tIns="0" rIns="0" bIns="0" rtlCol="0" anchor="ctr"/>
          <a:lstStyle/>
          <a:p>
            <a:pPr>
              <a:lnSpc>
                <a:spcPct val="120000"/>
              </a:lnSpc>
            </a:pPr>
            <a:r>
              <a:rPr lang="en-US" sz="1335" b="1" dirty="0">
                <a:solidFill>
                  <a:srgbClr val="2D3748"/>
                </a:solidFill>
                <a:latin typeface="Liter" panose="02000503030000020004" pitchFamily="34" charset="0"/>
                <a:ea typeface="Liter" panose="02000503030000020004" pitchFamily="34" charset="-122"/>
                <a:cs typeface="Liter" panose="02000503030000020004" pitchFamily="34" charset="-120"/>
              </a:rPr>
              <a:t>TC-07</a:t>
            </a:r>
            <a:endParaRPr lang="en-US" sz="1600" dirty="0"/>
          </a:p>
        </p:txBody>
      </p:sp>
      <p:sp>
        <p:nvSpPr>
          <p:cNvPr id="66" name="Shape 57"/>
          <p:cNvSpPr/>
          <p:nvPr/>
        </p:nvSpPr>
        <p:spPr>
          <a:xfrm>
            <a:off x="6959398" y="5804792"/>
            <a:ext cx="415444" cy="237396"/>
          </a:xfrm>
          <a:custGeom>
            <a:avLst/>
            <a:gdLst/>
            <a:ahLst/>
            <a:cxnLst/>
            <a:rect l="l" t="t" r="r" b="b"/>
            <a:pathLst>
              <a:path w="415444" h="237396">
                <a:moveTo>
                  <a:pt x="118698" y="0"/>
                </a:moveTo>
                <a:lnTo>
                  <a:pt x="296745" y="0"/>
                </a:lnTo>
                <a:cubicBezTo>
                  <a:pt x="362257" y="0"/>
                  <a:pt x="415444" y="53187"/>
                  <a:pt x="415444" y="118698"/>
                </a:cubicBezTo>
                <a:lnTo>
                  <a:pt x="415444" y="118698"/>
                </a:lnTo>
                <a:cubicBezTo>
                  <a:pt x="415444" y="184210"/>
                  <a:pt x="362257" y="237396"/>
                  <a:pt x="296745" y="237396"/>
                </a:cubicBezTo>
                <a:lnTo>
                  <a:pt x="118698" y="237396"/>
                </a:lnTo>
                <a:cubicBezTo>
                  <a:pt x="53187" y="237396"/>
                  <a:pt x="0" y="184210"/>
                  <a:pt x="0" y="118698"/>
                </a:cubicBezTo>
                <a:lnTo>
                  <a:pt x="0" y="118698"/>
                </a:lnTo>
                <a:cubicBezTo>
                  <a:pt x="0" y="53187"/>
                  <a:pt x="53187" y="0"/>
                  <a:pt x="118698" y="0"/>
                </a:cubicBezTo>
                <a:close/>
              </a:path>
            </a:pathLst>
          </a:custGeom>
          <a:solidFill>
            <a:srgbClr val="2D3748"/>
          </a:solidFill>
        </p:spPr>
      </p:sp>
      <p:sp>
        <p:nvSpPr>
          <p:cNvPr id="67" name="Text 58"/>
          <p:cNvSpPr/>
          <p:nvPr/>
        </p:nvSpPr>
        <p:spPr>
          <a:xfrm>
            <a:off x="6950508" y="5797807"/>
            <a:ext cx="474793" cy="237396"/>
          </a:xfrm>
          <a:prstGeom prst="rect">
            <a:avLst/>
          </a:prstGeom>
          <a:noFill/>
        </p:spPr>
        <p:txBody>
          <a:bodyPr wrap="square" lIns="101741" tIns="33914" rIns="101741" bIns="33914" rtlCol="0" anchor="ctr"/>
          <a:lstStyle/>
          <a:p>
            <a:pPr>
              <a:lnSpc>
                <a:spcPct val="120000"/>
              </a:lnSpc>
            </a:pPr>
            <a:r>
              <a:rPr lang="en-US" sz="935" b="1" dirty="0">
                <a:solidFill>
                  <a:srgbClr val="E2E8F0"/>
                </a:solidFill>
                <a:latin typeface="Quattrocento Sans" panose="020B0502050000020003" pitchFamily="34" charset="0"/>
                <a:ea typeface="Quattrocento Sans" panose="020B0502050000020003" pitchFamily="34" charset="-122"/>
                <a:cs typeface="Quattrocento Sans" panose="020B0502050000020003" pitchFamily="34" charset="-120"/>
              </a:rPr>
              <a:t>Cart</a:t>
            </a:r>
            <a:endParaRPr lang="en-US" sz="1600" dirty="0"/>
          </a:p>
        </p:txBody>
      </p:sp>
      <p:sp>
        <p:nvSpPr>
          <p:cNvPr id="68" name="Text 60"/>
          <p:cNvSpPr/>
          <p:nvPr/>
        </p:nvSpPr>
        <p:spPr>
          <a:xfrm>
            <a:off x="6351905" y="6083935"/>
            <a:ext cx="5351145" cy="397510"/>
          </a:xfrm>
          <a:prstGeom prst="rect">
            <a:avLst/>
          </a:prstGeom>
          <a:noFill/>
        </p:spPr>
        <p:txBody>
          <a:bodyPr wrap="square" lIns="0" tIns="0" rIns="0" bIns="0" rtlCol="0" anchor="ctr"/>
          <a:lstStyle/>
          <a:p>
            <a:pPr>
              <a:lnSpc>
                <a:spcPct val="130000"/>
              </a:lnSpc>
            </a:pPr>
            <a:r>
              <a:rPr lang="en-US" sz="1070" b="1" dirty="0">
                <a:solidFill>
                  <a:srgbClr val="1A202C"/>
                </a:solidFill>
                <a:latin typeface="Quattrocento Sans" panose="020B0502050000020003" pitchFamily="34" charset="0"/>
                <a:ea typeface="Quattrocento Sans" panose="020B0502050000020003" pitchFamily="34" charset="-122"/>
                <a:cs typeface="Quattrocento Sans" panose="020B0502050000020003" pitchFamily="34" charset="-120"/>
              </a:rPr>
              <a:t>Scenario:</a:t>
            </a:r>
            <a:r>
              <a:rPr lang="en-US" sz="1070" dirty="0">
                <a:solidFill>
                  <a:srgbClr val="1A202C"/>
                </a:solidFill>
                <a:latin typeface="Quattrocento Sans" panose="020B0502050000020003" pitchFamily="34" charset="0"/>
                <a:ea typeface="Quattrocento Sans" panose="020B0502050000020003" pitchFamily="34" charset="-122"/>
                <a:cs typeface="Quattrocento Sans" panose="020B0502050000020003" pitchFamily="34" charset="-120"/>
              </a:rPr>
              <a:t> Add product to cart → Remove from art  </a:t>
            </a:r>
            <a:r>
              <a:rPr lang="en-US" sz="1070" b="1" dirty="0">
                <a:solidFill>
                  <a:srgbClr val="1A202C"/>
                </a:solidFill>
                <a:latin typeface="Quattrocento Sans" panose="020B0502050000020003" pitchFamily="34" charset="0"/>
                <a:ea typeface="Quattrocento Sans" panose="020B0502050000020003" pitchFamily="34" charset="-122"/>
                <a:cs typeface="Quattrocento Sans" panose="020B0502050000020003" pitchFamily="34" charset="-120"/>
              </a:rPr>
              <a:t>Expected:</a:t>
            </a:r>
            <a:r>
              <a:rPr lang="en-US" sz="1070" dirty="0">
                <a:solidFill>
                  <a:srgbClr val="1A202C"/>
                </a:solidFill>
                <a:latin typeface="Quattrocento Sans" panose="020B0502050000020003" pitchFamily="34" charset="0"/>
                <a:ea typeface="Quattrocento Sans" panose="020B0502050000020003" pitchFamily="34" charset="-122"/>
                <a:cs typeface="Quattrocento Sans" panose="020B0502050000020003" pitchFamily="34" charset="-120"/>
              </a:rPr>
              <a:t> Product added to cart successfully</a:t>
            </a:r>
            <a:endParaRPr lang="en-US" sz="1600" dirty="0"/>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sp>
        <p:nvSpPr>
          <p:cNvPr id="2" name="Text 0"/>
          <p:cNvSpPr/>
          <p:nvPr/>
        </p:nvSpPr>
        <p:spPr>
          <a:xfrm>
            <a:off x="380406" y="380406"/>
            <a:ext cx="6828281" cy="456487"/>
          </a:xfrm>
          <a:prstGeom prst="rect">
            <a:avLst/>
          </a:prstGeom>
          <a:noFill/>
        </p:spPr>
        <p:txBody>
          <a:bodyPr wrap="square" lIns="0" tIns="0" rIns="0" bIns="0" rtlCol="0" anchor="ctr"/>
          <a:lstStyle/>
          <a:p>
            <a:pPr>
              <a:lnSpc>
                <a:spcPct val="80000"/>
              </a:lnSpc>
            </a:pPr>
            <a:r>
              <a:rPr lang="en-US" sz="3595" b="1" dirty="0">
                <a:solidFill>
                  <a:srgbClr val="2D3748"/>
                </a:solidFill>
                <a:latin typeface="Hedvig Letters Sans" pitchFamily="34" charset="0"/>
                <a:ea typeface="Hedvig Letters Sans" pitchFamily="34" charset="-122"/>
                <a:cs typeface="Hedvig Letters Sans" pitchFamily="34" charset="-120"/>
              </a:rPr>
              <a:t>Automation Using Selenium IDE</a:t>
            </a:r>
            <a:endParaRPr lang="en-US" sz="1600" dirty="0"/>
          </a:p>
        </p:txBody>
      </p:sp>
      <p:sp>
        <p:nvSpPr>
          <p:cNvPr id="3" name="Shape 1"/>
          <p:cNvSpPr/>
          <p:nvPr/>
        </p:nvSpPr>
        <p:spPr>
          <a:xfrm>
            <a:off x="380406" y="912973"/>
            <a:ext cx="912973" cy="38041"/>
          </a:xfrm>
          <a:custGeom>
            <a:avLst/>
            <a:gdLst/>
            <a:ahLst/>
            <a:cxnLst/>
            <a:rect l="l" t="t" r="r" b="b"/>
            <a:pathLst>
              <a:path w="912973" h="38041">
                <a:moveTo>
                  <a:pt x="0" y="0"/>
                </a:moveTo>
                <a:lnTo>
                  <a:pt x="912973" y="0"/>
                </a:lnTo>
                <a:lnTo>
                  <a:pt x="912973" y="38041"/>
                </a:lnTo>
                <a:lnTo>
                  <a:pt x="0" y="38041"/>
                </a:lnTo>
                <a:lnTo>
                  <a:pt x="0" y="0"/>
                </a:lnTo>
                <a:close/>
              </a:path>
            </a:pathLst>
          </a:custGeom>
          <a:solidFill>
            <a:srgbClr val="4A5568"/>
          </a:solidFill>
        </p:spPr>
      </p:sp>
      <p:sp>
        <p:nvSpPr>
          <p:cNvPr id="4" name="Shape 2"/>
          <p:cNvSpPr/>
          <p:nvPr/>
        </p:nvSpPr>
        <p:spPr>
          <a:xfrm>
            <a:off x="11167481" y="380406"/>
            <a:ext cx="570608" cy="570608"/>
          </a:xfrm>
          <a:custGeom>
            <a:avLst/>
            <a:gdLst/>
            <a:ahLst/>
            <a:cxnLst/>
            <a:rect l="l" t="t" r="r" b="b"/>
            <a:pathLst>
              <a:path w="570608" h="570608">
                <a:moveTo>
                  <a:pt x="0" y="285304"/>
                </a:moveTo>
                <a:cubicBezTo>
                  <a:pt x="0" y="127841"/>
                  <a:pt x="127841" y="0"/>
                  <a:pt x="285304" y="0"/>
                </a:cubicBezTo>
                <a:cubicBezTo>
                  <a:pt x="442768" y="0"/>
                  <a:pt x="570608" y="127841"/>
                  <a:pt x="570608" y="285304"/>
                </a:cubicBezTo>
                <a:cubicBezTo>
                  <a:pt x="570608" y="442768"/>
                  <a:pt x="442768" y="570608"/>
                  <a:pt x="285304" y="570608"/>
                </a:cubicBezTo>
                <a:cubicBezTo>
                  <a:pt x="127841" y="570608"/>
                  <a:pt x="0" y="442768"/>
                  <a:pt x="0" y="285304"/>
                </a:cubicBezTo>
                <a:close/>
                <a:moveTo>
                  <a:pt x="285304" y="178315"/>
                </a:moveTo>
                <a:cubicBezTo>
                  <a:pt x="344353" y="178315"/>
                  <a:pt x="392293" y="226255"/>
                  <a:pt x="392293" y="285304"/>
                </a:cubicBezTo>
                <a:cubicBezTo>
                  <a:pt x="392293" y="344353"/>
                  <a:pt x="344353" y="392293"/>
                  <a:pt x="285304" y="392293"/>
                </a:cubicBezTo>
                <a:cubicBezTo>
                  <a:pt x="226255" y="392293"/>
                  <a:pt x="178315" y="344353"/>
                  <a:pt x="178315" y="285304"/>
                </a:cubicBezTo>
                <a:cubicBezTo>
                  <a:pt x="178315" y="226255"/>
                  <a:pt x="226255" y="178315"/>
                  <a:pt x="285304" y="178315"/>
                </a:cubicBezTo>
                <a:close/>
                <a:moveTo>
                  <a:pt x="285304" y="445788"/>
                </a:moveTo>
                <a:cubicBezTo>
                  <a:pt x="373878" y="445788"/>
                  <a:pt x="445788" y="373878"/>
                  <a:pt x="445788" y="285304"/>
                </a:cubicBezTo>
                <a:cubicBezTo>
                  <a:pt x="445788" y="196731"/>
                  <a:pt x="373878" y="124821"/>
                  <a:pt x="285304" y="124821"/>
                </a:cubicBezTo>
                <a:cubicBezTo>
                  <a:pt x="196731" y="124821"/>
                  <a:pt x="124821" y="196731"/>
                  <a:pt x="124821" y="285304"/>
                </a:cubicBezTo>
                <a:cubicBezTo>
                  <a:pt x="124821" y="373878"/>
                  <a:pt x="196731" y="445788"/>
                  <a:pt x="285304" y="445788"/>
                </a:cubicBezTo>
                <a:close/>
                <a:moveTo>
                  <a:pt x="285304" y="320967"/>
                </a:moveTo>
                <a:cubicBezTo>
                  <a:pt x="304987" y="320967"/>
                  <a:pt x="320967" y="304987"/>
                  <a:pt x="320967" y="285304"/>
                </a:cubicBezTo>
                <a:cubicBezTo>
                  <a:pt x="320967" y="265621"/>
                  <a:pt x="304987" y="249641"/>
                  <a:pt x="285304" y="249641"/>
                </a:cubicBezTo>
                <a:cubicBezTo>
                  <a:pt x="265621" y="249641"/>
                  <a:pt x="249641" y="265621"/>
                  <a:pt x="249641" y="285304"/>
                </a:cubicBezTo>
                <a:cubicBezTo>
                  <a:pt x="249641" y="304987"/>
                  <a:pt x="265621" y="320967"/>
                  <a:pt x="285304" y="320967"/>
                </a:cubicBezTo>
                <a:close/>
              </a:path>
            </a:pathLst>
          </a:custGeom>
          <a:solidFill>
            <a:srgbClr val="718096">
              <a:alpha val="30196"/>
            </a:srgbClr>
          </a:solidFill>
        </p:spPr>
      </p:sp>
      <p:sp>
        <p:nvSpPr>
          <p:cNvPr id="5" name="Shape 3"/>
          <p:cNvSpPr/>
          <p:nvPr/>
        </p:nvSpPr>
        <p:spPr>
          <a:xfrm>
            <a:off x="380406" y="1179257"/>
            <a:ext cx="4431725" cy="3804056"/>
          </a:xfrm>
          <a:custGeom>
            <a:avLst/>
            <a:gdLst/>
            <a:ahLst/>
            <a:cxnLst/>
            <a:rect l="l" t="t" r="r" b="b"/>
            <a:pathLst>
              <a:path w="4431725" h="3804056">
                <a:moveTo>
                  <a:pt x="76081" y="0"/>
                </a:moveTo>
                <a:lnTo>
                  <a:pt x="4355644" y="0"/>
                </a:lnTo>
                <a:cubicBezTo>
                  <a:pt x="4397663" y="0"/>
                  <a:pt x="4431725" y="34063"/>
                  <a:pt x="4431725" y="76081"/>
                </a:cubicBezTo>
                <a:lnTo>
                  <a:pt x="4431725" y="3727975"/>
                </a:lnTo>
                <a:cubicBezTo>
                  <a:pt x="4431725" y="3769993"/>
                  <a:pt x="4397663" y="3804056"/>
                  <a:pt x="4355644" y="3804056"/>
                </a:cubicBezTo>
                <a:lnTo>
                  <a:pt x="76081" y="3804056"/>
                </a:lnTo>
                <a:cubicBezTo>
                  <a:pt x="34063" y="3804056"/>
                  <a:pt x="0" y="3769993"/>
                  <a:pt x="0" y="3727975"/>
                </a:cubicBezTo>
                <a:lnTo>
                  <a:pt x="0" y="76081"/>
                </a:lnTo>
                <a:cubicBezTo>
                  <a:pt x="0" y="34091"/>
                  <a:pt x="34091" y="0"/>
                  <a:pt x="76081" y="0"/>
                </a:cubicBezTo>
                <a:close/>
              </a:path>
            </a:pathLst>
          </a:custGeom>
          <a:gradFill flip="none" rotWithShape="1">
            <a:gsLst>
              <a:gs pos="0">
                <a:srgbClr val="2D3748"/>
              </a:gs>
              <a:gs pos="100000">
                <a:srgbClr val="4A5568"/>
              </a:gs>
            </a:gsLst>
            <a:lin ang="2700000" scaled="1"/>
          </a:gradFill>
        </p:spPr>
      </p:sp>
      <p:sp>
        <p:nvSpPr>
          <p:cNvPr id="6" name="Shape 4"/>
          <p:cNvSpPr/>
          <p:nvPr/>
        </p:nvSpPr>
        <p:spPr>
          <a:xfrm>
            <a:off x="637179" y="1445541"/>
            <a:ext cx="228243" cy="228243"/>
          </a:xfrm>
          <a:custGeom>
            <a:avLst/>
            <a:gdLst/>
            <a:ahLst/>
            <a:cxnLst/>
            <a:rect l="l" t="t" r="r" b="b"/>
            <a:pathLst>
              <a:path w="228243" h="228243">
                <a:moveTo>
                  <a:pt x="164629" y="-13819"/>
                </a:moveTo>
                <a:cubicBezTo>
                  <a:pt x="169934" y="-15380"/>
                  <a:pt x="175507" y="-12616"/>
                  <a:pt x="177557" y="-7623"/>
                </a:cubicBezTo>
                <a:lnTo>
                  <a:pt x="177914" y="-6598"/>
                </a:lnTo>
                <a:lnTo>
                  <a:pt x="195745" y="54029"/>
                </a:lnTo>
                <a:cubicBezTo>
                  <a:pt x="196860" y="57774"/>
                  <a:pt x="195790" y="61831"/>
                  <a:pt x="193026" y="64595"/>
                </a:cubicBezTo>
                <a:lnTo>
                  <a:pt x="164451" y="93170"/>
                </a:lnTo>
                <a:lnTo>
                  <a:pt x="198509" y="83897"/>
                </a:lnTo>
                <a:lnTo>
                  <a:pt x="207380" y="57239"/>
                </a:lnTo>
                <a:lnTo>
                  <a:pt x="207782" y="56214"/>
                </a:lnTo>
                <a:cubicBezTo>
                  <a:pt x="210011" y="51266"/>
                  <a:pt x="215672" y="48725"/>
                  <a:pt x="220932" y="50463"/>
                </a:cubicBezTo>
                <a:cubicBezTo>
                  <a:pt x="226193" y="52202"/>
                  <a:pt x="229180" y="57640"/>
                  <a:pt x="227976" y="62945"/>
                </a:cubicBezTo>
                <a:lnTo>
                  <a:pt x="227664" y="64015"/>
                </a:lnTo>
                <a:lnTo>
                  <a:pt x="216965" y="96112"/>
                </a:lnTo>
                <a:cubicBezTo>
                  <a:pt x="215850" y="99500"/>
                  <a:pt x="213087" y="102085"/>
                  <a:pt x="209609" y="103066"/>
                </a:cubicBezTo>
                <a:lnTo>
                  <a:pt x="168998" y="114122"/>
                </a:lnTo>
                <a:lnTo>
                  <a:pt x="209609" y="125177"/>
                </a:lnTo>
                <a:cubicBezTo>
                  <a:pt x="213042" y="126113"/>
                  <a:pt x="215806" y="128744"/>
                  <a:pt x="216965" y="132132"/>
                </a:cubicBezTo>
                <a:lnTo>
                  <a:pt x="227664" y="164228"/>
                </a:lnTo>
                <a:lnTo>
                  <a:pt x="227976" y="165298"/>
                </a:lnTo>
                <a:cubicBezTo>
                  <a:pt x="229180" y="170603"/>
                  <a:pt x="226148" y="176042"/>
                  <a:pt x="220932" y="177780"/>
                </a:cubicBezTo>
                <a:cubicBezTo>
                  <a:pt x="215672" y="179519"/>
                  <a:pt x="210011" y="176978"/>
                  <a:pt x="207782" y="172030"/>
                </a:cubicBezTo>
                <a:lnTo>
                  <a:pt x="207380" y="171004"/>
                </a:lnTo>
                <a:lnTo>
                  <a:pt x="198509" y="144346"/>
                </a:lnTo>
                <a:lnTo>
                  <a:pt x="164451" y="135074"/>
                </a:lnTo>
                <a:lnTo>
                  <a:pt x="193026" y="163649"/>
                </a:lnTo>
                <a:cubicBezTo>
                  <a:pt x="195745" y="166368"/>
                  <a:pt x="196815" y="170380"/>
                  <a:pt x="195790" y="174080"/>
                </a:cubicBezTo>
                <a:lnTo>
                  <a:pt x="177959" y="238274"/>
                </a:lnTo>
                <a:lnTo>
                  <a:pt x="177602" y="239299"/>
                </a:lnTo>
                <a:cubicBezTo>
                  <a:pt x="175640" y="244336"/>
                  <a:pt x="170113" y="247189"/>
                  <a:pt x="164763" y="245718"/>
                </a:cubicBezTo>
                <a:cubicBezTo>
                  <a:pt x="159414" y="244247"/>
                  <a:pt x="156159" y="238942"/>
                  <a:pt x="157096" y="233593"/>
                </a:cubicBezTo>
                <a:lnTo>
                  <a:pt x="157319" y="232523"/>
                </a:lnTo>
                <a:lnTo>
                  <a:pt x="173456" y="174348"/>
                </a:lnTo>
                <a:lnTo>
                  <a:pt x="156873" y="157764"/>
                </a:lnTo>
                <a:cubicBezTo>
                  <a:pt x="156472" y="180990"/>
                  <a:pt x="137481" y="199713"/>
                  <a:pt x="114122" y="199713"/>
                </a:cubicBezTo>
                <a:cubicBezTo>
                  <a:pt x="90762" y="199713"/>
                  <a:pt x="71772" y="180990"/>
                  <a:pt x="71326" y="157764"/>
                </a:cubicBezTo>
                <a:lnTo>
                  <a:pt x="54832" y="174258"/>
                </a:lnTo>
                <a:lnTo>
                  <a:pt x="70880" y="228778"/>
                </a:lnTo>
                <a:lnTo>
                  <a:pt x="71148" y="229848"/>
                </a:lnTo>
                <a:cubicBezTo>
                  <a:pt x="72128" y="235153"/>
                  <a:pt x="68963" y="240503"/>
                  <a:pt x="63659" y="242063"/>
                </a:cubicBezTo>
                <a:cubicBezTo>
                  <a:pt x="58354" y="243623"/>
                  <a:pt x="52781" y="240859"/>
                  <a:pt x="50731" y="235866"/>
                </a:cubicBezTo>
                <a:lnTo>
                  <a:pt x="50374" y="234841"/>
                </a:lnTo>
                <a:lnTo>
                  <a:pt x="32543" y="174214"/>
                </a:lnTo>
                <a:cubicBezTo>
                  <a:pt x="31428" y="170469"/>
                  <a:pt x="32498" y="166413"/>
                  <a:pt x="35262" y="163604"/>
                </a:cubicBezTo>
                <a:lnTo>
                  <a:pt x="63837" y="135029"/>
                </a:lnTo>
                <a:lnTo>
                  <a:pt x="29779" y="144302"/>
                </a:lnTo>
                <a:lnTo>
                  <a:pt x="20907" y="170960"/>
                </a:lnTo>
                <a:lnTo>
                  <a:pt x="20506" y="171985"/>
                </a:lnTo>
                <a:cubicBezTo>
                  <a:pt x="18277" y="176933"/>
                  <a:pt x="12616" y="179474"/>
                  <a:pt x="7355" y="177736"/>
                </a:cubicBezTo>
                <a:cubicBezTo>
                  <a:pt x="2095" y="175997"/>
                  <a:pt x="-892" y="170558"/>
                  <a:pt x="312" y="165254"/>
                </a:cubicBezTo>
                <a:lnTo>
                  <a:pt x="624" y="164184"/>
                </a:lnTo>
                <a:lnTo>
                  <a:pt x="11323" y="132087"/>
                </a:lnTo>
                <a:cubicBezTo>
                  <a:pt x="12437" y="128699"/>
                  <a:pt x="15201" y="126113"/>
                  <a:pt x="18679" y="125133"/>
                </a:cubicBezTo>
                <a:lnTo>
                  <a:pt x="59290" y="114077"/>
                </a:lnTo>
                <a:lnTo>
                  <a:pt x="18679" y="103022"/>
                </a:lnTo>
                <a:cubicBezTo>
                  <a:pt x="15246" y="102085"/>
                  <a:pt x="12482" y="99455"/>
                  <a:pt x="11323" y="96067"/>
                </a:cubicBezTo>
                <a:lnTo>
                  <a:pt x="624" y="63971"/>
                </a:lnTo>
                <a:lnTo>
                  <a:pt x="312" y="62901"/>
                </a:lnTo>
                <a:cubicBezTo>
                  <a:pt x="-892" y="57596"/>
                  <a:pt x="2140" y="52157"/>
                  <a:pt x="7355" y="50419"/>
                </a:cubicBezTo>
                <a:cubicBezTo>
                  <a:pt x="12571" y="48680"/>
                  <a:pt x="18277" y="51221"/>
                  <a:pt x="20506" y="56169"/>
                </a:cubicBezTo>
                <a:lnTo>
                  <a:pt x="20907" y="57195"/>
                </a:lnTo>
                <a:lnTo>
                  <a:pt x="29779" y="83853"/>
                </a:lnTo>
                <a:lnTo>
                  <a:pt x="63837" y="93125"/>
                </a:lnTo>
                <a:lnTo>
                  <a:pt x="35262" y="64550"/>
                </a:lnTo>
                <a:cubicBezTo>
                  <a:pt x="32498" y="61786"/>
                  <a:pt x="31473" y="57730"/>
                  <a:pt x="32543" y="53985"/>
                </a:cubicBezTo>
                <a:lnTo>
                  <a:pt x="50374" y="-6642"/>
                </a:lnTo>
                <a:lnTo>
                  <a:pt x="50731" y="-7668"/>
                </a:lnTo>
                <a:cubicBezTo>
                  <a:pt x="52781" y="-12705"/>
                  <a:pt x="58354" y="-15424"/>
                  <a:pt x="63659" y="-13864"/>
                </a:cubicBezTo>
                <a:cubicBezTo>
                  <a:pt x="68963" y="-12304"/>
                  <a:pt x="72128" y="-6954"/>
                  <a:pt x="71148" y="-1649"/>
                </a:cubicBezTo>
                <a:lnTo>
                  <a:pt x="70880" y="-580"/>
                </a:lnTo>
                <a:lnTo>
                  <a:pt x="54832" y="53940"/>
                </a:lnTo>
                <a:lnTo>
                  <a:pt x="78459" y="77567"/>
                </a:lnTo>
                <a:cubicBezTo>
                  <a:pt x="78904" y="58264"/>
                  <a:pt x="94685" y="42751"/>
                  <a:pt x="114077" y="42751"/>
                </a:cubicBezTo>
                <a:cubicBezTo>
                  <a:pt x="133469" y="42751"/>
                  <a:pt x="149250" y="58264"/>
                  <a:pt x="149696" y="77612"/>
                </a:cubicBezTo>
                <a:lnTo>
                  <a:pt x="173367" y="53940"/>
                </a:lnTo>
                <a:lnTo>
                  <a:pt x="157319" y="-580"/>
                </a:lnTo>
                <a:lnTo>
                  <a:pt x="157051" y="-1649"/>
                </a:lnTo>
                <a:cubicBezTo>
                  <a:pt x="156070" y="-6999"/>
                  <a:pt x="159235" y="-12304"/>
                  <a:pt x="164540" y="-13864"/>
                </a:cubicBezTo>
                <a:close/>
              </a:path>
            </a:pathLst>
          </a:custGeom>
          <a:solidFill>
            <a:srgbClr val="E2E8F0"/>
          </a:solidFill>
        </p:spPr>
      </p:sp>
      <p:sp>
        <p:nvSpPr>
          <p:cNvPr id="7" name="Text 5"/>
          <p:cNvSpPr/>
          <p:nvPr/>
        </p:nvSpPr>
        <p:spPr>
          <a:xfrm>
            <a:off x="893953" y="1407501"/>
            <a:ext cx="3804056" cy="304324"/>
          </a:xfrm>
          <a:prstGeom prst="rect">
            <a:avLst/>
          </a:prstGeom>
          <a:noFill/>
        </p:spPr>
        <p:txBody>
          <a:bodyPr wrap="square" lIns="0" tIns="0" rIns="0" bIns="0" rtlCol="0" anchor="ctr"/>
          <a:lstStyle/>
          <a:p>
            <a:pPr>
              <a:lnSpc>
                <a:spcPct val="110000"/>
              </a:lnSpc>
            </a:pPr>
            <a:r>
              <a:rPr lang="en-US" sz="1795" b="1" dirty="0">
                <a:solidFill>
                  <a:srgbClr val="E2E8F0"/>
                </a:solidFill>
                <a:latin typeface="Liter" panose="02000503030000020004" pitchFamily="34" charset="0"/>
                <a:ea typeface="Liter" panose="02000503030000020004" pitchFamily="34" charset="-122"/>
                <a:cs typeface="Liter" panose="02000503030000020004" pitchFamily="34" charset="-120"/>
              </a:rPr>
              <a:t>Selenium IDE</a:t>
            </a:r>
            <a:endParaRPr lang="en-US" sz="1600" dirty="0"/>
          </a:p>
        </p:txBody>
      </p:sp>
      <p:sp>
        <p:nvSpPr>
          <p:cNvPr id="8" name="Text 6"/>
          <p:cNvSpPr/>
          <p:nvPr/>
        </p:nvSpPr>
        <p:spPr>
          <a:xfrm>
            <a:off x="608649" y="1863988"/>
            <a:ext cx="4051320" cy="494527"/>
          </a:xfrm>
          <a:prstGeom prst="rect">
            <a:avLst/>
          </a:prstGeom>
          <a:noFill/>
        </p:spPr>
        <p:txBody>
          <a:bodyPr wrap="square" lIns="0" tIns="0" rIns="0" bIns="0" rtlCol="0" anchor="ctr"/>
          <a:lstStyle/>
          <a:p>
            <a:pPr>
              <a:lnSpc>
                <a:spcPct val="140000"/>
              </a:lnSpc>
            </a:pPr>
            <a:r>
              <a:rPr lang="en-US" sz="1200" dirty="0">
                <a:solidFill>
                  <a:srgbClr val="E2E8F0"/>
                </a:solidFill>
                <a:latin typeface="Quattrocento Sans" panose="020B0502050000020003" pitchFamily="34" charset="0"/>
                <a:ea typeface="Quattrocento Sans" panose="020B0502050000020003" pitchFamily="34" charset="-122"/>
                <a:cs typeface="Quattrocento Sans" panose="020B0502050000020003" pitchFamily="34" charset="-120"/>
              </a:rPr>
              <a:t>The above test cases were automated using Selenium IDE with comprehensive features for reliable test execution.</a:t>
            </a:r>
            <a:endParaRPr lang="en-US" sz="1600" dirty="0"/>
          </a:p>
        </p:txBody>
      </p:sp>
      <p:sp>
        <p:nvSpPr>
          <p:cNvPr id="9" name="Shape 7"/>
          <p:cNvSpPr/>
          <p:nvPr/>
        </p:nvSpPr>
        <p:spPr>
          <a:xfrm>
            <a:off x="608649" y="2586758"/>
            <a:ext cx="3975239" cy="456487"/>
          </a:xfrm>
          <a:custGeom>
            <a:avLst/>
            <a:gdLst/>
            <a:ahLst/>
            <a:cxnLst/>
            <a:rect l="l" t="t" r="r" b="b"/>
            <a:pathLst>
              <a:path w="3975239" h="456487">
                <a:moveTo>
                  <a:pt x="38039" y="0"/>
                </a:moveTo>
                <a:lnTo>
                  <a:pt x="3937200" y="0"/>
                </a:lnTo>
                <a:cubicBezTo>
                  <a:pt x="3958208" y="0"/>
                  <a:pt x="3975239" y="17031"/>
                  <a:pt x="3975239" y="38039"/>
                </a:cubicBezTo>
                <a:lnTo>
                  <a:pt x="3975239" y="418448"/>
                </a:lnTo>
                <a:cubicBezTo>
                  <a:pt x="3975239" y="439456"/>
                  <a:pt x="3958208" y="456487"/>
                  <a:pt x="3937200" y="456487"/>
                </a:cubicBezTo>
                <a:lnTo>
                  <a:pt x="38039" y="456487"/>
                </a:lnTo>
                <a:cubicBezTo>
                  <a:pt x="17031" y="456487"/>
                  <a:pt x="0" y="439456"/>
                  <a:pt x="0" y="418448"/>
                </a:cubicBezTo>
                <a:lnTo>
                  <a:pt x="0" y="38039"/>
                </a:lnTo>
                <a:cubicBezTo>
                  <a:pt x="0" y="17045"/>
                  <a:pt x="17045" y="0"/>
                  <a:pt x="38039" y="0"/>
                </a:cubicBezTo>
                <a:close/>
              </a:path>
            </a:pathLst>
          </a:custGeom>
          <a:solidFill>
            <a:srgbClr val="E2E8F0">
              <a:alpha val="10196"/>
            </a:srgbClr>
          </a:solidFill>
        </p:spPr>
      </p:sp>
      <p:sp>
        <p:nvSpPr>
          <p:cNvPr id="10" name="Shape 8"/>
          <p:cNvSpPr/>
          <p:nvPr/>
        </p:nvSpPr>
        <p:spPr>
          <a:xfrm>
            <a:off x="746546" y="2719900"/>
            <a:ext cx="190203" cy="190203"/>
          </a:xfrm>
          <a:custGeom>
            <a:avLst/>
            <a:gdLst/>
            <a:ahLst/>
            <a:cxnLst/>
            <a:rect l="l" t="t" r="r" b="b"/>
            <a:pathLst>
              <a:path w="190203" h="190203">
                <a:moveTo>
                  <a:pt x="0" y="95101"/>
                </a:moveTo>
                <a:cubicBezTo>
                  <a:pt x="0" y="42614"/>
                  <a:pt x="42614" y="0"/>
                  <a:pt x="95101" y="0"/>
                </a:cubicBezTo>
                <a:cubicBezTo>
                  <a:pt x="147589" y="0"/>
                  <a:pt x="190203" y="42614"/>
                  <a:pt x="190203" y="95101"/>
                </a:cubicBezTo>
                <a:cubicBezTo>
                  <a:pt x="190203" y="147589"/>
                  <a:pt x="147589" y="190203"/>
                  <a:pt x="95101" y="190203"/>
                </a:cubicBezTo>
                <a:cubicBezTo>
                  <a:pt x="42614" y="190203"/>
                  <a:pt x="0" y="147589"/>
                  <a:pt x="0" y="95101"/>
                </a:cubicBezTo>
                <a:close/>
                <a:moveTo>
                  <a:pt x="69952" y="54646"/>
                </a:moveTo>
                <a:cubicBezTo>
                  <a:pt x="67128" y="56206"/>
                  <a:pt x="65382" y="59215"/>
                  <a:pt x="65382" y="62410"/>
                </a:cubicBezTo>
                <a:lnTo>
                  <a:pt x="65382" y="127793"/>
                </a:lnTo>
                <a:cubicBezTo>
                  <a:pt x="65382" y="131024"/>
                  <a:pt x="67128" y="133996"/>
                  <a:pt x="69952" y="135557"/>
                </a:cubicBezTo>
                <a:cubicBezTo>
                  <a:pt x="72775" y="137117"/>
                  <a:pt x="76193" y="137080"/>
                  <a:pt x="78979" y="135371"/>
                </a:cubicBezTo>
                <a:lnTo>
                  <a:pt x="132473" y="102680"/>
                </a:lnTo>
                <a:cubicBezTo>
                  <a:pt x="135111" y="101045"/>
                  <a:pt x="136745" y="98185"/>
                  <a:pt x="136745" y="95064"/>
                </a:cubicBezTo>
                <a:cubicBezTo>
                  <a:pt x="136745" y="91944"/>
                  <a:pt x="135111" y="89083"/>
                  <a:pt x="132473" y="87449"/>
                </a:cubicBezTo>
                <a:lnTo>
                  <a:pt x="78979" y="54758"/>
                </a:lnTo>
                <a:cubicBezTo>
                  <a:pt x="76230" y="53086"/>
                  <a:pt x="72775" y="53012"/>
                  <a:pt x="69952" y="54572"/>
                </a:cubicBezTo>
                <a:close/>
              </a:path>
            </a:pathLst>
          </a:custGeom>
          <a:solidFill>
            <a:srgbClr val="E2E8F0"/>
          </a:solidFill>
        </p:spPr>
      </p:sp>
      <p:sp>
        <p:nvSpPr>
          <p:cNvPr id="11" name="Text 9"/>
          <p:cNvSpPr/>
          <p:nvPr/>
        </p:nvSpPr>
        <p:spPr>
          <a:xfrm>
            <a:off x="1074646" y="2700880"/>
            <a:ext cx="1683295" cy="228243"/>
          </a:xfrm>
          <a:prstGeom prst="rect">
            <a:avLst/>
          </a:prstGeom>
          <a:noFill/>
        </p:spPr>
        <p:txBody>
          <a:bodyPr wrap="square" lIns="0" tIns="0" rIns="0" bIns="0" rtlCol="0" anchor="ctr"/>
          <a:lstStyle/>
          <a:p>
            <a:pPr>
              <a:lnSpc>
                <a:spcPct val="120000"/>
              </a:lnSpc>
            </a:pPr>
            <a:r>
              <a:rPr lang="en-US" sz="1200" dirty="0">
                <a:solidFill>
                  <a:srgbClr val="E2E8F0"/>
                </a:solidFill>
                <a:latin typeface="Quattrocento Sans" panose="020B0502050000020003" pitchFamily="34" charset="0"/>
                <a:ea typeface="Quattrocento Sans" panose="020B0502050000020003" pitchFamily="34" charset="-122"/>
                <a:cs typeface="Quattrocento Sans" panose="020B0502050000020003" pitchFamily="34" charset="-120"/>
              </a:rPr>
              <a:t>Browser Launch &amp; Close</a:t>
            </a:r>
            <a:endParaRPr lang="en-US" sz="1600" dirty="0"/>
          </a:p>
        </p:txBody>
      </p:sp>
      <p:sp>
        <p:nvSpPr>
          <p:cNvPr id="12" name="Shape 10"/>
          <p:cNvSpPr/>
          <p:nvPr/>
        </p:nvSpPr>
        <p:spPr>
          <a:xfrm>
            <a:off x="608649" y="3157367"/>
            <a:ext cx="3975239" cy="456487"/>
          </a:xfrm>
          <a:custGeom>
            <a:avLst/>
            <a:gdLst/>
            <a:ahLst/>
            <a:cxnLst/>
            <a:rect l="l" t="t" r="r" b="b"/>
            <a:pathLst>
              <a:path w="3975239" h="456487">
                <a:moveTo>
                  <a:pt x="38039" y="0"/>
                </a:moveTo>
                <a:lnTo>
                  <a:pt x="3937200" y="0"/>
                </a:lnTo>
                <a:cubicBezTo>
                  <a:pt x="3958208" y="0"/>
                  <a:pt x="3975239" y="17031"/>
                  <a:pt x="3975239" y="38039"/>
                </a:cubicBezTo>
                <a:lnTo>
                  <a:pt x="3975239" y="418448"/>
                </a:lnTo>
                <a:cubicBezTo>
                  <a:pt x="3975239" y="439456"/>
                  <a:pt x="3958208" y="456487"/>
                  <a:pt x="3937200" y="456487"/>
                </a:cubicBezTo>
                <a:lnTo>
                  <a:pt x="38039" y="456487"/>
                </a:lnTo>
                <a:cubicBezTo>
                  <a:pt x="17031" y="456487"/>
                  <a:pt x="0" y="439456"/>
                  <a:pt x="0" y="418448"/>
                </a:cubicBezTo>
                <a:lnTo>
                  <a:pt x="0" y="38039"/>
                </a:lnTo>
                <a:cubicBezTo>
                  <a:pt x="0" y="17045"/>
                  <a:pt x="17045" y="0"/>
                  <a:pt x="38039" y="0"/>
                </a:cubicBezTo>
                <a:close/>
              </a:path>
            </a:pathLst>
          </a:custGeom>
          <a:solidFill>
            <a:srgbClr val="E2E8F0">
              <a:alpha val="10196"/>
            </a:srgbClr>
          </a:solidFill>
        </p:spPr>
      </p:sp>
      <p:sp>
        <p:nvSpPr>
          <p:cNvPr id="13" name="Shape 11"/>
          <p:cNvSpPr/>
          <p:nvPr/>
        </p:nvSpPr>
        <p:spPr>
          <a:xfrm>
            <a:off x="758434" y="3290509"/>
            <a:ext cx="166427" cy="190203"/>
          </a:xfrm>
          <a:custGeom>
            <a:avLst/>
            <a:gdLst/>
            <a:ahLst/>
            <a:cxnLst/>
            <a:rect l="l" t="t" r="r" b="b"/>
            <a:pathLst>
              <a:path w="166427" h="190203">
                <a:moveTo>
                  <a:pt x="28716" y="929"/>
                </a:moveTo>
                <a:cubicBezTo>
                  <a:pt x="31725" y="-594"/>
                  <a:pt x="35366" y="-260"/>
                  <a:pt x="38041" y="1783"/>
                </a:cubicBezTo>
                <a:lnTo>
                  <a:pt x="156917" y="90904"/>
                </a:lnTo>
                <a:cubicBezTo>
                  <a:pt x="160001" y="93207"/>
                  <a:pt x="161227" y="97219"/>
                  <a:pt x="160038" y="100859"/>
                </a:cubicBezTo>
                <a:cubicBezTo>
                  <a:pt x="158849" y="104500"/>
                  <a:pt x="155431" y="106952"/>
                  <a:pt x="151568" y="106952"/>
                </a:cubicBezTo>
                <a:lnTo>
                  <a:pt x="94990" y="106952"/>
                </a:lnTo>
                <a:lnTo>
                  <a:pt x="128015" y="172966"/>
                </a:lnTo>
                <a:cubicBezTo>
                  <a:pt x="130950" y="178835"/>
                  <a:pt x="128573" y="185968"/>
                  <a:pt x="122703" y="188903"/>
                </a:cubicBezTo>
                <a:cubicBezTo>
                  <a:pt x="116834" y="191837"/>
                  <a:pt x="109701" y="189460"/>
                  <a:pt x="106766" y="183590"/>
                </a:cubicBezTo>
                <a:lnTo>
                  <a:pt x="73741" y="117577"/>
                </a:lnTo>
                <a:lnTo>
                  <a:pt x="39824" y="162824"/>
                </a:lnTo>
                <a:cubicBezTo>
                  <a:pt x="37520" y="165907"/>
                  <a:pt x="33508" y="167133"/>
                  <a:pt x="29868" y="165945"/>
                </a:cubicBezTo>
                <a:cubicBezTo>
                  <a:pt x="26227" y="164756"/>
                  <a:pt x="23775" y="161338"/>
                  <a:pt x="23775" y="157512"/>
                </a:cubicBezTo>
                <a:lnTo>
                  <a:pt x="23775" y="8916"/>
                </a:lnTo>
                <a:cubicBezTo>
                  <a:pt x="23775" y="5535"/>
                  <a:pt x="25670" y="2452"/>
                  <a:pt x="28716" y="929"/>
                </a:cubicBezTo>
                <a:close/>
              </a:path>
            </a:pathLst>
          </a:custGeom>
          <a:solidFill>
            <a:srgbClr val="E2E8F0"/>
          </a:solidFill>
        </p:spPr>
      </p:sp>
      <p:sp>
        <p:nvSpPr>
          <p:cNvPr id="14" name="Text 12"/>
          <p:cNvSpPr/>
          <p:nvPr/>
        </p:nvSpPr>
        <p:spPr>
          <a:xfrm>
            <a:off x="1074646" y="3271488"/>
            <a:ext cx="1863988" cy="228243"/>
          </a:xfrm>
          <a:prstGeom prst="rect">
            <a:avLst/>
          </a:prstGeom>
          <a:noFill/>
        </p:spPr>
        <p:txBody>
          <a:bodyPr wrap="square" lIns="0" tIns="0" rIns="0" bIns="0" rtlCol="0" anchor="ctr"/>
          <a:lstStyle/>
          <a:p>
            <a:pPr>
              <a:lnSpc>
                <a:spcPct val="120000"/>
              </a:lnSpc>
            </a:pPr>
            <a:r>
              <a:rPr lang="en-US" sz="1200" dirty="0">
                <a:solidFill>
                  <a:srgbClr val="E2E8F0"/>
                </a:solidFill>
                <a:latin typeface="Quattrocento Sans" panose="020B0502050000020003" pitchFamily="34" charset="0"/>
                <a:ea typeface="Quattrocento Sans" panose="020B0502050000020003" pitchFamily="34" charset="-122"/>
                <a:cs typeface="Quattrocento Sans" panose="020B0502050000020003" pitchFamily="34" charset="-120"/>
              </a:rPr>
              <a:t>Recorded User Interactions</a:t>
            </a:r>
            <a:endParaRPr lang="en-US" sz="1600" dirty="0"/>
          </a:p>
        </p:txBody>
      </p:sp>
      <p:sp>
        <p:nvSpPr>
          <p:cNvPr id="15" name="Shape 13"/>
          <p:cNvSpPr/>
          <p:nvPr/>
        </p:nvSpPr>
        <p:spPr>
          <a:xfrm>
            <a:off x="608649" y="3727975"/>
            <a:ext cx="3975239" cy="456487"/>
          </a:xfrm>
          <a:custGeom>
            <a:avLst/>
            <a:gdLst/>
            <a:ahLst/>
            <a:cxnLst/>
            <a:rect l="l" t="t" r="r" b="b"/>
            <a:pathLst>
              <a:path w="3975239" h="456487">
                <a:moveTo>
                  <a:pt x="38039" y="0"/>
                </a:moveTo>
                <a:lnTo>
                  <a:pt x="3937200" y="0"/>
                </a:lnTo>
                <a:cubicBezTo>
                  <a:pt x="3958208" y="0"/>
                  <a:pt x="3975239" y="17031"/>
                  <a:pt x="3975239" y="38039"/>
                </a:cubicBezTo>
                <a:lnTo>
                  <a:pt x="3975239" y="418448"/>
                </a:lnTo>
                <a:cubicBezTo>
                  <a:pt x="3975239" y="439456"/>
                  <a:pt x="3958208" y="456487"/>
                  <a:pt x="3937200" y="456487"/>
                </a:cubicBezTo>
                <a:lnTo>
                  <a:pt x="38039" y="456487"/>
                </a:lnTo>
                <a:cubicBezTo>
                  <a:pt x="17031" y="456487"/>
                  <a:pt x="0" y="439456"/>
                  <a:pt x="0" y="418448"/>
                </a:cubicBezTo>
                <a:lnTo>
                  <a:pt x="0" y="38039"/>
                </a:lnTo>
                <a:cubicBezTo>
                  <a:pt x="0" y="17045"/>
                  <a:pt x="17045" y="0"/>
                  <a:pt x="38039" y="0"/>
                </a:cubicBezTo>
                <a:close/>
              </a:path>
            </a:pathLst>
          </a:custGeom>
          <a:solidFill>
            <a:srgbClr val="E2E8F0">
              <a:alpha val="10196"/>
            </a:srgbClr>
          </a:solidFill>
        </p:spPr>
      </p:sp>
      <p:sp>
        <p:nvSpPr>
          <p:cNvPr id="16" name="Shape 14"/>
          <p:cNvSpPr/>
          <p:nvPr/>
        </p:nvSpPr>
        <p:spPr>
          <a:xfrm>
            <a:off x="770321" y="3861117"/>
            <a:ext cx="142652" cy="190203"/>
          </a:xfrm>
          <a:custGeom>
            <a:avLst/>
            <a:gdLst/>
            <a:ahLst/>
            <a:cxnLst/>
            <a:rect l="l" t="t" r="r" b="b"/>
            <a:pathLst>
              <a:path w="142652" h="190203">
                <a:moveTo>
                  <a:pt x="92835" y="24816"/>
                </a:moveTo>
                <a:cubicBezTo>
                  <a:pt x="96699" y="19503"/>
                  <a:pt x="95510" y="12073"/>
                  <a:pt x="90198" y="8210"/>
                </a:cubicBezTo>
                <a:cubicBezTo>
                  <a:pt x="84885" y="4346"/>
                  <a:pt x="77456" y="5535"/>
                  <a:pt x="73592" y="10848"/>
                </a:cubicBezTo>
                <a:lnTo>
                  <a:pt x="34214" y="64974"/>
                </a:lnTo>
                <a:lnTo>
                  <a:pt x="20283" y="51043"/>
                </a:lnTo>
                <a:cubicBezTo>
                  <a:pt x="15640" y="46399"/>
                  <a:pt x="8098" y="46399"/>
                  <a:pt x="3455" y="51043"/>
                </a:cubicBezTo>
                <a:cubicBezTo>
                  <a:pt x="-1189" y="55686"/>
                  <a:pt x="-1189" y="63228"/>
                  <a:pt x="3455" y="67871"/>
                </a:cubicBezTo>
                <a:lnTo>
                  <a:pt x="27230" y="91647"/>
                </a:lnTo>
                <a:cubicBezTo>
                  <a:pt x="29682" y="94098"/>
                  <a:pt x="33100" y="95361"/>
                  <a:pt x="36555" y="95101"/>
                </a:cubicBezTo>
                <a:cubicBezTo>
                  <a:pt x="40009" y="94841"/>
                  <a:pt x="43204" y="93058"/>
                  <a:pt x="45247" y="90235"/>
                </a:cubicBezTo>
                <a:lnTo>
                  <a:pt x="92798" y="24853"/>
                </a:lnTo>
                <a:close/>
                <a:moveTo>
                  <a:pt x="140386" y="75338"/>
                </a:moveTo>
                <a:cubicBezTo>
                  <a:pt x="144250" y="70026"/>
                  <a:pt x="143061" y="62596"/>
                  <a:pt x="137748" y="58733"/>
                </a:cubicBezTo>
                <a:cubicBezTo>
                  <a:pt x="132436" y="54869"/>
                  <a:pt x="125006" y="56058"/>
                  <a:pt x="121143" y="61370"/>
                </a:cubicBezTo>
                <a:lnTo>
                  <a:pt x="57990" y="148187"/>
                </a:lnTo>
                <a:lnTo>
                  <a:pt x="32171" y="122369"/>
                </a:lnTo>
                <a:cubicBezTo>
                  <a:pt x="27527" y="117725"/>
                  <a:pt x="19986" y="117725"/>
                  <a:pt x="15343" y="122369"/>
                </a:cubicBezTo>
                <a:cubicBezTo>
                  <a:pt x="10699" y="127012"/>
                  <a:pt x="10699" y="134554"/>
                  <a:pt x="15343" y="139197"/>
                </a:cubicBezTo>
                <a:lnTo>
                  <a:pt x="51006" y="174860"/>
                </a:lnTo>
                <a:cubicBezTo>
                  <a:pt x="53457" y="177312"/>
                  <a:pt x="56875" y="178575"/>
                  <a:pt x="60330" y="178315"/>
                </a:cubicBezTo>
                <a:cubicBezTo>
                  <a:pt x="63785" y="178055"/>
                  <a:pt x="66980" y="176272"/>
                  <a:pt x="69023" y="173449"/>
                </a:cubicBezTo>
                <a:lnTo>
                  <a:pt x="140349" y="75375"/>
                </a:lnTo>
                <a:close/>
              </a:path>
            </a:pathLst>
          </a:custGeom>
          <a:solidFill>
            <a:srgbClr val="E2E8F0"/>
          </a:solidFill>
        </p:spPr>
      </p:sp>
      <p:sp>
        <p:nvSpPr>
          <p:cNvPr id="17" name="Text 15"/>
          <p:cNvSpPr/>
          <p:nvPr/>
        </p:nvSpPr>
        <p:spPr>
          <a:xfrm>
            <a:off x="1074646" y="3842097"/>
            <a:ext cx="1692805" cy="228243"/>
          </a:xfrm>
          <a:prstGeom prst="rect">
            <a:avLst/>
          </a:prstGeom>
          <a:noFill/>
        </p:spPr>
        <p:txBody>
          <a:bodyPr wrap="square" lIns="0" tIns="0" rIns="0" bIns="0" rtlCol="0" anchor="ctr"/>
          <a:lstStyle/>
          <a:p>
            <a:pPr>
              <a:lnSpc>
                <a:spcPct val="120000"/>
              </a:lnSpc>
            </a:pPr>
            <a:r>
              <a:rPr lang="en-US" sz="1200" dirty="0">
                <a:solidFill>
                  <a:srgbClr val="E2E8F0"/>
                </a:solidFill>
                <a:latin typeface="Quattrocento Sans" panose="020B0502050000020003" pitchFamily="34" charset="0"/>
                <a:ea typeface="Quattrocento Sans" panose="020B0502050000020003" pitchFamily="34" charset="-122"/>
                <a:cs typeface="Quattrocento Sans" panose="020B0502050000020003" pitchFamily="34" charset="-120"/>
              </a:rPr>
              <a:t>Multiple Assertion Types</a:t>
            </a:r>
            <a:endParaRPr lang="en-US" sz="1600" dirty="0"/>
          </a:p>
        </p:txBody>
      </p:sp>
      <p:sp>
        <p:nvSpPr>
          <p:cNvPr id="18" name="Shape 16"/>
          <p:cNvSpPr/>
          <p:nvPr/>
        </p:nvSpPr>
        <p:spPr>
          <a:xfrm>
            <a:off x="5062268" y="1179257"/>
            <a:ext cx="6742690" cy="1825947"/>
          </a:xfrm>
          <a:custGeom>
            <a:avLst/>
            <a:gdLst/>
            <a:ahLst/>
            <a:cxnLst/>
            <a:rect l="l" t="t" r="r" b="b"/>
            <a:pathLst>
              <a:path w="6742690" h="1825947">
                <a:moveTo>
                  <a:pt x="38041" y="0"/>
                </a:moveTo>
                <a:lnTo>
                  <a:pt x="6666602" y="0"/>
                </a:lnTo>
                <a:cubicBezTo>
                  <a:pt x="6708624" y="0"/>
                  <a:pt x="6742690" y="34065"/>
                  <a:pt x="6742690" y="76087"/>
                </a:cubicBezTo>
                <a:lnTo>
                  <a:pt x="6742690" y="1749860"/>
                </a:lnTo>
                <a:cubicBezTo>
                  <a:pt x="6742690" y="1791882"/>
                  <a:pt x="6708624" y="1825947"/>
                  <a:pt x="6666602" y="1825947"/>
                </a:cubicBezTo>
                <a:lnTo>
                  <a:pt x="38041" y="1825947"/>
                </a:lnTo>
                <a:cubicBezTo>
                  <a:pt x="17031" y="1825947"/>
                  <a:pt x="0" y="1808916"/>
                  <a:pt x="0" y="1787906"/>
                </a:cubicBezTo>
                <a:lnTo>
                  <a:pt x="0" y="38041"/>
                </a:lnTo>
                <a:cubicBezTo>
                  <a:pt x="0" y="17045"/>
                  <a:pt x="17045" y="0"/>
                  <a:pt x="38041" y="0"/>
                </a:cubicBezTo>
                <a:close/>
              </a:path>
            </a:pathLst>
          </a:custGeom>
          <a:solidFill>
            <a:srgbClr val="FFFFFF"/>
          </a:solidFill>
          <a:effectLst>
            <a:outerShdw blurRad="28530" dist="9510" dir="5400000" algn="bl" rotWithShape="0">
              <a:srgbClr val="000000">
                <a:alpha val="10196"/>
              </a:srgbClr>
            </a:outerShdw>
          </a:effectLst>
        </p:spPr>
      </p:sp>
      <p:sp>
        <p:nvSpPr>
          <p:cNvPr id="19" name="Shape 17"/>
          <p:cNvSpPr/>
          <p:nvPr/>
        </p:nvSpPr>
        <p:spPr>
          <a:xfrm>
            <a:off x="5062268" y="1179257"/>
            <a:ext cx="38041" cy="1825947"/>
          </a:xfrm>
          <a:custGeom>
            <a:avLst/>
            <a:gdLst/>
            <a:ahLst/>
            <a:cxnLst/>
            <a:rect l="l" t="t" r="r" b="b"/>
            <a:pathLst>
              <a:path w="38041" h="1825947">
                <a:moveTo>
                  <a:pt x="38041" y="0"/>
                </a:moveTo>
                <a:lnTo>
                  <a:pt x="38041" y="0"/>
                </a:lnTo>
                <a:lnTo>
                  <a:pt x="38041" y="1825947"/>
                </a:lnTo>
                <a:lnTo>
                  <a:pt x="38041" y="1825947"/>
                </a:lnTo>
                <a:cubicBezTo>
                  <a:pt x="17031" y="1825947"/>
                  <a:pt x="0" y="1808916"/>
                  <a:pt x="0" y="1787906"/>
                </a:cubicBezTo>
                <a:lnTo>
                  <a:pt x="0" y="38041"/>
                </a:lnTo>
                <a:cubicBezTo>
                  <a:pt x="0" y="17045"/>
                  <a:pt x="17045" y="0"/>
                  <a:pt x="38041" y="0"/>
                </a:cubicBezTo>
                <a:close/>
              </a:path>
            </a:pathLst>
          </a:custGeom>
          <a:solidFill>
            <a:srgbClr val="2D3748"/>
          </a:solidFill>
        </p:spPr>
      </p:sp>
      <p:sp>
        <p:nvSpPr>
          <p:cNvPr id="20" name="Shape 18"/>
          <p:cNvSpPr/>
          <p:nvPr/>
        </p:nvSpPr>
        <p:spPr>
          <a:xfrm>
            <a:off x="5307154" y="1407501"/>
            <a:ext cx="166427" cy="190203"/>
          </a:xfrm>
          <a:custGeom>
            <a:avLst/>
            <a:gdLst/>
            <a:ahLst/>
            <a:cxnLst/>
            <a:rect l="l" t="t" r="r" b="b"/>
            <a:pathLst>
              <a:path w="166427" h="190203">
                <a:moveTo>
                  <a:pt x="28716" y="929"/>
                </a:moveTo>
                <a:cubicBezTo>
                  <a:pt x="31725" y="-594"/>
                  <a:pt x="35366" y="-260"/>
                  <a:pt x="38041" y="1783"/>
                </a:cubicBezTo>
                <a:lnTo>
                  <a:pt x="156917" y="90904"/>
                </a:lnTo>
                <a:cubicBezTo>
                  <a:pt x="160001" y="93207"/>
                  <a:pt x="161227" y="97219"/>
                  <a:pt x="160038" y="100859"/>
                </a:cubicBezTo>
                <a:cubicBezTo>
                  <a:pt x="158849" y="104500"/>
                  <a:pt x="155431" y="106952"/>
                  <a:pt x="151568" y="106952"/>
                </a:cubicBezTo>
                <a:lnTo>
                  <a:pt x="94990" y="106952"/>
                </a:lnTo>
                <a:lnTo>
                  <a:pt x="128015" y="172966"/>
                </a:lnTo>
                <a:cubicBezTo>
                  <a:pt x="130950" y="178835"/>
                  <a:pt x="128573" y="185968"/>
                  <a:pt x="122703" y="188903"/>
                </a:cubicBezTo>
                <a:cubicBezTo>
                  <a:pt x="116834" y="191837"/>
                  <a:pt x="109701" y="189460"/>
                  <a:pt x="106766" y="183590"/>
                </a:cubicBezTo>
                <a:lnTo>
                  <a:pt x="73741" y="117577"/>
                </a:lnTo>
                <a:lnTo>
                  <a:pt x="39824" y="162824"/>
                </a:lnTo>
                <a:cubicBezTo>
                  <a:pt x="37520" y="165907"/>
                  <a:pt x="33508" y="167133"/>
                  <a:pt x="29868" y="165945"/>
                </a:cubicBezTo>
                <a:cubicBezTo>
                  <a:pt x="26227" y="164756"/>
                  <a:pt x="23775" y="161338"/>
                  <a:pt x="23775" y="157512"/>
                </a:cubicBezTo>
                <a:lnTo>
                  <a:pt x="23775" y="8916"/>
                </a:lnTo>
                <a:cubicBezTo>
                  <a:pt x="23775" y="5535"/>
                  <a:pt x="25670" y="2452"/>
                  <a:pt x="28716" y="929"/>
                </a:cubicBezTo>
                <a:close/>
              </a:path>
            </a:pathLst>
          </a:custGeom>
          <a:solidFill>
            <a:srgbClr val="2D3748"/>
          </a:solidFill>
        </p:spPr>
      </p:sp>
      <p:sp>
        <p:nvSpPr>
          <p:cNvPr id="21" name="Text 19"/>
          <p:cNvSpPr/>
          <p:nvPr/>
        </p:nvSpPr>
        <p:spPr>
          <a:xfrm>
            <a:off x="5509245" y="1369460"/>
            <a:ext cx="6200612" cy="266284"/>
          </a:xfrm>
          <a:prstGeom prst="rect">
            <a:avLst/>
          </a:prstGeom>
          <a:noFill/>
        </p:spPr>
        <p:txBody>
          <a:bodyPr wrap="square" lIns="0" tIns="0" rIns="0" bIns="0" rtlCol="0" anchor="ctr"/>
          <a:lstStyle/>
          <a:p>
            <a:pPr>
              <a:lnSpc>
                <a:spcPct val="120000"/>
              </a:lnSpc>
            </a:pPr>
            <a:r>
              <a:rPr lang="en-US" sz="1500" b="1" dirty="0">
                <a:solidFill>
                  <a:srgbClr val="2D3748"/>
                </a:solidFill>
                <a:latin typeface="Liter" panose="02000503030000020004" pitchFamily="34" charset="0"/>
                <a:ea typeface="Liter" panose="02000503030000020004" pitchFamily="34" charset="-122"/>
                <a:cs typeface="Liter" panose="02000503030000020004" pitchFamily="34" charset="-120"/>
              </a:rPr>
              <a:t>Recorded Interactions</a:t>
            </a:r>
            <a:endParaRPr lang="en-US" sz="1600" dirty="0"/>
          </a:p>
        </p:txBody>
      </p:sp>
      <p:sp>
        <p:nvSpPr>
          <p:cNvPr id="22" name="Shape 20"/>
          <p:cNvSpPr/>
          <p:nvPr/>
        </p:nvSpPr>
        <p:spPr>
          <a:xfrm>
            <a:off x="5271491" y="1787906"/>
            <a:ext cx="3119326" cy="456487"/>
          </a:xfrm>
          <a:custGeom>
            <a:avLst/>
            <a:gdLst/>
            <a:ahLst/>
            <a:cxnLst/>
            <a:rect l="l" t="t" r="r" b="b"/>
            <a:pathLst>
              <a:path w="3119326" h="456487">
                <a:moveTo>
                  <a:pt x="38039" y="0"/>
                </a:moveTo>
                <a:lnTo>
                  <a:pt x="3081287" y="0"/>
                </a:lnTo>
                <a:cubicBezTo>
                  <a:pt x="3102295" y="0"/>
                  <a:pt x="3119326" y="17031"/>
                  <a:pt x="3119326" y="38039"/>
                </a:cubicBezTo>
                <a:lnTo>
                  <a:pt x="3119326" y="418448"/>
                </a:lnTo>
                <a:cubicBezTo>
                  <a:pt x="3119326" y="439456"/>
                  <a:pt x="3102295" y="456487"/>
                  <a:pt x="3081287" y="456487"/>
                </a:cubicBezTo>
                <a:lnTo>
                  <a:pt x="38039" y="456487"/>
                </a:lnTo>
                <a:cubicBezTo>
                  <a:pt x="17031" y="456487"/>
                  <a:pt x="0" y="439456"/>
                  <a:pt x="0" y="418448"/>
                </a:cubicBezTo>
                <a:lnTo>
                  <a:pt x="0" y="38039"/>
                </a:lnTo>
                <a:cubicBezTo>
                  <a:pt x="0" y="17045"/>
                  <a:pt x="17045" y="0"/>
                  <a:pt x="38039" y="0"/>
                </a:cubicBezTo>
                <a:close/>
              </a:path>
            </a:pathLst>
          </a:custGeom>
          <a:solidFill>
            <a:srgbClr val="2D3748">
              <a:alpha val="5098"/>
            </a:srgbClr>
          </a:solidFill>
        </p:spPr>
      </p:sp>
      <p:sp>
        <p:nvSpPr>
          <p:cNvPr id="23" name="Shape 21"/>
          <p:cNvSpPr/>
          <p:nvPr/>
        </p:nvSpPr>
        <p:spPr>
          <a:xfrm>
            <a:off x="5414143" y="1940069"/>
            <a:ext cx="133142" cy="152162"/>
          </a:xfrm>
          <a:custGeom>
            <a:avLst/>
            <a:gdLst/>
            <a:ahLst/>
            <a:cxnLst/>
            <a:rect l="l" t="t" r="r" b="b"/>
            <a:pathLst>
              <a:path w="133142" h="152162">
                <a:moveTo>
                  <a:pt x="38041" y="11888"/>
                </a:moveTo>
                <a:cubicBezTo>
                  <a:pt x="38041" y="5320"/>
                  <a:pt x="43360" y="0"/>
                  <a:pt x="49928" y="0"/>
                </a:cubicBezTo>
                <a:cubicBezTo>
                  <a:pt x="56496" y="0"/>
                  <a:pt x="61816" y="5320"/>
                  <a:pt x="61816" y="11888"/>
                </a:cubicBezTo>
                <a:lnTo>
                  <a:pt x="61816" y="55932"/>
                </a:lnTo>
                <a:cubicBezTo>
                  <a:pt x="64342" y="53673"/>
                  <a:pt x="67671" y="52306"/>
                  <a:pt x="71326" y="52306"/>
                </a:cubicBezTo>
                <a:cubicBezTo>
                  <a:pt x="77448" y="52306"/>
                  <a:pt x="82679" y="56169"/>
                  <a:pt x="84700" y="61578"/>
                </a:cubicBezTo>
                <a:cubicBezTo>
                  <a:pt x="87315" y="58814"/>
                  <a:pt x="91000" y="57061"/>
                  <a:pt x="95101" y="57061"/>
                </a:cubicBezTo>
                <a:cubicBezTo>
                  <a:pt x="102620" y="57061"/>
                  <a:pt x="108772" y="62856"/>
                  <a:pt x="109337" y="70226"/>
                </a:cubicBezTo>
                <a:cubicBezTo>
                  <a:pt x="111863" y="67938"/>
                  <a:pt x="115221" y="66571"/>
                  <a:pt x="118877" y="66571"/>
                </a:cubicBezTo>
                <a:cubicBezTo>
                  <a:pt x="126752" y="66571"/>
                  <a:pt x="133142" y="72961"/>
                  <a:pt x="133142" y="80836"/>
                </a:cubicBezTo>
                <a:lnTo>
                  <a:pt x="133142" y="114122"/>
                </a:lnTo>
                <a:cubicBezTo>
                  <a:pt x="133142" y="135133"/>
                  <a:pt x="116113" y="152162"/>
                  <a:pt x="95101" y="152162"/>
                </a:cubicBezTo>
                <a:lnTo>
                  <a:pt x="69751" y="152162"/>
                </a:lnTo>
                <a:cubicBezTo>
                  <a:pt x="68265" y="152162"/>
                  <a:pt x="66809" y="152073"/>
                  <a:pt x="65382" y="151865"/>
                </a:cubicBezTo>
                <a:cubicBezTo>
                  <a:pt x="48948" y="150201"/>
                  <a:pt x="33820" y="141761"/>
                  <a:pt x="23775" y="128387"/>
                </a:cubicBezTo>
                <a:lnTo>
                  <a:pt x="2378" y="99856"/>
                </a:lnTo>
                <a:cubicBezTo>
                  <a:pt x="-1575" y="94596"/>
                  <a:pt x="-505" y="87166"/>
                  <a:pt x="4755" y="83214"/>
                </a:cubicBezTo>
                <a:cubicBezTo>
                  <a:pt x="10015" y="79261"/>
                  <a:pt x="17445" y="80331"/>
                  <a:pt x="21398" y="85591"/>
                </a:cubicBezTo>
                <a:lnTo>
                  <a:pt x="38041" y="107791"/>
                </a:lnTo>
                <a:lnTo>
                  <a:pt x="38041" y="11888"/>
                </a:lnTo>
                <a:close/>
                <a:moveTo>
                  <a:pt x="71326" y="90346"/>
                </a:moveTo>
                <a:cubicBezTo>
                  <a:pt x="71326" y="87731"/>
                  <a:pt x="69186" y="85591"/>
                  <a:pt x="66571" y="85591"/>
                </a:cubicBezTo>
                <a:cubicBezTo>
                  <a:pt x="63956" y="85591"/>
                  <a:pt x="61816" y="87731"/>
                  <a:pt x="61816" y="90346"/>
                </a:cubicBezTo>
                <a:lnTo>
                  <a:pt x="61816" y="118877"/>
                </a:lnTo>
                <a:cubicBezTo>
                  <a:pt x="61816" y="121492"/>
                  <a:pt x="63956" y="123632"/>
                  <a:pt x="66571" y="123632"/>
                </a:cubicBezTo>
                <a:cubicBezTo>
                  <a:pt x="69186" y="123632"/>
                  <a:pt x="71326" y="121492"/>
                  <a:pt x="71326" y="118877"/>
                </a:cubicBezTo>
                <a:lnTo>
                  <a:pt x="71326" y="90346"/>
                </a:lnTo>
                <a:close/>
                <a:moveTo>
                  <a:pt x="85591" y="85591"/>
                </a:moveTo>
                <a:cubicBezTo>
                  <a:pt x="82976" y="85591"/>
                  <a:pt x="80836" y="87731"/>
                  <a:pt x="80836" y="90346"/>
                </a:cubicBezTo>
                <a:lnTo>
                  <a:pt x="80836" y="118877"/>
                </a:lnTo>
                <a:cubicBezTo>
                  <a:pt x="80836" y="121492"/>
                  <a:pt x="82976" y="123632"/>
                  <a:pt x="85591" y="123632"/>
                </a:cubicBezTo>
                <a:cubicBezTo>
                  <a:pt x="88207" y="123632"/>
                  <a:pt x="90346" y="121492"/>
                  <a:pt x="90346" y="118877"/>
                </a:cubicBezTo>
                <a:lnTo>
                  <a:pt x="90346" y="90346"/>
                </a:lnTo>
                <a:cubicBezTo>
                  <a:pt x="90346" y="87731"/>
                  <a:pt x="88207" y="85591"/>
                  <a:pt x="85591" y="85591"/>
                </a:cubicBezTo>
                <a:close/>
                <a:moveTo>
                  <a:pt x="109367" y="90346"/>
                </a:moveTo>
                <a:cubicBezTo>
                  <a:pt x="109367" y="87731"/>
                  <a:pt x="107227" y="85591"/>
                  <a:pt x="104612" y="85591"/>
                </a:cubicBezTo>
                <a:cubicBezTo>
                  <a:pt x="101996" y="85591"/>
                  <a:pt x="99856" y="87731"/>
                  <a:pt x="99856" y="90346"/>
                </a:cubicBezTo>
                <a:lnTo>
                  <a:pt x="99856" y="118877"/>
                </a:lnTo>
                <a:cubicBezTo>
                  <a:pt x="99856" y="121492"/>
                  <a:pt x="101996" y="123632"/>
                  <a:pt x="104612" y="123632"/>
                </a:cubicBezTo>
                <a:cubicBezTo>
                  <a:pt x="107227" y="123632"/>
                  <a:pt x="109367" y="121492"/>
                  <a:pt x="109367" y="118877"/>
                </a:cubicBezTo>
                <a:lnTo>
                  <a:pt x="109367" y="90346"/>
                </a:lnTo>
                <a:close/>
              </a:path>
            </a:pathLst>
          </a:custGeom>
          <a:solidFill>
            <a:srgbClr val="4A5568"/>
          </a:solidFill>
        </p:spPr>
      </p:sp>
      <p:sp>
        <p:nvSpPr>
          <p:cNvPr id="24" name="Text 22"/>
          <p:cNvSpPr/>
          <p:nvPr/>
        </p:nvSpPr>
        <p:spPr>
          <a:xfrm>
            <a:off x="5651897" y="1902028"/>
            <a:ext cx="1160237" cy="228243"/>
          </a:xfrm>
          <a:prstGeom prst="rect">
            <a:avLst/>
          </a:prstGeom>
          <a:noFill/>
        </p:spPr>
        <p:txBody>
          <a:bodyPr wrap="square" lIns="0" tIns="0" rIns="0" bIns="0" rtlCol="0" anchor="ctr"/>
          <a:lstStyle/>
          <a:p>
            <a:pPr>
              <a:lnSpc>
                <a:spcPct val="120000"/>
              </a:lnSpc>
            </a:pPr>
            <a:r>
              <a:rPr lang="en-US" sz="1200" dirty="0">
                <a:solidFill>
                  <a:srgbClr val="1A202C"/>
                </a:solidFill>
                <a:latin typeface="Quattrocento Sans" panose="020B0502050000020003" pitchFamily="34" charset="0"/>
                <a:ea typeface="Quattrocento Sans" panose="020B0502050000020003" pitchFamily="34" charset="-122"/>
                <a:cs typeface="Quattrocento Sans" panose="020B0502050000020003" pitchFamily="34" charset="-120"/>
              </a:rPr>
              <a:t>Click Operations</a:t>
            </a:r>
            <a:endParaRPr lang="en-US" sz="1600" dirty="0"/>
          </a:p>
        </p:txBody>
      </p:sp>
      <p:sp>
        <p:nvSpPr>
          <p:cNvPr id="25" name="Shape 23"/>
          <p:cNvSpPr/>
          <p:nvPr/>
        </p:nvSpPr>
        <p:spPr>
          <a:xfrm>
            <a:off x="8502363" y="1787906"/>
            <a:ext cx="3119326" cy="456487"/>
          </a:xfrm>
          <a:custGeom>
            <a:avLst/>
            <a:gdLst/>
            <a:ahLst/>
            <a:cxnLst/>
            <a:rect l="l" t="t" r="r" b="b"/>
            <a:pathLst>
              <a:path w="3119326" h="456487">
                <a:moveTo>
                  <a:pt x="38039" y="0"/>
                </a:moveTo>
                <a:lnTo>
                  <a:pt x="3081287" y="0"/>
                </a:lnTo>
                <a:cubicBezTo>
                  <a:pt x="3102295" y="0"/>
                  <a:pt x="3119326" y="17031"/>
                  <a:pt x="3119326" y="38039"/>
                </a:cubicBezTo>
                <a:lnTo>
                  <a:pt x="3119326" y="418448"/>
                </a:lnTo>
                <a:cubicBezTo>
                  <a:pt x="3119326" y="439456"/>
                  <a:pt x="3102295" y="456487"/>
                  <a:pt x="3081287" y="456487"/>
                </a:cubicBezTo>
                <a:lnTo>
                  <a:pt x="38039" y="456487"/>
                </a:lnTo>
                <a:cubicBezTo>
                  <a:pt x="17031" y="456487"/>
                  <a:pt x="0" y="439456"/>
                  <a:pt x="0" y="418448"/>
                </a:cubicBezTo>
                <a:lnTo>
                  <a:pt x="0" y="38039"/>
                </a:lnTo>
                <a:cubicBezTo>
                  <a:pt x="0" y="17045"/>
                  <a:pt x="17045" y="0"/>
                  <a:pt x="38039" y="0"/>
                </a:cubicBezTo>
                <a:close/>
              </a:path>
            </a:pathLst>
          </a:custGeom>
          <a:solidFill>
            <a:srgbClr val="2D3748">
              <a:alpha val="5098"/>
            </a:srgbClr>
          </a:solidFill>
        </p:spPr>
      </p:sp>
      <p:sp>
        <p:nvSpPr>
          <p:cNvPr id="26" name="Shape 24"/>
          <p:cNvSpPr/>
          <p:nvPr/>
        </p:nvSpPr>
        <p:spPr>
          <a:xfrm>
            <a:off x="8625995" y="1940069"/>
            <a:ext cx="171183" cy="152162"/>
          </a:xfrm>
          <a:custGeom>
            <a:avLst/>
            <a:gdLst/>
            <a:ahLst/>
            <a:cxnLst/>
            <a:rect l="l" t="t" r="r" b="b"/>
            <a:pathLst>
              <a:path w="171183" h="152162">
                <a:moveTo>
                  <a:pt x="19020" y="19020"/>
                </a:moveTo>
                <a:cubicBezTo>
                  <a:pt x="8529" y="19020"/>
                  <a:pt x="0" y="27550"/>
                  <a:pt x="0" y="38041"/>
                </a:cubicBezTo>
                <a:lnTo>
                  <a:pt x="0" y="114122"/>
                </a:lnTo>
                <a:cubicBezTo>
                  <a:pt x="0" y="124613"/>
                  <a:pt x="8529" y="133142"/>
                  <a:pt x="19020" y="133142"/>
                </a:cubicBezTo>
                <a:lnTo>
                  <a:pt x="152162" y="133142"/>
                </a:lnTo>
                <a:cubicBezTo>
                  <a:pt x="162653" y="133142"/>
                  <a:pt x="171183" y="124613"/>
                  <a:pt x="171183" y="114122"/>
                </a:cubicBezTo>
                <a:lnTo>
                  <a:pt x="171183" y="38041"/>
                </a:lnTo>
                <a:cubicBezTo>
                  <a:pt x="171183" y="27550"/>
                  <a:pt x="162653" y="19020"/>
                  <a:pt x="152162" y="19020"/>
                </a:cubicBezTo>
                <a:lnTo>
                  <a:pt x="19020" y="19020"/>
                </a:lnTo>
                <a:close/>
                <a:moveTo>
                  <a:pt x="23775" y="38041"/>
                </a:moveTo>
                <a:lnTo>
                  <a:pt x="33285" y="38041"/>
                </a:lnTo>
                <a:cubicBezTo>
                  <a:pt x="35901" y="38041"/>
                  <a:pt x="38041" y="40180"/>
                  <a:pt x="38041" y="42796"/>
                </a:cubicBezTo>
                <a:lnTo>
                  <a:pt x="38041" y="52306"/>
                </a:lnTo>
                <a:cubicBezTo>
                  <a:pt x="38041" y="54921"/>
                  <a:pt x="35901" y="57061"/>
                  <a:pt x="33285" y="57061"/>
                </a:cubicBezTo>
                <a:lnTo>
                  <a:pt x="23775" y="57061"/>
                </a:lnTo>
                <a:cubicBezTo>
                  <a:pt x="21160" y="57061"/>
                  <a:pt x="19020" y="54921"/>
                  <a:pt x="19020" y="52306"/>
                </a:cubicBezTo>
                <a:lnTo>
                  <a:pt x="19020" y="42796"/>
                </a:lnTo>
                <a:cubicBezTo>
                  <a:pt x="19020" y="40180"/>
                  <a:pt x="21160" y="38041"/>
                  <a:pt x="23775" y="38041"/>
                </a:cubicBezTo>
                <a:close/>
                <a:moveTo>
                  <a:pt x="19020" y="71326"/>
                </a:moveTo>
                <a:cubicBezTo>
                  <a:pt x="19020" y="68711"/>
                  <a:pt x="21160" y="66571"/>
                  <a:pt x="23775" y="66571"/>
                </a:cubicBezTo>
                <a:lnTo>
                  <a:pt x="33285" y="66571"/>
                </a:lnTo>
                <a:cubicBezTo>
                  <a:pt x="35901" y="66571"/>
                  <a:pt x="38041" y="68711"/>
                  <a:pt x="38041" y="71326"/>
                </a:cubicBezTo>
                <a:lnTo>
                  <a:pt x="38041" y="80836"/>
                </a:lnTo>
                <a:cubicBezTo>
                  <a:pt x="38041" y="83451"/>
                  <a:pt x="35901" y="85591"/>
                  <a:pt x="33285" y="85591"/>
                </a:cubicBezTo>
                <a:lnTo>
                  <a:pt x="23775" y="85591"/>
                </a:lnTo>
                <a:cubicBezTo>
                  <a:pt x="21160" y="85591"/>
                  <a:pt x="19020" y="83451"/>
                  <a:pt x="19020" y="80836"/>
                </a:cubicBezTo>
                <a:lnTo>
                  <a:pt x="19020" y="71326"/>
                </a:lnTo>
                <a:close/>
                <a:moveTo>
                  <a:pt x="52306" y="38041"/>
                </a:moveTo>
                <a:lnTo>
                  <a:pt x="61816" y="38041"/>
                </a:lnTo>
                <a:cubicBezTo>
                  <a:pt x="64431" y="38041"/>
                  <a:pt x="66571" y="40180"/>
                  <a:pt x="66571" y="42796"/>
                </a:cubicBezTo>
                <a:lnTo>
                  <a:pt x="66571" y="52306"/>
                </a:lnTo>
                <a:cubicBezTo>
                  <a:pt x="66571" y="54921"/>
                  <a:pt x="64431" y="57061"/>
                  <a:pt x="61816" y="57061"/>
                </a:cubicBezTo>
                <a:lnTo>
                  <a:pt x="52306" y="57061"/>
                </a:lnTo>
                <a:cubicBezTo>
                  <a:pt x="49690" y="57061"/>
                  <a:pt x="47551" y="54921"/>
                  <a:pt x="47551" y="52306"/>
                </a:cubicBezTo>
                <a:lnTo>
                  <a:pt x="47551" y="42796"/>
                </a:lnTo>
                <a:cubicBezTo>
                  <a:pt x="47551" y="40180"/>
                  <a:pt x="49690" y="38041"/>
                  <a:pt x="52306" y="38041"/>
                </a:cubicBezTo>
                <a:close/>
                <a:moveTo>
                  <a:pt x="47551" y="71326"/>
                </a:moveTo>
                <a:cubicBezTo>
                  <a:pt x="47551" y="68711"/>
                  <a:pt x="49690" y="66571"/>
                  <a:pt x="52306" y="66571"/>
                </a:cubicBezTo>
                <a:lnTo>
                  <a:pt x="61816" y="66571"/>
                </a:lnTo>
                <a:cubicBezTo>
                  <a:pt x="64431" y="66571"/>
                  <a:pt x="66571" y="68711"/>
                  <a:pt x="66571" y="71326"/>
                </a:cubicBezTo>
                <a:lnTo>
                  <a:pt x="66571" y="80836"/>
                </a:lnTo>
                <a:cubicBezTo>
                  <a:pt x="66571" y="83451"/>
                  <a:pt x="64431" y="85591"/>
                  <a:pt x="61816" y="85591"/>
                </a:cubicBezTo>
                <a:lnTo>
                  <a:pt x="52306" y="85591"/>
                </a:lnTo>
                <a:cubicBezTo>
                  <a:pt x="49690" y="85591"/>
                  <a:pt x="47551" y="83451"/>
                  <a:pt x="47551" y="80836"/>
                </a:cubicBezTo>
                <a:lnTo>
                  <a:pt x="47551" y="71326"/>
                </a:lnTo>
                <a:close/>
                <a:moveTo>
                  <a:pt x="52306" y="95101"/>
                </a:moveTo>
                <a:lnTo>
                  <a:pt x="118877" y="95101"/>
                </a:lnTo>
                <a:cubicBezTo>
                  <a:pt x="121492" y="95101"/>
                  <a:pt x="123632" y="97241"/>
                  <a:pt x="123632" y="99856"/>
                </a:cubicBezTo>
                <a:lnTo>
                  <a:pt x="123632" y="109367"/>
                </a:lnTo>
                <a:cubicBezTo>
                  <a:pt x="123632" y="111982"/>
                  <a:pt x="121492" y="114122"/>
                  <a:pt x="118877" y="114122"/>
                </a:cubicBezTo>
                <a:lnTo>
                  <a:pt x="52306" y="114122"/>
                </a:lnTo>
                <a:cubicBezTo>
                  <a:pt x="49690" y="114122"/>
                  <a:pt x="47551" y="111982"/>
                  <a:pt x="47551" y="109367"/>
                </a:cubicBezTo>
                <a:lnTo>
                  <a:pt x="47551" y="99856"/>
                </a:lnTo>
                <a:cubicBezTo>
                  <a:pt x="47551" y="97241"/>
                  <a:pt x="49690" y="95101"/>
                  <a:pt x="52306" y="95101"/>
                </a:cubicBezTo>
                <a:close/>
                <a:moveTo>
                  <a:pt x="76081" y="42796"/>
                </a:moveTo>
                <a:cubicBezTo>
                  <a:pt x="76081" y="40180"/>
                  <a:pt x="78221" y="38041"/>
                  <a:pt x="80836" y="38041"/>
                </a:cubicBezTo>
                <a:lnTo>
                  <a:pt x="90346" y="38041"/>
                </a:lnTo>
                <a:cubicBezTo>
                  <a:pt x="92962" y="38041"/>
                  <a:pt x="95101" y="40180"/>
                  <a:pt x="95101" y="42796"/>
                </a:cubicBezTo>
                <a:lnTo>
                  <a:pt x="95101" y="52306"/>
                </a:lnTo>
                <a:cubicBezTo>
                  <a:pt x="95101" y="54921"/>
                  <a:pt x="92962" y="57061"/>
                  <a:pt x="90346" y="57061"/>
                </a:cubicBezTo>
                <a:lnTo>
                  <a:pt x="80836" y="57061"/>
                </a:lnTo>
                <a:cubicBezTo>
                  <a:pt x="78221" y="57061"/>
                  <a:pt x="76081" y="54921"/>
                  <a:pt x="76081" y="52306"/>
                </a:cubicBezTo>
                <a:lnTo>
                  <a:pt x="76081" y="42796"/>
                </a:lnTo>
                <a:close/>
                <a:moveTo>
                  <a:pt x="80836" y="66571"/>
                </a:moveTo>
                <a:lnTo>
                  <a:pt x="90346" y="66571"/>
                </a:lnTo>
                <a:cubicBezTo>
                  <a:pt x="92962" y="66571"/>
                  <a:pt x="95101" y="68711"/>
                  <a:pt x="95101" y="71326"/>
                </a:cubicBezTo>
                <a:lnTo>
                  <a:pt x="95101" y="80836"/>
                </a:lnTo>
                <a:cubicBezTo>
                  <a:pt x="95101" y="83451"/>
                  <a:pt x="92962" y="85591"/>
                  <a:pt x="90346" y="85591"/>
                </a:cubicBezTo>
                <a:lnTo>
                  <a:pt x="80836" y="85591"/>
                </a:lnTo>
                <a:cubicBezTo>
                  <a:pt x="78221" y="85591"/>
                  <a:pt x="76081" y="83451"/>
                  <a:pt x="76081" y="80836"/>
                </a:cubicBezTo>
                <a:lnTo>
                  <a:pt x="76081" y="71326"/>
                </a:lnTo>
                <a:cubicBezTo>
                  <a:pt x="76081" y="68711"/>
                  <a:pt x="78221" y="66571"/>
                  <a:pt x="80836" y="66571"/>
                </a:cubicBezTo>
                <a:close/>
                <a:moveTo>
                  <a:pt x="104612" y="42796"/>
                </a:moveTo>
                <a:cubicBezTo>
                  <a:pt x="104612" y="40180"/>
                  <a:pt x="106751" y="38041"/>
                  <a:pt x="109367" y="38041"/>
                </a:cubicBezTo>
                <a:lnTo>
                  <a:pt x="118877" y="38041"/>
                </a:lnTo>
                <a:cubicBezTo>
                  <a:pt x="121492" y="38041"/>
                  <a:pt x="123632" y="40180"/>
                  <a:pt x="123632" y="42796"/>
                </a:cubicBezTo>
                <a:lnTo>
                  <a:pt x="123632" y="52306"/>
                </a:lnTo>
                <a:cubicBezTo>
                  <a:pt x="123632" y="54921"/>
                  <a:pt x="121492" y="57061"/>
                  <a:pt x="118877" y="57061"/>
                </a:cubicBezTo>
                <a:lnTo>
                  <a:pt x="109367" y="57061"/>
                </a:lnTo>
                <a:cubicBezTo>
                  <a:pt x="106751" y="57061"/>
                  <a:pt x="104612" y="54921"/>
                  <a:pt x="104612" y="52306"/>
                </a:cubicBezTo>
                <a:lnTo>
                  <a:pt x="104612" y="42796"/>
                </a:lnTo>
                <a:close/>
                <a:moveTo>
                  <a:pt x="109367" y="66571"/>
                </a:moveTo>
                <a:lnTo>
                  <a:pt x="118877" y="66571"/>
                </a:lnTo>
                <a:cubicBezTo>
                  <a:pt x="121492" y="66571"/>
                  <a:pt x="123632" y="68711"/>
                  <a:pt x="123632" y="71326"/>
                </a:cubicBezTo>
                <a:lnTo>
                  <a:pt x="123632" y="80836"/>
                </a:lnTo>
                <a:cubicBezTo>
                  <a:pt x="123632" y="83451"/>
                  <a:pt x="121492" y="85591"/>
                  <a:pt x="118877" y="85591"/>
                </a:cubicBezTo>
                <a:lnTo>
                  <a:pt x="109367" y="85591"/>
                </a:lnTo>
                <a:cubicBezTo>
                  <a:pt x="106751" y="85591"/>
                  <a:pt x="104612" y="83451"/>
                  <a:pt x="104612" y="80836"/>
                </a:cubicBezTo>
                <a:lnTo>
                  <a:pt x="104612" y="71326"/>
                </a:lnTo>
                <a:cubicBezTo>
                  <a:pt x="104612" y="68711"/>
                  <a:pt x="106751" y="66571"/>
                  <a:pt x="109367" y="66571"/>
                </a:cubicBezTo>
                <a:close/>
                <a:moveTo>
                  <a:pt x="133142" y="42796"/>
                </a:moveTo>
                <a:cubicBezTo>
                  <a:pt x="133142" y="40180"/>
                  <a:pt x="135282" y="38041"/>
                  <a:pt x="137897" y="38041"/>
                </a:cubicBezTo>
                <a:lnTo>
                  <a:pt x="147407" y="38041"/>
                </a:lnTo>
                <a:cubicBezTo>
                  <a:pt x="150022" y="38041"/>
                  <a:pt x="152162" y="40180"/>
                  <a:pt x="152162" y="42796"/>
                </a:cubicBezTo>
                <a:lnTo>
                  <a:pt x="152162" y="52306"/>
                </a:lnTo>
                <a:cubicBezTo>
                  <a:pt x="152162" y="54921"/>
                  <a:pt x="150022" y="57061"/>
                  <a:pt x="147407" y="57061"/>
                </a:cubicBezTo>
                <a:lnTo>
                  <a:pt x="137897" y="57061"/>
                </a:lnTo>
                <a:cubicBezTo>
                  <a:pt x="135282" y="57061"/>
                  <a:pt x="133142" y="54921"/>
                  <a:pt x="133142" y="52306"/>
                </a:cubicBezTo>
                <a:lnTo>
                  <a:pt x="133142" y="42796"/>
                </a:lnTo>
                <a:close/>
                <a:moveTo>
                  <a:pt x="137897" y="66571"/>
                </a:moveTo>
                <a:lnTo>
                  <a:pt x="147407" y="66571"/>
                </a:lnTo>
                <a:cubicBezTo>
                  <a:pt x="150022" y="66571"/>
                  <a:pt x="152162" y="68711"/>
                  <a:pt x="152162" y="71326"/>
                </a:cubicBezTo>
                <a:lnTo>
                  <a:pt x="152162" y="80836"/>
                </a:lnTo>
                <a:cubicBezTo>
                  <a:pt x="152162" y="83451"/>
                  <a:pt x="150022" y="85591"/>
                  <a:pt x="147407" y="85591"/>
                </a:cubicBezTo>
                <a:lnTo>
                  <a:pt x="137897" y="85591"/>
                </a:lnTo>
                <a:cubicBezTo>
                  <a:pt x="135282" y="85591"/>
                  <a:pt x="133142" y="83451"/>
                  <a:pt x="133142" y="80836"/>
                </a:cubicBezTo>
                <a:lnTo>
                  <a:pt x="133142" y="71326"/>
                </a:lnTo>
                <a:cubicBezTo>
                  <a:pt x="133142" y="68711"/>
                  <a:pt x="135282" y="66571"/>
                  <a:pt x="137897" y="66571"/>
                </a:cubicBezTo>
                <a:close/>
              </a:path>
            </a:pathLst>
          </a:custGeom>
          <a:solidFill>
            <a:srgbClr val="4A5568"/>
          </a:solidFill>
        </p:spPr>
      </p:sp>
      <p:sp>
        <p:nvSpPr>
          <p:cNvPr id="27" name="Text 25"/>
          <p:cNvSpPr/>
          <p:nvPr/>
        </p:nvSpPr>
        <p:spPr>
          <a:xfrm>
            <a:off x="8882768" y="1902028"/>
            <a:ext cx="741791" cy="228243"/>
          </a:xfrm>
          <a:prstGeom prst="rect">
            <a:avLst/>
          </a:prstGeom>
          <a:noFill/>
        </p:spPr>
        <p:txBody>
          <a:bodyPr wrap="square" lIns="0" tIns="0" rIns="0" bIns="0" rtlCol="0" anchor="ctr"/>
          <a:lstStyle/>
          <a:p>
            <a:pPr>
              <a:lnSpc>
                <a:spcPct val="120000"/>
              </a:lnSpc>
            </a:pPr>
            <a:r>
              <a:rPr lang="en-US" sz="1200" dirty="0">
                <a:solidFill>
                  <a:srgbClr val="1A202C"/>
                </a:solidFill>
                <a:latin typeface="Quattrocento Sans" panose="020B0502050000020003" pitchFamily="34" charset="0"/>
                <a:ea typeface="Quattrocento Sans" panose="020B0502050000020003" pitchFamily="34" charset="-122"/>
                <a:cs typeface="Quattrocento Sans" panose="020B0502050000020003" pitchFamily="34" charset="-120"/>
              </a:rPr>
              <a:t>Text Input</a:t>
            </a:r>
            <a:endParaRPr lang="en-US" sz="1600" dirty="0"/>
          </a:p>
        </p:txBody>
      </p:sp>
      <p:sp>
        <p:nvSpPr>
          <p:cNvPr id="28" name="Shape 26"/>
          <p:cNvSpPr/>
          <p:nvPr/>
        </p:nvSpPr>
        <p:spPr>
          <a:xfrm>
            <a:off x="5271491" y="2358515"/>
            <a:ext cx="3119326" cy="456487"/>
          </a:xfrm>
          <a:custGeom>
            <a:avLst/>
            <a:gdLst/>
            <a:ahLst/>
            <a:cxnLst/>
            <a:rect l="l" t="t" r="r" b="b"/>
            <a:pathLst>
              <a:path w="3119326" h="456487">
                <a:moveTo>
                  <a:pt x="38039" y="0"/>
                </a:moveTo>
                <a:lnTo>
                  <a:pt x="3081287" y="0"/>
                </a:lnTo>
                <a:cubicBezTo>
                  <a:pt x="3102295" y="0"/>
                  <a:pt x="3119326" y="17031"/>
                  <a:pt x="3119326" y="38039"/>
                </a:cubicBezTo>
                <a:lnTo>
                  <a:pt x="3119326" y="418448"/>
                </a:lnTo>
                <a:cubicBezTo>
                  <a:pt x="3119326" y="439456"/>
                  <a:pt x="3102295" y="456487"/>
                  <a:pt x="3081287" y="456487"/>
                </a:cubicBezTo>
                <a:lnTo>
                  <a:pt x="38039" y="456487"/>
                </a:lnTo>
                <a:cubicBezTo>
                  <a:pt x="17031" y="456487"/>
                  <a:pt x="0" y="439456"/>
                  <a:pt x="0" y="418448"/>
                </a:cubicBezTo>
                <a:lnTo>
                  <a:pt x="0" y="38039"/>
                </a:lnTo>
                <a:cubicBezTo>
                  <a:pt x="0" y="17045"/>
                  <a:pt x="17045" y="0"/>
                  <a:pt x="38039" y="0"/>
                </a:cubicBezTo>
                <a:close/>
              </a:path>
            </a:pathLst>
          </a:custGeom>
          <a:solidFill>
            <a:srgbClr val="2D3748">
              <a:alpha val="5098"/>
            </a:srgbClr>
          </a:solidFill>
        </p:spPr>
      </p:sp>
      <p:sp>
        <p:nvSpPr>
          <p:cNvPr id="29" name="Shape 27"/>
          <p:cNvSpPr/>
          <p:nvPr/>
        </p:nvSpPr>
        <p:spPr>
          <a:xfrm>
            <a:off x="5404633" y="2510677"/>
            <a:ext cx="152162" cy="152162"/>
          </a:xfrm>
          <a:custGeom>
            <a:avLst/>
            <a:gdLst/>
            <a:ahLst/>
            <a:cxnLst/>
            <a:rect l="l" t="t" r="r" b="b"/>
            <a:pathLst>
              <a:path w="152162" h="152162">
                <a:moveTo>
                  <a:pt x="11888" y="14265"/>
                </a:moveTo>
                <a:cubicBezTo>
                  <a:pt x="7935" y="14265"/>
                  <a:pt x="4755" y="17445"/>
                  <a:pt x="4755" y="21398"/>
                </a:cubicBezTo>
                <a:lnTo>
                  <a:pt x="4755" y="35663"/>
                </a:lnTo>
                <a:cubicBezTo>
                  <a:pt x="4755" y="39616"/>
                  <a:pt x="7935" y="42796"/>
                  <a:pt x="11888" y="42796"/>
                </a:cubicBezTo>
                <a:lnTo>
                  <a:pt x="26153" y="42796"/>
                </a:lnTo>
                <a:cubicBezTo>
                  <a:pt x="30106" y="42796"/>
                  <a:pt x="33285" y="39616"/>
                  <a:pt x="33285" y="35663"/>
                </a:cubicBezTo>
                <a:lnTo>
                  <a:pt x="33285" y="21398"/>
                </a:lnTo>
                <a:cubicBezTo>
                  <a:pt x="33285" y="17445"/>
                  <a:pt x="30106" y="14265"/>
                  <a:pt x="26153" y="14265"/>
                </a:cubicBezTo>
                <a:lnTo>
                  <a:pt x="11888" y="14265"/>
                </a:lnTo>
                <a:close/>
                <a:moveTo>
                  <a:pt x="57061" y="19020"/>
                </a:moveTo>
                <a:cubicBezTo>
                  <a:pt x="51801" y="19020"/>
                  <a:pt x="47551" y="23270"/>
                  <a:pt x="47551" y="28530"/>
                </a:cubicBezTo>
                <a:cubicBezTo>
                  <a:pt x="47551" y="33791"/>
                  <a:pt x="51801" y="38041"/>
                  <a:pt x="57061" y="38041"/>
                </a:cubicBezTo>
                <a:lnTo>
                  <a:pt x="142652" y="38041"/>
                </a:lnTo>
                <a:cubicBezTo>
                  <a:pt x="147912" y="38041"/>
                  <a:pt x="152162" y="33791"/>
                  <a:pt x="152162" y="28530"/>
                </a:cubicBezTo>
                <a:cubicBezTo>
                  <a:pt x="152162" y="23270"/>
                  <a:pt x="147912" y="19020"/>
                  <a:pt x="142652" y="19020"/>
                </a:cubicBezTo>
                <a:lnTo>
                  <a:pt x="57061" y="19020"/>
                </a:lnTo>
                <a:close/>
                <a:moveTo>
                  <a:pt x="57061" y="66571"/>
                </a:moveTo>
                <a:cubicBezTo>
                  <a:pt x="51801" y="66571"/>
                  <a:pt x="47551" y="70821"/>
                  <a:pt x="47551" y="76081"/>
                </a:cubicBezTo>
                <a:cubicBezTo>
                  <a:pt x="47551" y="81341"/>
                  <a:pt x="51801" y="85591"/>
                  <a:pt x="57061" y="85591"/>
                </a:cubicBezTo>
                <a:lnTo>
                  <a:pt x="142652" y="85591"/>
                </a:lnTo>
                <a:cubicBezTo>
                  <a:pt x="147912" y="85591"/>
                  <a:pt x="152162" y="81341"/>
                  <a:pt x="152162" y="76081"/>
                </a:cubicBezTo>
                <a:cubicBezTo>
                  <a:pt x="152162" y="70821"/>
                  <a:pt x="147912" y="66571"/>
                  <a:pt x="142652" y="66571"/>
                </a:cubicBezTo>
                <a:lnTo>
                  <a:pt x="57061" y="66571"/>
                </a:lnTo>
                <a:close/>
                <a:moveTo>
                  <a:pt x="57061" y="114122"/>
                </a:moveTo>
                <a:cubicBezTo>
                  <a:pt x="51801" y="114122"/>
                  <a:pt x="47551" y="118372"/>
                  <a:pt x="47551" y="123632"/>
                </a:cubicBezTo>
                <a:cubicBezTo>
                  <a:pt x="47551" y="128892"/>
                  <a:pt x="51801" y="133142"/>
                  <a:pt x="57061" y="133142"/>
                </a:cubicBezTo>
                <a:lnTo>
                  <a:pt x="142652" y="133142"/>
                </a:lnTo>
                <a:cubicBezTo>
                  <a:pt x="147912" y="133142"/>
                  <a:pt x="152162" y="128892"/>
                  <a:pt x="152162" y="123632"/>
                </a:cubicBezTo>
                <a:cubicBezTo>
                  <a:pt x="152162" y="118372"/>
                  <a:pt x="147912" y="114122"/>
                  <a:pt x="142652" y="114122"/>
                </a:cubicBezTo>
                <a:lnTo>
                  <a:pt x="57061" y="114122"/>
                </a:lnTo>
                <a:close/>
                <a:moveTo>
                  <a:pt x="4755" y="68949"/>
                </a:moveTo>
                <a:lnTo>
                  <a:pt x="4755" y="83214"/>
                </a:lnTo>
                <a:cubicBezTo>
                  <a:pt x="4755" y="87166"/>
                  <a:pt x="7935" y="90346"/>
                  <a:pt x="11888" y="90346"/>
                </a:cubicBezTo>
                <a:lnTo>
                  <a:pt x="26153" y="90346"/>
                </a:lnTo>
                <a:cubicBezTo>
                  <a:pt x="30106" y="90346"/>
                  <a:pt x="33285" y="87166"/>
                  <a:pt x="33285" y="83214"/>
                </a:cubicBezTo>
                <a:lnTo>
                  <a:pt x="33285" y="68949"/>
                </a:lnTo>
                <a:cubicBezTo>
                  <a:pt x="33285" y="64996"/>
                  <a:pt x="30106" y="61816"/>
                  <a:pt x="26153" y="61816"/>
                </a:cubicBezTo>
                <a:lnTo>
                  <a:pt x="11888" y="61816"/>
                </a:lnTo>
                <a:cubicBezTo>
                  <a:pt x="7935" y="61816"/>
                  <a:pt x="4755" y="64996"/>
                  <a:pt x="4755" y="68949"/>
                </a:cubicBezTo>
                <a:close/>
                <a:moveTo>
                  <a:pt x="11888" y="109367"/>
                </a:moveTo>
                <a:cubicBezTo>
                  <a:pt x="7935" y="109367"/>
                  <a:pt x="4755" y="112547"/>
                  <a:pt x="4755" y="116499"/>
                </a:cubicBezTo>
                <a:lnTo>
                  <a:pt x="4755" y="130764"/>
                </a:lnTo>
                <a:cubicBezTo>
                  <a:pt x="4755" y="134717"/>
                  <a:pt x="7935" y="137897"/>
                  <a:pt x="11888" y="137897"/>
                </a:cubicBezTo>
                <a:lnTo>
                  <a:pt x="26153" y="137897"/>
                </a:lnTo>
                <a:cubicBezTo>
                  <a:pt x="30106" y="137897"/>
                  <a:pt x="33285" y="134717"/>
                  <a:pt x="33285" y="130764"/>
                </a:cubicBezTo>
                <a:lnTo>
                  <a:pt x="33285" y="116499"/>
                </a:lnTo>
                <a:cubicBezTo>
                  <a:pt x="33285" y="112547"/>
                  <a:pt x="30106" y="109367"/>
                  <a:pt x="26153" y="109367"/>
                </a:cubicBezTo>
                <a:lnTo>
                  <a:pt x="11888" y="109367"/>
                </a:lnTo>
                <a:close/>
              </a:path>
            </a:pathLst>
          </a:custGeom>
          <a:solidFill>
            <a:srgbClr val="4A5568"/>
          </a:solidFill>
        </p:spPr>
      </p:sp>
      <p:sp>
        <p:nvSpPr>
          <p:cNvPr id="30" name="Text 28"/>
          <p:cNvSpPr/>
          <p:nvPr/>
        </p:nvSpPr>
        <p:spPr>
          <a:xfrm>
            <a:off x="5651897" y="2472637"/>
            <a:ext cx="1436031" cy="228243"/>
          </a:xfrm>
          <a:prstGeom prst="rect">
            <a:avLst/>
          </a:prstGeom>
          <a:noFill/>
        </p:spPr>
        <p:txBody>
          <a:bodyPr wrap="square" lIns="0" tIns="0" rIns="0" bIns="0" rtlCol="0" anchor="ctr"/>
          <a:lstStyle/>
          <a:p>
            <a:pPr>
              <a:lnSpc>
                <a:spcPct val="120000"/>
              </a:lnSpc>
            </a:pPr>
            <a:r>
              <a:rPr lang="en-US" sz="1200" dirty="0">
                <a:solidFill>
                  <a:srgbClr val="1A202C"/>
                </a:solidFill>
                <a:latin typeface="Quattrocento Sans" panose="020B0502050000020003" pitchFamily="34" charset="0"/>
                <a:ea typeface="Quattrocento Sans" panose="020B0502050000020003" pitchFamily="34" charset="-122"/>
                <a:cs typeface="Quattrocento Sans" panose="020B0502050000020003" pitchFamily="34" charset="-120"/>
              </a:rPr>
              <a:t>Dropdown Selection</a:t>
            </a:r>
            <a:endParaRPr lang="en-US" sz="1600" dirty="0"/>
          </a:p>
        </p:txBody>
      </p:sp>
      <p:sp>
        <p:nvSpPr>
          <p:cNvPr id="31" name="Shape 29"/>
          <p:cNvSpPr/>
          <p:nvPr/>
        </p:nvSpPr>
        <p:spPr>
          <a:xfrm>
            <a:off x="8502363" y="2358515"/>
            <a:ext cx="3119326" cy="456487"/>
          </a:xfrm>
          <a:custGeom>
            <a:avLst/>
            <a:gdLst/>
            <a:ahLst/>
            <a:cxnLst/>
            <a:rect l="l" t="t" r="r" b="b"/>
            <a:pathLst>
              <a:path w="3119326" h="456487">
                <a:moveTo>
                  <a:pt x="38039" y="0"/>
                </a:moveTo>
                <a:lnTo>
                  <a:pt x="3081287" y="0"/>
                </a:lnTo>
                <a:cubicBezTo>
                  <a:pt x="3102295" y="0"/>
                  <a:pt x="3119326" y="17031"/>
                  <a:pt x="3119326" y="38039"/>
                </a:cubicBezTo>
                <a:lnTo>
                  <a:pt x="3119326" y="418448"/>
                </a:lnTo>
                <a:cubicBezTo>
                  <a:pt x="3119326" y="439456"/>
                  <a:pt x="3102295" y="456487"/>
                  <a:pt x="3081287" y="456487"/>
                </a:cubicBezTo>
                <a:lnTo>
                  <a:pt x="38039" y="456487"/>
                </a:lnTo>
                <a:cubicBezTo>
                  <a:pt x="17031" y="456487"/>
                  <a:pt x="0" y="439456"/>
                  <a:pt x="0" y="418448"/>
                </a:cubicBezTo>
                <a:lnTo>
                  <a:pt x="0" y="38039"/>
                </a:lnTo>
                <a:cubicBezTo>
                  <a:pt x="0" y="17045"/>
                  <a:pt x="17045" y="0"/>
                  <a:pt x="38039" y="0"/>
                </a:cubicBezTo>
                <a:close/>
              </a:path>
            </a:pathLst>
          </a:custGeom>
          <a:solidFill>
            <a:srgbClr val="2D3748">
              <a:alpha val="5098"/>
            </a:srgbClr>
          </a:solidFill>
        </p:spPr>
      </p:sp>
      <p:sp>
        <p:nvSpPr>
          <p:cNvPr id="32" name="Shape 30"/>
          <p:cNvSpPr/>
          <p:nvPr/>
        </p:nvSpPr>
        <p:spPr>
          <a:xfrm>
            <a:off x="8625995" y="2510677"/>
            <a:ext cx="171183" cy="152162"/>
          </a:xfrm>
          <a:custGeom>
            <a:avLst/>
            <a:gdLst/>
            <a:ahLst/>
            <a:cxnLst/>
            <a:rect l="l" t="t" r="r" b="b"/>
            <a:pathLst>
              <a:path w="171183" h="152162">
                <a:moveTo>
                  <a:pt x="124672" y="28530"/>
                </a:moveTo>
                <a:cubicBezTo>
                  <a:pt x="119739" y="28530"/>
                  <a:pt x="114954" y="29868"/>
                  <a:pt x="110763" y="32305"/>
                </a:cubicBezTo>
                <a:cubicBezTo>
                  <a:pt x="106068" y="27550"/>
                  <a:pt x="100599" y="23567"/>
                  <a:pt x="94566" y="20566"/>
                </a:cubicBezTo>
                <a:cubicBezTo>
                  <a:pt x="102947" y="13433"/>
                  <a:pt x="113616" y="9510"/>
                  <a:pt x="124672" y="9510"/>
                </a:cubicBezTo>
                <a:cubicBezTo>
                  <a:pt x="150349" y="9510"/>
                  <a:pt x="171183" y="30314"/>
                  <a:pt x="171183" y="56021"/>
                </a:cubicBezTo>
                <a:cubicBezTo>
                  <a:pt x="171183" y="68354"/>
                  <a:pt x="166279" y="80182"/>
                  <a:pt x="157571" y="88890"/>
                </a:cubicBezTo>
                <a:lnTo>
                  <a:pt x="136441" y="110020"/>
                </a:lnTo>
                <a:cubicBezTo>
                  <a:pt x="127733" y="118728"/>
                  <a:pt x="115905" y="123632"/>
                  <a:pt x="103571" y="123632"/>
                </a:cubicBezTo>
                <a:cubicBezTo>
                  <a:pt x="77894" y="123632"/>
                  <a:pt x="57061" y="102828"/>
                  <a:pt x="57061" y="77121"/>
                </a:cubicBezTo>
                <a:cubicBezTo>
                  <a:pt x="57061" y="76676"/>
                  <a:pt x="57061" y="76230"/>
                  <a:pt x="57091" y="75784"/>
                </a:cubicBezTo>
                <a:cubicBezTo>
                  <a:pt x="57239" y="70524"/>
                  <a:pt x="61608" y="66393"/>
                  <a:pt x="66868" y="66541"/>
                </a:cubicBezTo>
                <a:cubicBezTo>
                  <a:pt x="72128" y="66690"/>
                  <a:pt x="76259" y="71059"/>
                  <a:pt x="76111" y="76319"/>
                </a:cubicBezTo>
                <a:cubicBezTo>
                  <a:pt x="76111" y="76586"/>
                  <a:pt x="76111" y="76854"/>
                  <a:pt x="76111" y="77092"/>
                </a:cubicBezTo>
                <a:cubicBezTo>
                  <a:pt x="76111" y="92278"/>
                  <a:pt x="88415" y="104582"/>
                  <a:pt x="103601" y="104582"/>
                </a:cubicBezTo>
                <a:cubicBezTo>
                  <a:pt x="110882" y="104582"/>
                  <a:pt x="117866" y="101699"/>
                  <a:pt x="123037" y="96528"/>
                </a:cubicBezTo>
                <a:lnTo>
                  <a:pt x="144168" y="75398"/>
                </a:lnTo>
                <a:cubicBezTo>
                  <a:pt x="149309" y="70256"/>
                  <a:pt x="152222" y="63242"/>
                  <a:pt x="152222" y="55961"/>
                </a:cubicBezTo>
                <a:cubicBezTo>
                  <a:pt x="152222" y="40775"/>
                  <a:pt x="139918" y="28471"/>
                  <a:pt x="124731" y="28471"/>
                </a:cubicBezTo>
                <a:close/>
                <a:moveTo>
                  <a:pt x="81787" y="51503"/>
                </a:moveTo>
                <a:cubicBezTo>
                  <a:pt x="81223" y="51266"/>
                  <a:pt x="80658" y="50939"/>
                  <a:pt x="80153" y="50582"/>
                </a:cubicBezTo>
                <a:cubicBezTo>
                  <a:pt x="76408" y="48650"/>
                  <a:pt x="72128" y="47551"/>
                  <a:pt x="67641" y="47551"/>
                </a:cubicBezTo>
                <a:cubicBezTo>
                  <a:pt x="60360" y="47551"/>
                  <a:pt x="53376" y="50433"/>
                  <a:pt x="48205" y="55605"/>
                </a:cubicBezTo>
                <a:lnTo>
                  <a:pt x="27074" y="76735"/>
                </a:lnTo>
                <a:cubicBezTo>
                  <a:pt x="21933" y="81876"/>
                  <a:pt x="19020" y="88890"/>
                  <a:pt x="19020" y="96171"/>
                </a:cubicBezTo>
                <a:cubicBezTo>
                  <a:pt x="19020" y="111358"/>
                  <a:pt x="31324" y="123662"/>
                  <a:pt x="46511" y="123662"/>
                </a:cubicBezTo>
                <a:cubicBezTo>
                  <a:pt x="51414" y="123662"/>
                  <a:pt x="56199" y="122354"/>
                  <a:pt x="60389" y="119917"/>
                </a:cubicBezTo>
                <a:cubicBezTo>
                  <a:pt x="65085" y="124672"/>
                  <a:pt x="70553" y="128654"/>
                  <a:pt x="76616" y="131656"/>
                </a:cubicBezTo>
                <a:cubicBezTo>
                  <a:pt x="68235" y="138759"/>
                  <a:pt x="57596" y="142712"/>
                  <a:pt x="46511" y="142712"/>
                </a:cubicBezTo>
                <a:cubicBezTo>
                  <a:pt x="20833" y="142712"/>
                  <a:pt x="0" y="121908"/>
                  <a:pt x="0" y="96201"/>
                </a:cubicBezTo>
                <a:cubicBezTo>
                  <a:pt x="0" y="83868"/>
                  <a:pt x="4904" y="72039"/>
                  <a:pt x="13611" y="63332"/>
                </a:cubicBezTo>
                <a:lnTo>
                  <a:pt x="34742" y="42201"/>
                </a:lnTo>
                <a:cubicBezTo>
                  <a:pt x="43449" y="33494"/>
                  <a:pt x="55278" y="28590"/>
                  <a:pt x="67611" y="28590"/>
                </a:cubicBezTo>
                <a:cubicBezTo>
                  <a:pt x="93348" y="28590"/>
                  <a:pt x="114122" y="49572"/>
                  <a:pt x="114122" y="75219"/>
                </a:cubicBezTo>
                <a:cubicBezTo>
                  <a:pt x="114122" y="75606"/>
                  <a:pt x="114122" y="75992"/>
                  <a:pt x="114122" y="76378"/>
                </a:cubicBezTo>
                <a:cubicBezTo>
                  <a:pt x="114003" y="81639"/>
                  <a:pt x="109634" y="85770"/>
                  <a:pt x="104374" y="85651"/>
                </a:cubicBezTo>
                <a:cubicBezTo>
                  <a:pt x="99113" y="85532"/>
                  <a:pt x="94983" y="81163"/>
                  <a:pt x="95101" y="75903"/>
                </a:cubicBezTo>
                <a:cubicBezTo>
                  <a:pt x="95101" y="75665"/>
                  <a:pt x="95101" y="75457"/>
                  <a:pt x="95101" y="75219"/>
                </a:cubicBezTo>
                <a:cubicBezTo>
                  <a:pt x="95101" y="65204"/>
                  <a:pt x="89752" y="56407"/>
                  <a:pt x="81787" y="51563"/>
                </a:cubicBezTo>
                <a:close/>
              </a:path>
            </a:pathLst>
          </a:custGeom>
          <a:solidFill>
            <a:srgbClr val="4A5568"/>
          </a:solidFill>
        </p:spPr>
      </p:sp>
      <p:sp>
        <p:nvSpPr>
          <p:cNvPr id="33" name="Text 31"/>
          <p:cNvSpPr/>
          <p:nvPr/>
        </p:nvSpPr>
        <p:spPr>
          <a:xfrm>
            <a:off x="8882768" y="2472637"/>
            <a:ext cx="779832" cy="228243"/>
          </a:xfrm>
          <a:prstGeom prst="rect">
            <a:avLst/>
          </a:prstGeom>
          <a:noFill/>
        </p:spPr>
        <p:txBody>
          <a:bodyPr wrap="square" lIns="0" tIns="0" rIns="0" bIns="0" rtlCol="0" anchor="ctr"/>
          <a:lstStyle/>
          <a:p>
            <a:pPr>
              <a:lnSpc>
                <a:spcPct val="120000"/>
              </a:lnSpc>
            </a:pPr>
            <a:r>
              <a:rPr lang="en-US" sz="1200" dirty="0">
                <a:solidFill>
                  <a:srgbClr val="1A202C"/>
                </a:solidFill>
                <a:latin typeface="Quattrocento Sans" panose="020B0502050000020003" pitchFamily="34" charset="0"/>
                <a:ea typeface="Quattrocento Sans" panose="020B0502050000020003" pitchFamily="34" charset="-122"/>
                <a:cs typeface="Quattrocento Sans" panose="020B0502050000020003" pitchFamily="34" charset="-120"/>
              </a:rPr>
              <a:t>Navigation</a:t>
            </a:r>
            <a:endParaRPr lang="en-US" sz="1600" dirty="0"/>
          </a:p>
        </p:txBody>
      </p:sp>
      <p:sp>
        <p:nvSpPr>
          <p:cNvPr id="34" name="Shape 32"/>
          <p:cNvSpPr/>
          <p:nvPr/>
        </p:nvSpPr>
        <p:spPr>
          <a:xfrm>
            <a:off x="5062268" y="3195407"/>
            <a:ext cx="6742690" cy="1787906"/>
          </a:xfrm>
          <a:custGeom>
            <a:avLst/>
            <a:gdLst/>
            <a:ahLst/>
            <a:cxnLst/>
            <a:rect l="l" t="t" r="r" b="b"/>
            <a:pathLst>
              <a:path w="6742690" h="1787906">
                <a:moveTo>
                  <a:pt x="38041" y="0"/>
                </a:moveTo>
                <a:lnTo>
                  <a:pt x="6666614" y="0"/>
                </a:lnTo>
                <a:cubicBezTo>
                  <a:pt x="6708629" y="0"/>
                  <a:pt x="6742690" y="34060"/>
                  <a:pt x="6742690" y="76075"/>
                </a:cubicBezTo>
                <a:lnTo>
                  <a:pt x="6742690" y="1711831"/>
                </a:lnTo>
                <a:cubicBezTo>
                  <a:pt x="6742690" y="1753846"/>
                  <a:pt x="6708629" y="1787906"/>
                  <a:pt x="6666614" y="1787906"/>
                </a:cubicBezTo>
                <a:lnTo>
                  <a:pt x="38041" y="1787906"/>
                </a:lnTo>
                <a:cubicBezTo>
                  <a:pt x="17031" y="1787906"/>
                  <a:pt x="0" y="1770875"/>
                  <a:pt x="0" y="1749866"/>
                </a:cubicBezTo>
                <a:lnTo>
                  <a:pt x="0" y="38041"/>
                </a:lnTo>
                <a:cubicBezTo>
                  <a:pt x="0" y="17045"/>
                  <a:pt x="17045" y="0"/>
                  <a:pt x="38041" y="0"/>
                </a:cubicBezTo>
                <a:close/>
              </a:path>
            </a:pathLst>
          </a:custGeom>
          <a:solidFill>
            <a:srgbClr val="FFFFFF"/>
          </a:solidFill>
          <a:effectLst>
            <a:outerShdw blurRad="28530" dist="9510" dir="5400000" algn="bl" rotWithShape="0">
              <a:srgbClr val="000000">
                <a:alpha val="10196"/>
              </a:srgbClr>
            </a:outerShdw>
          </a:effectLst>
        </p:spPr>
      </p:sp>
      <p:sp>
        <p:nvSpPr>
          <p:cNvPr id="35" name="Shape 33"/>
          <p:cNvSpPr/>
          <p:nvPr/>
        </p:nvSpPr>
        <p:spPr>
          <a:xfrm>
            <a:off x="5062268" y="3195407"/>
            <a:ext cx="38041" cy="1787906"/>
          </a:xfrm>
          <a:custGeom>
            <a:avLst/>
            <a:gdLst/>
            <a:ahLst/>
            <a:cxnLst/>
            <a:rect l="l" t="t" r="r" b="b"/>
            <a:pathLst>
              <a:path w="38041" h="1787906">
                <a:moveTo>
                  <a:pt x="38041" y="0"/>
                </a:moveTo>
                <a:lnTo>
                  <a:pt x="38041" y="0"/>
                </a:lnTo>
                <a:lnTo>
                  <a:pt x="38041" y="1787906"/>
                </a:lnTo>
                <a:lnTo>
                  <a:pt x="38041" y="1787906"/>
                </a:lnTo>
                <a:cubicBezTo>
                  <a:pt x="17031" y="1787906"/>
                  <a:pt x="0" y="1770875"/>
                  <a:pt x="0" y="1749866"/>
                </a:cubicBezTo>
                <a:lnTo>
                  <a:pt x="0" y="38041"/>
                </a:lnTo>
                <a:cubicBezTo>
                  <a:pt x="0" y="17045"/>
                  <a:pt x="17045" y="0"/>
                  <a:pt x="38041" y="0"/>
                </a:cubicBezTo>
                <a:close/>
              </a:path>
            </a:pathLst>
          </a:custGeom>
          <a:solidFill>
            <a:srgbClr val="4A5568"/>
          </a:solidFill>
        </p:spPr>
      </p:sp>
      <p:sp>
        <p:nvSpPr>
          <p:cNvPr id="36" name="Shape 34"/>
          <p:cNvSpPr/>
          <p:nvPr/>
        </p:nvSpPr>
        <p:spPr>
          <a:xfrm>
            <a:off x="5319042" y="3423651"/>
            <a:ext cx="142652" cy="190203"/>
          </a:xfrm>
          <a:custGeom>
            <a:avLst/>
            <a:gdLst/>
            <a:ahLst/>
            <a:cxnLst/>
            <a:rect l="l" t="t" r="r" b="b"/>
            <a:pathLst>
              <a:path w="142652" h="190203">
                <a:moveTo>
                  <a:pt x="92835" y="24816"/>
                </a:moveTo>
                <a:cubicBezTo>
                  <a:pt x="96699" y="19503"/>
                  <a:pt x="95510" y="12073"/>
                  <a:pt x="90198" y="8210"/>
                </a:cubicBezTo>
                <a:cubicBezTo>
                  <a:pt x="84885" y="4346"/>
                  <a:pt x="77456" y="5535"/>
                  <a:pt x="73592" y="10848"/>
                </a:cubicBezTo>
                <a:lnTo>
                  <a:pt x="34214" y="64974"/>
                </a:lnTo>
                <a:lnTo>
                  <a:pt x="20283" y="51043"/>
                </a:lnTo>
                <a:cubicBezTo>
                  <a:pt x="15640" y="46399"/>
                  <a:pt x="8098" y="46399"/>
                  <a:pt x="3455" y="51043"/>
                </a:cubicBezTo>
                <a:cubicBezTo>
                  <a:pt x="-1189" y="55686"/>
                  <a:pt x="-1189" y="63228"/>
                  <a:pt x="3455" y="67871"/>
                </a:cubicBezTo>
                <a:lnTo>
                  <a:pt x="27230" y="91647"/>
                </a:lnTo>
                <a:cubicBezTo>
                  <a:pt x="29682" y="94098"/>
                  <a:pt x="33100" y="95361"/>
                  <a:pt x="36555" y="95101"/>
                </a:cubicBezTo>
                <a:cubicBezTo>
                  <a:pt x="40009" y="94841"/>
                  <a:pt x="43204" y="93058"/>
                  <a:pt x="45247" y="90235"/>
                </a:cubicBezTo>
                <a:lnTo>
                  <a:pt x="92798" y="24853"/>
                </a:lnTo>
                <a:close/>
                <a:moveTo>
                  <a:pt x="140386" y="75338"/>
                </a:moveTo>
                <a:cubicBezTo>
                  <a:pt x="144250" y="70026"/>
                  <a:pt x="143061" y="62596"/>
                  <a:pt x="137748" y="58733"/>
                </a:cubicBezTo>
                <a:cubicBezTo>
                  <a:pt x="132436" y="54869"/>
                  <a:pt x="125006" y="56058"/>
                  <a:pt x="121143" y="61370"/>
                </a:cubicBezTo>
                <a:lnTo>
                  <a:pt x="57990" y="148187"/>
                </a:lnTo>
                <a:lnTo>
                  <a:pt x="32171" y="122369"/>
                </a:lnTo>
                <a:cubicBezTo>
                  <a:pt x="27527" y="117725"/>
                  <a:pt x="19986" y="117725"/>
                  <a:pt x="15343" y="122369"/>
                </a:cubicBezTo>
                <a:cubicBezTo>
                  <a:pt x="10699" y="127012"/>
                  <a:pt x="10699" y="134554"/>
                  <a:pt x="15343" y="139197"/>
                </a:cubicBezTo>
                <a:lnTo>
                  <a:pt x="51006" y="174860"/>
                </a:lnTo>
                <a:cubicBezTo>
                  <a:pt x="53457" y="177312"/>
                  <a:pt x="56875" y="178575"/>
                  <a:pt x="60330" y="178315"/>
                </a:cubicBezTo>
                <a:cubicBezTo>
                  <a:pt x="63785" y="178055"/>
                  <a:pt x="66980" y="176272"/>
                  <a:pt x="69023" y="173449"/>
                </a:cubicBezTo>
                <a:lnTo>
                  <a:pt x="140349" y="75375"/>
                </a:lnTo>
                <a:close/>
              </a:path>
            </a:pathLst>
          </a:custGeom>
          <a:solidFill>
            <a:srgbClr val="4A5568"/>
          </a:solidFill>
        </p:spPr>
      </p:sp>
      <p:sp>
        <p:nvSpPr>
          <p:cNvPr id="37" name="Text 35"/>
          <p:cNvSpPr/>
          <p:nvPr/>
        </p:nvSpPr>
        <p:spPr>
          <a:xfrm>
            <a:off x="5509245" y="3385610"/>
            <a:ext cx="6200612" cy="266284"/>
          </a:xfrm>
          <a:prstGeom prst="rect">
            <a:avLst/>
          </a:prstGeom>
          <a:noFill/>
        </p:spPr>
        <p:txBody>
          <a:bodyPr wrap="square" lIns="0" tIns="0" rIns="0" bIns="0" rtlCol="0" anchor="ctr"/>
          <a:lstStyle/>
          <a:p>
            <a:pPr>
              <a:lnSpc>
                <a:spcPct val="120000"/>
              </a:lnSpc>
            </a:pPr>
            <a:r>
              <a:rPr lang="en-US" sz="1500" b="1" dirty="0">
                <a:solidFill>
                  <a:srgbClr val="2D3748"/>
                </a:solidFill>
                <a:latin typeface="Liter" panose="02000503030000020004" pitchFamily="34" charset="0"/>
                <a:ea typeface="Liter" panose="02000503030000020004" pitchFamily="34" charset="-122"/>
                <a:cs typeface="Liter" panose="02000503030000020004" pitchFamily="34" charset="-120"/>
              </a:rPr>
              <a:t>Assertion Types</a:t>
            </a:r>
            <a:endParaRPr lang="en-US" sz="1600" dirty="0"/>
          </a:p>
        </p:txBody>
      </p:sp>
      <p:sp>
        <p:nvSpPr>
          <p:cNvPr id="38" name="Shape 36"/>
          <p:cNvSpPr/>
          <p:nvPr/>
        </p:nvSpPr>
        <p:spPr>
          <a:xfrm>
            <a:off x="6050431" y="3804056"/>
            <a:ext cx="456487" cy="456487"/>
          </a:xfrm>
          <a:custGeom>
            <a:avLst/>
            <a:gdLst/>
            <a:ahLst/>
            <a:cxnLst/>
            <a:rect l="l" t="t" r="r" b="b"/>
            <a:pathLst>
              <a:path w="456487" h="456487">
                <a:moveTo>
                  <a:pt x="228243" y="0"/>
                </a:moveTo>
                <a:lnTo>
                  <a:pt x="228243" y="0"/>
                </a:lnTo>
                <a:cubicBezTo>
                  <a:pt x="354214" y="0"/>
                  <a:pt x="456487" y="102272"/>
                  <a:pt x="456487" y="228243"/>
                </a:cubicBezTo>
                <a:lnTo>
                  <a:pt x="456487" y="228243"/>
                </a:lnTo>
                <a:cubicBezTo>
                  <a:pt x="456487" y="354214"/>
                  <a:pt x="354214" y="456487"/>
                  <a:pt x="228243" y="456487"/>
                </a:cubicBezTo>
                <a:lnTo>
                  <a:pt x="228243" y="456487"/>
                </a:lnTo>
                <a:cubicBezTo>
                  <a:pt x="102272" y="456487"/>
                  <a:pt x="0" y="354214"/>
                  <a:pt x="0" y="228243"/>
                </a:cubicBezTo>
                <a:lnTo>
                  <a:pt x="0" y="228243"/>
                </a:lnTo>
                <a:cubicBezTo>
                  <a:pt x="0" y="102272"/>
                  <a:pt x="102272" y="0"/>
                  <a:pt x="228243" y="0"/>
                </a:cubicBezTo>
                <a:close/>
              </a:path>
            </a:pathLst>
          </a:custGeom>
          <a:solidFill>
            <a:srgbClr val="2D3748"/>
          </a:solidFill>
        </p:spPr>
      </p:sp>
      <p:sp>
        <p:nvSpPr>
          <p:cNvPr id="39" name="Shape 37"/>
          <p:cNvSpPr/>
          <p:nvPr/>
        </p:nvSpPr>
        <p:spPr>
          <a:xfrm>
            <a:off x="6212103" y="3956218"/>
            <a:ext cx="133142" cy="152162"/>
          </a:xfrm>
          <a:custGeom>
            <a:avLst/>
            <a:gdLst/>
            <a:ahLst/>
            <a:cxnLst/>
            <a:rect l="l" t="t" r="r" b="b"/>
            <a:pathLst>
              <a:path w="133142" h="152162">
                <a:moveTo>
                  <a:pt x="0" y="19020"/>
                </a:moveTo>
                <a:cubicBezTo>
                  <a:pt x="0" y="13760"/>
                  <a:pt x="4250" y="9510"/>
                  <a:pt x="9510" y="9510"/>
                </a:cubicBezTo>
                <a:lnTo>
                  <a:pt x="38041" y="9510"/>
                </a:lnTo>
                <a:cubicBezTo>
                  <a:pt x="43301" y="9510"/>
                  <a:pt x="47551" y="13760"/>
                  <a:pt x="47551" y="19020"/>
                </a:cubicBezTo>
                <a:cubicBezTo>
                  <a:pt x="47551" y="24281"/>
                  <a:pt x="43301" y="28530"/>
                  <a:pt x="38041" y="28530"/>
                </a:cubicBezTo>
                <a:lnTo>
                  <a:pt x="33285" y="28530"/>
                </a:lnTo>
                <a:lnTo>
                  <a:pt x="33285" y="61816"/>
                </a:lnTo>
                <a:lnTo>
                  <a:pt x="99856" y="61816"/>
                </a:lnTo>
                <a:lnTo>
                  <a:pt x="99856" y="28530"/>
                </a:lnTo>
                <a:lnTo>
                  <a:pt x="95101" y="28530"/>
                </a:lnTo>
                <a:cubicBezTo>
                  <a:pt x="89841" y="28530"/>
                  <a:pt x="85591" y="24281"/>
                  <a:pt x="85591" y="19020"/>
                </a:cubicBezTo>
                <a:cubicBezTo>
                  <a:pt x="85591" y="13760"/>
                  <a:pt x="89841" y="9510"/>
                  <a:pt x="95101" y="9510"/>
                </a:cubicBezTo>
                <a:lnTo>
                  <a:pt x="123632" y="9510"/>
                </a:lnTo>
                <a:cubicBezTo>
                  <a:pt x="128892" y="9510"/>
                  <a:pt x="133142" y="13760"/>
                  <a:pt x="133142" y="19020"/>
                </a:cubicBezTo>
                <a:cubicBezTo>
                  <a:pt x="133142" y="24281"/>
                  <a:pt x="128892" y="28530"/>
                  <a:pt x="123632" y="28530"/>
                </a:cubicBezTo>
                <a:lnTo>
                  <a:pt x="118877" y="28530"/>
                </a:lnTo>
                <a:lnTo>
                  <a:pt x="118877" y="123632"/>
                </a:lnTo>
                <a:lnTo>
                  <a:pt x="123632" y="123632"/>
                </a:lnTo>
                <a:cubicBezTo>
                  <a:pt x="128892" y="123632"/>
                  <a:pt x="133142" y="127882"/>
                  <a:pt x="133142" y="133142"/>
                </a:cubicBezTo>
                <a:cubicBezTo>
                  <a:pt x="133142" y="138402"/>
                  <a:pt x="128892" y="142652"/>
                  <a:pt x="123632" y="142652"/>
                </a:cubicBezTo>
                <a:lnTo>
                  <a:pt x="95101" y="142652"/>
                </a:lnTo>
                <a:cubicBezTo>
                  <a:pt x="89841" y="142652"/>
                  <a:pt x="85591" y="138402"/>
                  <a:pt x="85591" y="133142"/>
                </a:cubicBezTo>
                <a:cubicBezTo>
                  <a:pt x="85591" y="127882"/>
                  <a:pt x="89841" y="123632"/>
                  <a:pt x="95101" y="123632"/>
                </a:cubicBezTo>
                <a:lnTo>
                  <a:pt x="99856" y="123632"/>
                </a:lnTo>
                <a:lnTo>
                  <a:pt x="99856" y="80836"/>
                </a:lnTo>
                <a:lnTo>
                  <a:pt x="33285" y="80836"/>
                </a:lnTo>
                <a:lnTo>
                  <a:pt x="33285" y="123632"/>
                </a:lnTo>
                <a:lnTo>
                  <a:pt x="38041" y="123632"/>
                </a:lnTo>
                <a:cubicBezTo>
                  <a:pt x="43301" y="123632"/>
                  <a:pt x="47551" y="127882"/>
                  <a:pt x="47551" y="133142"/>
                </a:cubicBezTo>
                <a:cubicBezTo>
                  <a:pt x="47551" y="138402"/>
                  <a:pt x="43301" y="142652"/>
                  <a:pt x="38041" y="142652"/>
                </a:cubicBezTo>
                <a:lnTo>
                  <a:pt x="9510" y="142652"/>
                </a:lnTo>
                <a:cubicBezTo>
                  <a:pt x="4250" y="142652"/>
                  <a:pt x="0" y="138402"/>
                  <a:pt x="0" y="133142"/>
                </a:cubicBezTo>
                <a:cubicBezTo>
                  <a:pt x="0" y="127882"/>
                  <a:pt x="4250" y="123632"/>
                  <a:pt x="9510" y="123632"/>
                </a:cubicBezTo>
                <a:lnTo>
                  <a:pt x="14265" y="123632"/>
                </a:lnTo>
                <a:lnTo>
                  <a:pt x="14265" y="28530"/>
                </a:lnTo>
                <a:lnTo>
                  <a:pt x="9510" y="28530"/>
                </a:lnTo>
                <a:cubicBezTo>
                  <a:pt x="4250" y="28530"/>
                  <a:pt x="0" y="24281"/>
                  <a:pt x="0" y="19020"/>
                </a:cubicBezTo>
                <a:close/>
              </a:path>
            </a:pathLst>
          </a:custGeom>
          <a:solidFill>
            <a:srgbClr val="E2E8F0"/>
          </a:solidFill>
        </p:spPr>
      </p:sp>
      <p:sp>
        <p:nvSpPr>
          <p:cNvPr id="40" name="Text 38"/>
          <p:cNvSpPr/>
          <p:nvPr/>
        </p:nvSpPr>
        <p:spPr>
          <a:xfrm>
            <a:off x="5233450" y="4336624"/>
            <a:ext cx="2092231" cy="228243"/>
          </a:xfrm>
          <a:prstGeom prst="rect">
            <a:avLst/>
          </a:prstGeom>
          <a:noFill/>
        </p:spPr>
        <p:txBody>
          <a:bodyPr wrap="square" lIns="0" tIns="0" rIns="0" bIns="0" rtlCol="0" anchor="ctr"/>
          <a:lstStyle/>
          <a:p>
            <a:pPr algn="ctr">
              <a:lnSpc>
                <a:spcPct val="120000"/>
              </a:lnSpc>
            </a:pPr>
            <a:r>
              <a:rPr lang="en-US" sz="1200" b="1" dirty="0">
                <a:solidFill>
                  <a:srgbClr val="2D3748"/>
                </a:solidFill>
                <a:latin typeface="Quattrocento Sans" panose="020B0502050000020003" pitchFamily="34" charset="0"/>
                <a:ea typeface="Quattrocento Sans" panose="020B0502050000020003" pitchFamily="34" charset="-122"/>
                <a:cs typeface="Quattrocento Sans" panose="020B0502050000020003" pitchFamily="34" charset="-120"/>
              </a:rPr>
              <a:t>Page Title</a:t>
            </a:r>
            <a:endParaRPr lang="en-US" sz="1600" dirty="0"/>
          </a:p>
        </p:txBody>
      </p:sp>
      <p:sp>
        <p:nvSpPr>
          <p:cNvPr id="41" name="Text 39"/>
          <p:cNvSpPr/>
          <p:nvPr/>
        </p:nvSpPr>
        <p:spPr>
          <a:xfrm>
            <a:off x="5238206" y="4602908"/>
            <a:ext cx="2082721" cy="190203"/>
          </a:xfrm>
          <a:prstGeom prst="rect">
            <a:avLst/>
          </a:prstGeom>
          <a:noFill/>
        </p:spPr>
        <p:txBody>
          <a:bodyPr wrap="square" lIns="0" tIns="0" rIns="0" bIns="0" rtlCol="0" anchor="ctr"/>
          <a:lstStyle/>
          <a:p>
            <a:pPr algn="ctr">
              <a:lnSpc>
                <a:spcPct val="120000"/>
              </a:lnSpc>
            </a:pPr>
            <a:r>
              <a:rPr lang="en-US" sz="1050" dirty="0">
                <a:solidFill>
                  <a:srgbClr val="1A202C"/>
                </a:solidFill>
                <a:latin typeface="Quattrocento Sans" panose="020B0502050000020003" pitchFamily="34" charset="0"/>
                <a:ea typeface="Quattrocento Sans" panose="020B0502050000020003" pitchFamily="34" charset="-122"/>
                <a:cs typeface="Quattrocento Sans" panose="020B0502050000020003" pitchFamily="34" charset="-120"/>
              </a:rPr>
              <a:t>Verify correct page loaded</a:t>
            </a:r>
            <a:endParaRPr lang="en-US" sz="1600" dirty="0"/>
          </a:p>
        </p:txBody>
      </p:sp>
      <p:sp>
        <p:nvSpPr>
          <p:cNvPr id="42" name="Shape 40"/>
          <p:cNvSpPr/>
          <p:nvPr/>
        </p:nvSpPr>
        <p:spPr>
          <a:xfrm>
            <a:off x="8217059" y="3804056"/>
            <a:ext cx="456487" cy="456487"/>
          </a:xfrm>
          <a:custGeom>
            <a:avLst/>
            <a:gdLst/>
            <a:ahLst/>
            <a:cxnLst/>
            <a:rect l="l" t="t" r="r" b="b"/>
            <a:pathLst>
              <a:path w="456487" h="456487">
                <a:moveTo>
                  <a:pt x="228243" y="0"/>
                </a:moveTo>
                <a:lnTo>
                  <a:pt x="228243" y="0"/>
                </a:lnTo>
                <a:cubicBezTo>
                  <a:pt x="354214" y="0"/>
                  <a:pt x="456487" y="102272"/>
                  <a:pt x="456487" y="228243"/>
                </a:cubicBezTo>
                <a:lnTo>
                  <a:pt x="456487" y="228243"/>
                </a:lnTo>
                <a:cubicBezTo>
                  <a:pt x="456487" y="354214"/>
                  <a:pt x="354214" y="456487"/>
                  <a:pt x="228243" y="456487"/>
                </a:cubicBezTo>
                <a:lnTo>
                  <a:pt x="228243" y="456487"/>
                </a:lnTo>
                <a:cubicBezTo>
                  <a:pt x="102272" y="456487"/>
                  <a:pt x="0" y="354214"/>
                  <a:pt x="0" y="228243"/>
                </a:cubicBezTo>
                <a:lnTo>
                  <a:pt x="0" y="228243"/>
                </a:lnTo>
                <a:cubicBezTo>
                  <a:pt x="0" y="102272"/>
                  <a:pt x="102272" y="0"/>
                  <a:pt x="228243" y="0"/>
                </a:cubicBezTo>
                <a:close/>
              </a:path>
            </a:pathLst>
          </a:custGeom>
          <a:solidFill>
            <a:srgbClr val="4A5568"/>
          </a:solidFill>
        </p:spPr>
      </p:sp>
      <p:sp>
        <p:nvSpPr>
          <p:cNvPr id="43" name="Shape 41"/>
          <p:cNvSpPr/>
          <p:nvPr/>
        </p:nvSpPr>
        <p:spPr>
          <a:xfrm>
            <a:off x="8369221" y="3956218"/>
            <a:ext cx="152162" cy="152162"/>
          </a:xfrm>
          <a:custGeom>
            <a:avLst/>
            <a:gdLst/>
            <a:ahLst/>
            <a:cxnLst/>
            <a:rect l="l" t="t" r="r" b="b"/>
            <a:pathLst>
              <a:path w="152162" h="152162">
                <a:moveTo>
                  <a:pt x="66660" y="-743"/>
                </a:moveTo>
                <a:cubicBezTo>
                  <a:pt x="72545" y="-4131"/>
                  <a:pt x="79796" y="-4131"/>
                  <a:pt x="85680" y="-743"/>
                </a:cubicBezTo>
                <a:lnTo>
                  <a:pt x="137956" y="29422"/>
                </a:lnTo>
                <a:cubicBezTo>
                  <a:pt x="143841" y="32810"/>
                  <a:pt x="147467" y="39110"/>
                  <a:pt x="147467" y="45886"/>
                </a:cubicBezTo>
                <a:lnTo>
                  <a:pt x="147467" y="106216"/>
                </a:lnTo>
                <a:cubicBezTo>
                  <a:pt x="147467" y="113022"/>
                  <a:pt x="143841" y="119293"/>
                  <a:pt x="137956" y="122681"/>
                </a:cubicBezTo>
                <a:lnTo>
                  <a:pt x="85680" y="152905"/>
                </a:lnTo>
                <a:cubicBezTo>
                  <a:pt x="79796" y="156293"/>
                  <a:pt x="72545" y="156293"/>
                  <a:pt x="66660" y="152905"/>
                </a:cubicBezTo>
                <a:lnTo>
                  <a:pt x="14414" y="122740"/>
                </a:lnTo>
                <a:cubicBezTo>
                  <a:pt x="8529" y="119352"/>
                  <a:pt x="4904" y="113052"/>
                  <a:pt x="4904" y="106276"/>
                </a:cubicBezTo>
                <a:lnTo>
                  <a:pt x="4904" y="45946"/>
                </a:lnTo>
                <a:cubicBezTo>
                  <a:pt x="4904" y="39140"/>
                  <a:pt x="8529" y="32869"/>
                  <a:pt x="14414" y="29481"/>
                </a:cubicBezTo>
                <a:lnTo>
                  <a:pt x="66660" y="-743"/>
                </a:lnTo>
                <a:close/>
                <a:moveTo>
                  <a:pt x="128417" y="106246"/>
                </a:moveTo>
                <a:lnTo>
                  <a:pt x="128417" y="56883"/>
                </a:lnTo>
                <a:lnTo>
                  <a:pt x="85680" y="81549"/>
                </a:lnTo>
                <a:lnTo>
                  <a:pt x="85680" y="130913"/>
                </a:lnTo>
                <a:lnTo>
                  <a:pt x="128417" y="106246"/>
                </a:lnTo>
                <a:close/>
              </a:path>
            </a:pathLst>
          </a:custGeom>
          <a:solidFill>
            <a:srgbClr val="E2E8F0"/>
          </a:solidFill>
        </p:spPr>
      </p:sp>
      <p:sp>
        <p:nvSpPr>
          <p:cNvPr id="44" name="Text 42"/>
          <p:cNvSpPr/>
          <p:nvPr/>
        </p:nvSpPr>
        <p:spPr>
          <a:xfrm>
            <a:off x="7400078" y="4336624"/>
            <a:ext cx="2092231" cy="228243"/>
          </a:xfrm>
          <a:prstGeom prst="rect">
            <a:avLst/>
          </a:prstGeom>
          <a:noFill/>
        </p:spPr>
        <p:txBody>
          <a:bodyPr wrap="square" lIns="0" tIns="0" rIns="0" bIns="0" rtlCol="0" anchor="ctr"/>
          <a:lstStyle/>
          <a:p>
            <a:pPr algn="ctr">
              <a:lnSpc>
                <a:spcPct val="120000"/>
              </a:lnSpc>
            </a:pPr>
            <a:r>
              <a:rPr lang="en-US" sz="1200" b="1" dirty="0">
                <a:solidFill>
                  <a:srgbClr val="2D3748"/>
                </a:solidFill>
                <a:latin typeface="Quattrocento Sans" panose="020B0502050000020003" pitchFamily="34" charset="0"/>
                <a:ea typeface="Quattrocento Sans" panose="020B0502050000020003" pitchFamily="34" charset="-122"/>
                <a:cs typeface="Quattrocento Sans" panose="020B0502050000020003" pitchFamily="34" charset="-120"/>
              </a:rPr>
              <a:t>Element Presence</a:t>
            </a:r>
            <a:endParaRPr lang="en-US" sz="1600" dirty="0"/>
          </a:p>
        </p:txBody>
      </p:sp>
      <p:sp>
        <p:nvSpPr>
          <p:cNvPr id="45" name="Text 43"/>
          <p:cNvSpPr/>
          <p:nvPr/>
        </p:nvSpPr>
        <p:spPr>
          <a:xfrm>
            <a:off x="7404833" y="4602908"/>
            <a:ext cx="2082721" cy="190203"/>
          </a:xfrm>
          <a:prstGeom prst="rect">
            <a:avLst/>
          </a:prstGeom>
          <a:noFill/>
        </p:spPr>
        <p:txBody>
          <a:bodyPr wrap="square" lIns="0" tIns="0" rIns="0" bIns="0" rtlCol="0" anchor="ctr"/>
          <a:lstStyle/>
          <a:p>
            <a:pPr algn="ctr">
              <a:lnSpc>
                <a:spcPct val="120000"/>
              </a:lnSpc>
            </a:pPr>
            <a:r>
              <a:rPr lang="en-US" sz="1050" dirty="0">
                <a:solidFill>
                  <a:srgbClr val="1A202C"/>
                </a:solidFill>
                <a:latin typeface="Quattrocento Sans" panose="020B0502050000020003" pitchFamily="34" charset="0"/>
                <a:ea typeface="Quattrocento Sans" panose="020B0502050000020003" pitchFamily="34" charset="-122"/>
                <a:cs typeface="Quattrocento Sans" panose="020B0502050000020003" pitchFamily="34" charset="-120"/>
              </a:rPr>
              <a:t>Verify elements visible</a:t>
            </a:r>
            <a:endParaRPr lang="en-US" sz="1600" dirty="0"/>
          </a:p>
        </p:txBody>
      </p:sp>
      <p:sp>
        <p:nvSpPr>
          <p:cNvPr id="46" name="Shape 44"/>
          <p:cNvSpPr/>
          <p:nvPr/>
        </p:nvSpPr>
        <p:spPr>
          <a:xfrm>
            <a:off x="10383687" y="3804056"/>
            <a:ext cx="456487" cy="456487"/>
          </a:xfrm>
          <a:custGeom>
            <a:avLst/>
            <a:gdLst/>
            <a:ahLst/>
            <a:cxnLst/>
            <a:rect l="l" t="t" r="r" b="b"/>
            <a:pathLst>
              <a:path w="456487" h="456487">
                <a:moveTo>
                  <a:pt x="228243" y="0"/>
                </a:moveTo>
                <a:lnTo>
                  <a:pt x="228243" y="0"/>
                </a:lnTo>
                <a:cubicBezTo>
                  <a:pt x="354214" y="0"/>
                  <a:pt x="456487" y="102272"/>
                  <a:pt x="456487" y="228243"/>
                </a:cubicBezTo>
                <a:lnTo>
                  <a:pt x="456487" y="228243"/>
                </a:lnTo>
                <a:cubicBezTo>
                  <a:pt x="456487" y="354214"/>
                  <a:pt x="354214" y="456487"/>
                  <a:pt x="228243" y="456487"/>
                </a:cubicBezTo>
                <a:lnTo>
                  <a:pt x="228243" y="456487"/>
                </a:lnTo>
                <a:cubicBezTo>
                  <a:pt x="102272" y="456487"/>
                  <a:pt x="0" y="354214"/>
                  <a:pt x="0" y="228243"/>
                </a:cubicBezTo>
                <a:lnTo>
                  <a:pt x="0" y="228243"/>
                </a:lnTo>
                <a:cubicBezTo>
                  <a:pt x="0" y="102272"/>
                  <a:pt x="102272" y="0"/>
                  <a:pt x="228243" y="0"/>
                </a:cubicBezTo>
                <a:close/>
              </a:path>
            </a:pathLst>
          </a:custGeom>
          <a:solidFill>
            <a:srgbClr val="2D3748"/>
          </a:solidFill>
        </p:spPr>
      </p:sp>
      <p:sp>
        <p:nvSpPr>
          <p:cNvPr id="47" name="Shape 45"/>
          <p:cNvSpPr/>
          <p:nvPr/>
        </p:nvSpPr>
        <p:spPr>
          <a:xfrm>
            <a:off x="10535849" y="3956218"/>
            <a:ext cx="152162" cy="152162"/>
          </a:xfrm>
          <a:custGeom>
            <a:avLst/>
            <a:gdLst/>
            <a:ahLst/>
            <a:cxnLst/>
            <a:rect l="l" t="t" r="r" b="b"/>
            <a:pathLst>
              <a:path w="152162" h="152162">
                <a:moveTo>
                  <a:pt x="84729" y="15068"/>
                </a:moveTo>
                <a:cubicBezTo>
                  <a:pt x="83184" y="11680"/>
                  <a:pt x="79796" y="9510"/>
                  <a:pt x="76081" y="9510"/>
                </a:cubicBezTo>
                <a:cubicBezTo>
                  <a:pt x="72366" y="9510"/>
                  <a:pt x="68978" y="11680"/>
                  <a:pt x="67433" y="15068"/>
                </a:cubicBezTo>
                <a:lnTo>
                  <a:pt x="17683" y="123632"/>
                </a:lnTo>
                <a:lnTo>
                  <a:pt x="14265" y="123632"/>
                </a:lnTo>
                <a:cubicBezTo>
                  <a:pt x="9005" y="123632"/>
                  <a:pt x="4755" y="127882"/>
                  <a:pt x="4755" y="133142"/>
                </a:cubicBezTo>
                <a:cubicBezTo>
                  <a:pt x="4755" y="138402"/>
                  <a:pt x="9005" y="142652"/>
                  <a:pt x="14265" y="142652"/>
                </a:cubicBezTo>
                <a:lnTo>
                  <a:pt x="40418" y="142652"/>
                </a:lnTo>
                <a:cubicBezTo>
                  <a:pt x="45678" y="142652"/>
                  <a:pt x="49928" y="138402"/>
                  <a:pt x="49928" y="133142"/>
                </a:cubicBezTo>
                <a:cubicBezTo>
                  <a:pt x="49928" y="127882"/>
                  <a:pt x="45678" y="123632"/>
                  <a:pt x="40418" y="123632"/>
                </a:cubicBezTo>
                <a:lnTo>
                  <a:pt x="38605" y="123632"/>
                </a:lnTo>
                <a:lnTo>
                  <a:pt x="45143" y="109367"/>
                </a:lnTo>
                <a:lnTo>
                  <a:pt x="107049" y="109367"/>
                </a:lnTo>
                <a:lnTo>
                  <a:pt x="113587" y="123632"/>
                </a:lnTo>
                <a:lnTo>
                  <a:pt x="111774" y="123632"/>
                </a:lnTo>
                <a:cubicBezTo>
                  <a:pt x="106514" y="123632"/>
                  <a:pt x="102264" y="127882"/>
                  <a:pt x="102264" y="133142"/>
                </a:cubicBezTo>
                <a:cubicBezTo>
                  <a:pt x="102264" y="138402"/>
                  <a:pt x="106514" y="142652"/>
                  <a:pt x="111774" y="142652"/>
                </a:cubicBezTo>
                <a:lnTo>
                  <a:pt x="137927" y="142652"/>
                </a:lnTo>
                <a:cubicBezTo>
                  <a:pt x="143187" y="142652"/>
                  <a:pt x="147437" y="138402"/>
                  <a:pt x="147437" y="133142"/>
                </a:cubicBezTo>
                <a:cubicBezTo>
                  <a:pt x="147437" y="127882"/>
                  <a:pt x="143187" y="123632"/>
                  <a:pt x="137927" y="123632"/>
                </a:cubicBezTo>
                <a:lnTo>
                  <a:pt x="134509" y="123632"/>
                </a:lnTo>
                <a:lnTo>
                  <a:pt x="84759" y="15068"/>
                </a:lnTo>
                <a:close/>
                <a:moveTo>
                  <a:pt x="98311" y="90346"/>
                </a:moveTo>
                <a:lnTo>
                  <a:pt x="53851" y="90346"/>
                </a:lnTo>
                <a:lnTo>
                  <a:pt x="76081" y="41845"/>
                </a:lnTo>
                <a:lnTo>
                  <a:pt x="98311" y="90346"/>
                </a:lnTo>
                <a:close/>
              </a:path>
            </a:pathLst>
          </a:custGeom>
          <a:solidFill>
            <a:srgbClr val="E2E8F0"/>
          </a:solidFill>
        </p:spPr>
      </p:sp>
      <p:sp>
        <p:nvSpPr>
          <p:cNvPr id="48" name="Text 46"/>
          <p:cNvSpPr/>
          <p:nvPr/>
        </p:nvSpPr>
        <p:spPr>
          <a:xfrm>
            <a:off x="9566706" y="4336624"/>
            <a:ext cx="2092231" cy="228243"/>
          </a:xfrm>
          <a:prstGeom prst="rect">
            <a:avLst/>
          </a:prstGeom>
          <a:noFill/>
        </p:spPr>
        <p:txBody>
          <a:bodyPr wrap="square" lIns="0" tIns="0" rIns="0" bIns="0" rtlCol="0" anchor="ctr"/>
          <a:lstStyle/>
          <a:p>
            <a:pPr algn="ctr">
              <a:lnSpc>
                <a:spcPct val="120000"/>
              </a:lnSpc>
            </a:pPr>
            <a:r>
              <a:rPr lang="en-US" sz="1200" b="1" dirty="0">
                <a:solidFill>
                  <a:srgbClr val="2D3748"/>
                </a:solidFill>
                <a:latin typeface="Quattrocento Sans" panose="020B0502050000020003" pitchFamily="34" charset="0"/>
                <a:ea typeface="Quattrocento Sans" panose="020B0502050000020003" pitchFamily="34" charset="-122"/>
                <a:cs typeface="Quattrocento Sans" panose="020B0502050000020003" pitchFamily="34" charset="-120"/>
              </a:rPr>
              <a:t>Text Verification</a:t>
            </a:r>
            <a:endParaRPr lang="en-US" sz="1600" dirty="0"/>
          </a:p>
        </p:txBody>
      </p:sp>
      <p:sp>
        <p:nvSpPr>
          <p:cNvPr id="49" name="Text 47"/>
          <p:cNvSpPr/>
          <p:nvPr/>
        </p:nvSpPr>
        <p:spPr>
          <a:xfrm>
            <a:off x="9571461" y="4602908"/>
            <a:ext cx="2082721" cy="190203"/>
          </a:xfrm>
          <a:prstGeom prst="rect">
            <a:avLst/>
          </a:prstGeom>
          <a:noFill/>
        </p:spPr>
        <p:txBody>
          <a:bodyPr wrap="square" lIns="0" tIns="0" rIns="0" bIns="0" rtlCol="0" anchor="ctr"/>
          <a:lstStyle/>
          <a:p>
            <a:pPr algn="ctr">
              <a:lnSpc>
                <a:spcPct val="120000"/>
              </a:lnSpc>
            </a:pPr>
            <a:r>
              <a:rPr lang="en-US" sz="1050" dirty="0">
                <a:solidFill>
                  <a:srgbClr val="1A202C"/>
                </a:solidFill>
                <a:latin typeface="Quattrocento Sans" panose="020B0502050000020003" pitchFamily="34" charset="0"/>
                <a:ea typeface="Quattrocento Sans" panose="020B0502050000020003" pitchFamily="34" charset="-122"/>
                <a:cs typeface="Quattrocento Sans" panose="020B0502050000020003" pitchFamily="34" charset="-120"/>
              </a:rPr>
              <a:t>Verify expected text</a:t>
            </a:r>
            <a:endParaRPr lang="en-US" sz="1600" dirty="0"/>
          </a:p>
        </p:txBody>
      </p:sp>
      <p:sp>
        <p:nvSpPr>
          <p:cNvPr id="50" name="Shape 48"/>
          <p:cNvSpPr/>
          <p:nvPr/>
        </p:nvSpPr>
        <p:spPr>
          <a:xfrm>
            <a:off x="380406" y="5211557"/>
            <a:ext cx="11431189" cy="1264849"/>
          </a:xfrm>
          <a:custGeom>
            <a:avLst/>
            <a:gdLst/>
            <a:ahLst/>
            <a:cxnLst/>
            <a:rect l="l" t="t" r="r" b="b"/>
            <a:pathLst>
              <a:path w="11431189" h="1264849">
                <a:moveTo>
                  <a:pt x="76081" y="0"/>
                </a:moveTo>
                <a:lnTo>
                  <a:pt x="11355108" y="0"/>
                </a:lnTo>
                <a:cubicBezTo>
                  <a:pt x="11397126" y="0"/>
                  <a:pt x="11431189" y="34062"/>
                  <a:pt x="11431189" y="76081"/>
                </a:cubicBezTo>
                <a:lnTo>
                  <a:pt x="11431189" y="1188768"/>
                </a:lnTo>
                <a:cubicBezTo>
                  <a:pt x="11431189" y="1230786"/>
                  <a:pt x="11397126" y="1264849"/>
                  <a:pt x="11355108" y="1264849"/>
                </a:cubicBezTo>
                <a:lnTo>
                  <a:pt x="76081" y="1264849"/>
                </a:lnTo>
                <a:cubicBezTo>
                  <a:pt x="34062" y="1264849"/>
                  <a:pt x="0" y="1230786"/>
                  <a:pt x="0" y="1188768"/>
                </a:cubicBezTo>
                <a:lnTo>
                  <a:pt x="0" y="76081"/>
                </a:lnTo>
                <a:cubicBezTo>
                  <a:pt x="0" y="34091"/>
                  <a:pt x="34091" y="0"/>
                  <a:pt x="76081" y="0"/>
                </a:cubicBezTo>
                <a:close/>
              </a:path>
            </a:pathLst>
          </a:custGeom>
          <a:solidFill>
            <a:srgbClr val="718096">
              <a:alpha val="10196"/>
            </a:srgbClr>
          </a:solidFill>
        </p:spPr>
      </p:sp>
      <p:sp>
        <p:nvSpPr>
          <p:cNvPr id="51" name="Shape 49"/>
          <p:cNvSpPr/>
          <p:nvPr/>
        </p:nvSpPr>
        <p:spPr>
          <a:xfrm>
            <a:off x="594384" y="5439800"/>
            <a:ext cx="190203" cy="190203"/>
          </a:xfrm>
          <a:custGeom>
            <a:avLst/>
            <a:gdLst/>
            <a:ahLst/>
            <a:cxnLst/>
            <a:rect l="l" t="t" r="r" b="b"/>
            <a:pathLst>
              <a:path w="190203" h="190203">
                <a:moveTo>
                  <a:pt x="3492" y="44059"/>
                </a:moveTo>
                <a:cubicBezTo>
                  <a:pt x="-1152" y="39415"/>
                  <a:pt x="-1152" y="31874"/>
                  <a:pt x="3492" y="27230"/>
                </a:cubicBezTo>
                <a:cubicBezTo>
                  <a:pt x="8136" y="22587"/>
                  <a:pt x="15677" y="22587"/>
                  <a:pt x="20320" y="27230"/>
                </a:cubicBezTo>
                <a:lnTo>
                  <a:pt x="79759" y="86669"/>
                </a:lnTo>
                <a:cubicBezTo>
                  <a:pt x="84402" y="91312"/>
                  <a:pt x="84402" y="98853"/>
                  <a:pt x="79759" y="103497"/>
                </a:cubicBezTo>
                <a:lnTo>
                  <a:pt x="20320" y="162935"/>
                </a:lnTo>
                <a:cubicBezTo>
                  <a:pt x="15677" y="167579"/>
                  <a:pt x="8136" y="167579"/>
                  <a:pt x="3492" y="162935"/>
                </a:cubicBezTo>
                <a:cubicBezTo>
                  <a:pt x="-1152" y="158292"/>
                  <a:pt x="-1152" y="150751"/>
                  <a:pt x="3492" y="146107"/>
                </a:cubicBezTo>
                <a:lnTo>
                  <a:pt x="54498" y="95101"/>
                </a:lnTo>
                <a:lnTo>
                  <a:pt x="3492" y="44059"/>
                </a:lnTo>
                <a:close/>
                <a:moveTo>
                  <a:pt x="83214" y="142652"/>
                </a:moveTo>
                <a:lnTo>
                  <a:pt x="178315" y="142652"/>
                </a:lnTo>
                <a:cubicBezTo>
                  <a:pt x="184891" y="142652"/>
                  <a:pt x="190203" y="147964"/>
                  <a:pt x="190203" y="154540"/>
                </a:cubicBezTo>
                <a:cubicBezTo>
                  <a:pt x="190203" y="161115"/>
                  <a:pt x="184891" y="166427"/>
                  <a:pt x="178315" y="166427"/>
                </a:cubicBezTo>
                <a:lnTo>
                  <a:pt x="83214" y="166427"/>
                </a:lnTo>
                <a:cubicBezTo>
                  <a:pt x="76638" y="166427"/>
                  <a:pt x="71326" y="161115"/>
                  <a:pt x="71326" y="154540"/>
                </a:cubicBezTo>
                <a:cubicBezTo>
                  <a:pt x="71326" y="147964"/>
                  <a:pt x="76638" y="142652"/>
                  <a:pt x="83214" y="142652"/>
                </a:cubicBezTo>
                <a:close/>
              </a:path>
            </a:pathLst>
          </a:custGeom>
          <a:solidFill>
            <a:srgbClr val="4A5568"/>
          </a:solidFill>
        </p:spPr>
      </p:sp>
      <p:sp>
        <p:nvSpPr>
          <p:cNvPr id="52" name="Text 50"/>
          <p:cNvSpPr/>
          <p:nvPr/>
        </p:nvSpPr>
        <p:spPr>
          <a:xfrm>
            <a:off x="808362" y="5401760"/>
            <a:ext cx="10908131" cy="266284"/>
          </a:xfrm>
          <a:prstGeom prst="rect">
            <a:avLst/>
          </a:prstGeom>
          <a:noFill/>
        </p:spPr>
        <p:txBody>
          <a:bodyPr wrap="square" lIns="0" tIns="0" rIns="0" bIns="0" rtlCol="0" anchor="ctr"/>
          <a:lstStyle/>
          <a:p>
            <a:pPr>
              <a:lnSpc>
                <a:spcPct val="120000"/>
              </a:lnSpc>
            </a:pPr>
            <a:r>
              <a:rPr lang="en-US" sz="1500" b="1" dirty="0">
                <a:solidFill>
                  <a:srgbClr val="2D3748"/>
                </a:solidFill>
                <a:latin typeface="Liter" panose="02000503030000020004" pitchFamily="34" charset="0"/>
                <a:ea typeface="Liter" panose="02000503030000020004" pitchFamily="34" charset="-122"/>
                <a:cs typeface="Liter" panose="02000503030000020004" pitchFamily="34" charset="-120"/>
              </a:rPr>
              <a:t>Proper Command Usage</a:t>
            </a:r>
            <a:endParaRPr lang="en-US" sz="1600" dirty="0"/>
          </a:p>
        </p:txBody>
      </p:sp>
      <p:sp>
        <p:nvSpPr>
          <p:cNvPr id="53" name="Shape 51"/>
          <p:cNvSpPr/>
          <p:nvPr/>
        </p:nvSpPr>
        <p:spPr>
          <a:xfrm>
            <a:off x="570608" y="5820206"/>
            <a:ext cx="2120761" cy="465997"/>
          </a:xfrm>
          <a:custGeom>
            <a:avLst/>
            <a:gdLst/>
            <a:ahLst/>
            <a:cxnLst/>
            <a:rect l="l" t="t" r="r" b="b"/>
            <a:pathLst>
              <a:path w="2120761" h="465997">
                <a:moveTo>
                  <a:pt x="38039" y="0"/>
                </a:moveTo>
                <a:lnTo>
                  <a:pt x="2082722" y="0"/>
                </a:lnTo>
                <a:cubicBezTo>
                  <a:pt x="2103731" y="0"/>
                  <a:pt x="2120761" y="17031"/>
                  <a:pt x="2120761" y="38039"/>
                </a:cubicBezTo>
                <a:lnTo>
                  <a:pt x="2120761" y="427958"/>
                </a:lnTo>
                <a:cubicBezTo>
                  <a:pt x="2120761" y="448966"/>
                  <a:pt x="2103731" y="465997"/>
                  <a:pt x="2082722" y="465997"/>
                </a:cubicBezTo>
                <a:lnTo>
                  <a:pt x="38039" y="465997"/>
                </a:lnTo>
                <a:cubicBezTo>
                  <a:pt x="17045" y="465997"/>
                  <a:pt x="0" y="448952"/>
                  <a:pt x="0" y="427958"/>
                </a:cubicBezTo>
                <a:lnTo>
                  <a:pt x="0" y="38039"/>
                </a:lnTo>
                <a:cubicBezTo>
                  <a:pt x="0" y="17045"/>
                  <a:pt x="17045" y="0"/>
                  <a:pt x="38039" y="0"/>
                </a:cubicBezTo>
                <a:close/>
              </a:path>
            </a:pathLst>
          </a:custGeom>
          <a:solidFill>
            <a:srgbClr val="FFFFFF"/>
          </a:solidFill>
        </p:spPr>
      </p:sp>
      <p:sp>
        <p:nvSpPr>
          <p:cNvPr id="54" name="Text 52"/>
          <p:cNvSpPr/>
          <p:nvPr/>
        </p:nvSpPr>
        <p:spPr>
          <a:xfrm>
            <a:off x="1424441" y="5959691"/>
            <a:ext cx="410719" cy="177523"/>
          </a:xfrm>
          <a:prstGeom prst="rect">
            <a:avLst/>
          </a:prstGeom>
          <a:noFill/>
        </p:spPr>
        <p:txBody>
          <a:bodyPr wrap="square" lIns="0" tIns="0" rIns="0" bIns="0" rtlCol="0" anchor="ctr"/>
          <a:lstStyle/>
          <a:p>
            <a:pPr algn="ctr">
              <a:lnSpc>
                <a:spcPct val="120000"/>
              </a:lnSpc>
            </a:pPr>
            <a:r>
              <a:rPr lang="en-US" sz="1200" b="1" dirty="0">
                <a:solidFill>
                  <a:srgbClr val="2D3748"/>
                </a:solidFill>
                <a:latin typeface="MiSans" pitchFamily="34" charset="-122"/>
                <a:ea typeface="MiSans" pitchFamily="34" charset="-122"/>
                <a:cs typeface="MiSans" pitchFamily="34" charset="-120"/>
              </a:rPr>
              <a:t>open</a:t>
            </a:r>
            <a:endParaRPr lang="en-US" sz="1600" dirty="0"/>
          </a:p>
        </p:txBody>
      </p:sp>
      <p:sp>
        <p:nvSpPr>
          <p:cNvPr id="55" name="Shape 53"/>
          <p:cNvSpPr/>
          <p:nvPr/>
        </p:nvSpPr>
        <p:spPr>
          <a:xfrm>
            <a:off x="2803114" y="5820206"/>
            <a:ext cx="2120761" cy="465997"/>
          </a:xfrm>
          <a:custGeom>
            <a:avLst/>
            <a:gdLst/>
            <a:ahLst/>
            <a:cxnLst/>
            <a:rect l="l" t="t" r="r" b="b"/>
            <a:pathLst>
              <a:path w="2120761" h="465997">
                <a:moveTo>
                  <a:pt x="38039" y="0"/>
                </a:moveTo>
                <a:lnTo>
                  <a:pt x="2082722" y="0"/>
                </a:lnTo>
                <a:cubicBezTo>
                  <a:pt x="2103731" y="0"/>
                  <a:pt x="2120761" y="17031"/>
                  <a:pt x="2120761" y="38039"/>
                </a:cubicBezTo>
                <a:lnTo>
                  <a:pt x="2120761" y="427958"/>
                </a:lnTo>
                <a:cubicBezTo>
                  <a:pt x="2120761" y="448966"/>
                  <a:pt x="2103731" y="465997"/>
                  <a:pt x="2082722" y="465997"/>
                </a:cubicBezTo>
                <a:lnTo>
                  <a:pt x="38039" y="465997"/>
                </a:lnTo>
                <a:cubicBezTo>
                  <a:pt x="17045" y="465997"/>
                  <a:pt x="0" y="448952"/>
                  <a:pt x="0" y="427958"/>
                </a:cubicBezTo>
                <a:lnTo>
                  <a:pt x="0" y="38039"/>
                </a:lnTo>
                <a:cubicBezTo>
                  <a:pt x="0" y="17045"/>
                  <a:pt x="17045" y="0"/>
                  <a:pt x="38039" y="0"/>
                </a:cubicBezTo>
                <a:close/>
              </a:path>
            </a:pathLst>
          </a:custGeom>
          <a:solidFill>
            <a:srgbClr val="FFFFFF"/>
          </a:solidFill>
        </p:spPr>
      </p:sp>
      <p:sp>
        <p:nvSpPr>
          <p:cNvPr id="56" name="Text 54"/>
          <p:cNvSpPr/>
          <p:nvPr/>
        </p:nvSpPr>
        <p:spPr>
          <a:xfrm>
            <a:off x="3615042" y="5959691"/>
            <a:ext cx="494428" cy="177523"/>
          </a:xfrm>
          <a:prstGeom prst="rect">
            <a:avLst/>
          </a:prstGeom>
          <a:noFill/>
        </p:spPr>
        <p:txBody>
          <a:bodyPr wrap="square" lIns="0" tIns="0" rIns="0" bIns="0" rtlCol="0" anchor="ctr"/>
          <a:lstStyle/>
          <a:p>
            <a:pPr algn="ctr">
              <a:lnSpc>
                <a:spcPct val="120000"/>
              </a:lnSpc>
            </a:pPr>
            <a:r>
              <a:rPr lang="en-US" sz="1200" b="1" dirty="0">
                <a:solidFill>
                  <a:srgbClr val="2D3748"/>
                </a:solidFill>
                <a:latin typeface="MiSans" pitchFamily="34" charset="-122"/>
                <a:ea typeface="MiSans" pitchFamily="34" charset="-122"/>
                <a:cs typeface="MiSans" pitchFamily="34" charset="-120"/>
              </a:rPr>
              <a:t>click</a:t>
            </a:r>
            <a:endParaRPr lang="en-US" sz="1600" dirty="0"/>
          </a:p>
        </p:txBody>
      </p:sp>
      <p:sp>
        <p:nvSpPr>
          <p:cNvPr id="57" name="Shape 55"/>
          <p:cNvSpPr/>
          <p:nvPr/>
        </p:nvSpPr>
        <p:spPr>
          <a:xfrm>
            <a:off x="5035619" y="5820206"/>
            <a:ext cx="2120761" cy="465997"/>
          </a:xfrm>
          <a:custGeom>
            <a:avLst/>
            <a:gdLst/>
            <a:ahLst/>
            <a:cxnLst/>
            <a:rect l="l" t="t" r="r" b="b"/>
            <a:pathLst>
              <a:path w="2120761" h="465997">
                <a:moveTo>
                  <a:pt x="38039" y="0"/>
                </a:moveTo>
                <a:lnTo>
                  <a:pt x="2082722" y="0"/>
                </a:lnTo>
                <a:cubicBezTo>
                  <a:pt x="2103731" y="0"/>
                  <a:pt x="2120761" y="17031"/>
                  <a:pt x="2120761" y="38039"/>
                </a:cubicBezTo>
                <a:lnTo>
                  <a:pt x="2120761" y="427958"/>
                </a:lnTo>
                <a:cubicBezTo>
                  <a:pt x="2120761" y="448966"/>
                  <a:pt x="2103731" y="465997"/>
                  <a:pt x="2082722" y="465997"/>
                </a:cubicBezTo>
                <a:lnTo>
                  <a:pt x="38039" y="465997"/>
                </a:lnTo>
                <a:cubicBezTo>
                  <a:pt x="17045" y="465997"/>
                  <a:pt x="0" y="448952"/>
                  <a:pt x="0" y="427958"/>
                </a:cubicBezTo>
                <a:lnTo>
                  <a:pt x="0" y="38039"/>
                </a:lnTo>
                <a:cubicBezTo>
                  <a:pt x="0" y="17045"/>
                  <a:pt x="17045" y="0"/>
                  <a:pt x="38039" y="0"/>
                </a:cubicBezTo>
                <a:close/>
              </a:path>
            </a:pathLst>
          </a:custGeom>
          <a:solidFill>
            <a:srgbClr val="FFFFFF"/>
          </a:solidFill>
        </p:spPr>
      </p:sp>
      <p:sp>
        <p:nvSpPr>
          <p:cNvPr id="58" name="Text 56"/>
          <p:cNvSpPr/>
          <p:nvPr/>
        </p:nvSpPr>
        <p:spPr>
          <a:xfrm>
            <a:off x="5889452" y="5959691"/>
            <a:ext cx="410719" cy="177523"/>
          </a:xfrm>
          <a:prstGeom prst="rect">
            <a:avLst/>
          </a:prstGeom>
          <a:noFill/>
        </p:spPr>
        <p:txBody>
          <a:bodyPr wrap="square" lIns="0" tIns="0" rIns="0" bIns="0" rtlCol="0" anchor="ctr"/>
          <a:lstStyle/>
          <a:p>
            <a:pPr algn="ctr">
              <a:lnSpc>
                <a:spcPct val="120000"/>
              </a:lnSpc>
            </a:pPr>
            <a:r>
              <a:rPr lang="en-US" sz="1200" b="1" dirty="0">
                <a:solidFill>
                  <a:srgbClr val="2D3748"/>
                </a:solidFill>
                <a:latin typeface="MiSans" pitchFamily="34" charset="-122"/>
                <a:ea typeface="MiSans" pitchFamily="34" charset="-122"/>
                <a:cs typeface="MiSans" pitchFamily="34" charset="-120"/>
              </a:rPr>
              <a:t>type</a:t>
            </a:r>
            <a:endParaRPr lang="en-US" sz="1600" dirty="0"/>
          </a:p>
        </p:txBody>
      </p:sp>
      <p:sp>
        <p:nvSpPr>
          <p:cNvPr id="59" name="Shape 57"/>
          <p:cNvSpPr/>
          <p:nvPr/>
        </p:nvSpPr>
        <p:spPr>
          <a:xfrm>
            <a:off x="7268224" y="5820206"/>
            <a:ext cx="2120761" cy="465997"/>
          </a:xfrm>
          <a:custGeom>
            <a:avLst/>
            <a:gdLst/>
            <a:ahLst/>
            <a:cxnLst/>
            <a:rect l="l" t="t" r="r" b="b"/>
            <a:pathLst>
              <a:path w="2120761" h="465997">
                <a:moveTo>
                  <a:pt x="38039" y="0"/>
                </a:moveTo>
                <a:lnTo>
                  <a:pt x="2082722" y="0"/>
                </a:lnTo>
                <a:cubicBezTo>
                  <a:pt x="2103731" y="0"/>
                  <a:pt x="2120761" y="17031"/>
                  <a:pt x="2120761" y="38039"/>
                </a:cubicBezTo>
                <a:lnTo>
                  <a:pt x="2120761" y="427958"/>
                </a:lnTo>
                <a:cubicBezTo>
                  <a:pt x="2120761" y="448966"/>
                  <a:pt x="2103731" y="465997"/>
                  <a:pt x="2082722" y="465997"/>
                </a:cubicBezTo>
                <a:lnTo>
                  <a:pt x="38039" y="465997"/>
                </a:lnTo>
                <a:cubicBezTo>
                  <a:pt x="17045" y="465997"/>
                  <a:pt x="0" y="448952"/>
                  <a:pt x="0" y="427958"/>
                </a:cubicBezTo>
                <a:lnTo>
                  <a:pt x="0" y="38039"/>
                </a:lnTo>
                <a:cubicBezTo>
                  <a:pt x="0" y="17045"/>
                  <a:pt x="17045" y="0"/>
                  <a:pt x="38039" y="0"/>
                </a:cubicBezTo>
                <a:close/>
              </a:path>
            </a:pathLst>
          </a:custGeom>
          <a:solidFill>
            <a:srgbClr val="FFFFFF"/>
          </a:solidFill>
        </p:spPr>
      </p:sp>
      <p:sp>
        <p:nvSpPr>
          <p:cNvPr id="60" name="Text 58"/>
          <p:cNvSpPr/>
          <p:nvPr/>
        </p:nvSpPr>
        <p:spPr>
          <a:xfrm>
            <a:off x="7829223" y="5959691"/>
            <a:ext cx="996385" cy="177523"/>
          </a:xfrm>
          <a:prstGeom prst="rect">
            <a:avLst/>
          </a:prstGeom>
          <a:noFill/>
        </p:spPr>
        <p:txBody>
          <a:bodyPr wrap="square" lIns="0" tIns="0" rIns="0" bIns="0" rtlCol="0" anchor="ctr"/>
          <a:lstStyle/>
          <a:p>
            <a:pPr algn="ctr">
              <a:lnSpc>
                <a:spcPct val="120000"/>
              </a:lnSpc>
            </a:pPr>
            <a:r>
              <a:rPr lang="en-US" sz="1200" b="1" dirty="0">
                <a:solidFill>
                  <a:srgbClr val="2D3748"/>
                </a:solidFill>
                <a:latin typeface="MiSans" pitchFamily="34" charset="-122"/>
                <a:ea typeface="MiSans" pitchFamily="34" charset="-122"/>
                <a:cs typeface="MiSans" pitchFamily="34" charset="-120"/>
              </a:rPr>
              <a:t>assertTitle</a:t>
            </a:r>
            <a:endParaRPr lang="en-US" sz="1600" dirty="0"/>
          </a:p>
        </p:txBody>
      </p:sp>
      <p:sp>
        <p:nvSpPr>
          <p:cNvPr id="61" name="Shape 59"/>
          <p:cNvSpPr/>
          <p:nvPr/>
        </p:nvSpPr>
        <p:spPr>
          <a:xfrm>
            <a:off x="9500730" y="5820206"/>
            <a:ext cx="2120761" cy="465997"/>
          </a:xfrm>
          <a:custGeom>
            <a:avLst/>
            <a:gdLst/>
            <a:ahLst/>
            <a:cxnLst/>
            <a:rect l="l" t="t" r="r" b="b"/>
            <a:pathLst>
              <a:path w="2120761" h="465997">
                <a:moveTo>
                  <a:pt x="38039" y="0"/>
                </a:moveTo>
                <a:lnTo>
                  <a:pt x="2082722" y="0"/>
                </a:lnTo>
                <a:cubicBezTo>
                  <a:pt x="2103731" y="0"/>
                  <a:pt x="2120761" y="17031"/>
                  <a:pt x="2120761" y="38039"/>
                </a:cubicBezTo>
                <a:lnTo>
                  <a:pt x="2120761" y="427958"/>
                </a:lnTo>
                <a:cubicBezTo>
                  <a:pt x="2120761" y="448966"/>
                  <a:pt x="2103731" y="465997"/>
                  <a:pt x="2082722" y="465997"/>
                </a:cubicBezTo>
                <a:lnTo>
                  <a:pt x="38039" y="465997"/>
                </a:lnTo>
                <a:cubicBezTo>
                  <a:pt x="17045" y="465997"/>
                  <a:pt x="0" y="448952"/>
                  <a:pt x="0" y="427958"/>
                </a:cubicBezTo>
                <a:lnTo>
                  <a:pt x="0" y="38039"/>
                </a:lnTo>
                <a:cubicBezTo>
                  <a:pt x="0" y="17045"/>
                  <a:pt x="17045" y="0"/>
                  <a:pt x="38039" y="0"/>
                </a:cubicBezTo>
                <a:close/>
              </a:path>
            </a:pathLst>
          </a:custGeom>
          <a:solidFill>
            <a:srgbClr val="FFFFFF"/>
          </a:solidFill>
        </p:spPr>
      </p:sp>
      <p:sp>
        <p:nvSpPr>
          <p:cNvPr id="62" name="Text 60"/>
          <p:cNvSpPr/>
          <p:nvPr/>
        </p:nvSpPr>
        <p:spPr>
          <a:xfrm>
            <a:off x="10103633" y="5959691"/>
            <a:ext cx="912676" cy="177523"/>
          </a:xfrm>
          <a:prstGeom prst="rect">
            <a:avLst/>
          </a:prstGeom>
          <a:noFill/>
        </p:spPr>
        <p:txBody>
          <a:bodyPr wrap="square" lIns="0" tIns="0" rIns="0" bIns="0" rtlCol="0" anchor="ctr"/>
          <a:lstStyle/>
          <a:p>
            <a:pPr algn="ctr">
              <a:lnSpc>
                <a:spcPct val="120000"/>
              </a:lnSpc>
            </a:pPr>
            <a:r>
              <a:rPr lang="en-US" sz="1200" b="1" dirty="0">
                <a:solidFill>
                  <a:srgbClr val="2D3748"/>
                </a:solidFill>
                <a:latin typeface="MiSans" pitchFamily="34" charset="-122"/>
                <a:ea typeface="MiSans" pitchFamily="34" charset="-122"/>
                <a:cs typeface="MiSans" pitchFamily="34" charset="-120"/>
              </a:rPr>
              <a:t>assertText</a:t>
            </a:r>
            <a:endParaRPr lang="en-US" sz="1600" dirty="0"/>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pic>
        <p:nvPicPr>
          <p:cNvPr id="2" name="Image 0" descr="https://kimi-web-img.moonshot.cn/img/resources.jetbrains.com/1cf567c1941bdb67f92859c8a524d3816789ef70.png"/>
          <p:cNvPicPr>
            <a:picLocks noChangeAspect="1"/>
          </p:cNvPicPr>
          <p:nvPr/>
        </p:nvPicPr>
        <p:blipFill>
          <a:blip r:embed="rId1">
            <a:alphaModFix amt="10000"/>
          </a:blip>
          <a:srcRect t="13280" b="13280"/>
          <a:stretch>
            <a:fillRect/>
          </a:stretch>
        </p:blipFill>
        <p:spPr>
          <a:xfrm>
            <a:off x="0" y="0"/>
            <a:ext cx="12192000" cy="6858000"/>
          </a:xfrm>
          <a:prstGeom prst="roundRect">
            <a:avLst>
              <a:gd name="adj" fmla="val 0"/>
            </a:avLst>
          </a:prstGeom>
        </p:spPr>
      </p:pic>
      <p:sp>
        <p:nvSpPr>
          <p:cNvPr id="3" name="Text 0"/>
          <p:cNvSpPr/>
          <p:nvPr/>
        </p:nvSpPr>
        <p:spPr>
          <a:xfrm>
            <a:off x="381000" y="381000"/>
            <a:ext cx="7610475" cy="457200"/>
          </a:xfrm>
          <a:prstGeom prst="rect">
            <a:avLst/>
          </a:prstGeom>
          <a:noFill/>
        </p:spPr>
        <p:txBody>
          <a:bodyPr wrap="square" lIns="0" tIns="0" rIns="0" bIns="0" rtlCol="0" anchor="ctr"/>
          <a:lstStyle/>
          <a:p>
            <a:pPr>
              <a:lnSpc>
                <a:spcPct val="80000"/>
              </a:lnSpc>
            </a:pPr>
            <a:r>
              <a:rPr lang="en-US" sz="3600" b="1" dirty="0">
                <a:solidFill>
                  <a:srgbClr val="2D3748"/>
                </a:solidFill>
                <a:latin typeface="Hedvig Letters Sans" pitchFamily="34" charset="0"/>
                <a:ea typeface="Hedvig Letters Sans" pitchFamily="34" charset="-122"/>
                <a:cs typeface="Hedvig Letters Sans" pitchFamily="34" charset="-120"/>
              </a:rPr>
              <a:t>Automation Using Python Selenium</a:t>
            </a:r>
            <a:endParaRPr lang="en-US" sz="1600" dirty="0"/>
          </a:p>
        </p:txBody>
      </p:sp>
      <p:sp>
        <p:nvSpPr>
          <p:cNvPr id="4" name="Shape 1"/>
          <p:cNvSpPr/>
          <p:nvPr/>
        </p:nvSpPr>
        <p:spPr>
          <a:xfrm>
            <a:off x="381000" y="914400"/>
            <a:ext cx="914400" cy="38100"/>
          </a:xfrm>
          <a:custGeom>
            <a:avLst/>
            <a:gdLst/>
            <a:ahLst/>
            <a:cxnLst/>
            <a:rect l="l" t="t" r="r" b="b"/>
            <a:pathLst>
              <a:path w="914400" h="38100">
                <a:moveTo>
                  <a:pt x="0" y="0"/>
                </a:moveTo>
                <a:lnTo>
                  <a:pt x="914400" y="0"/>
                </a:lnTo>
                <a:lnTo>
                  <a:pt x="914400" y="38100"/>
                </a:lnTo>
                <a:lnTo>
                  <a:pt x="0" y="38100"/>
                </a:lnTo>
                <a:lnTo>
                  <a:pt x="0" y="0"/>
                </a:lnTo>
                <a:close/>
              </a:path>
            </a:pathLst>
          </a:custGeom>
          <a:solidFill>
            <a:srgbClr val="4A5568"/>
          </a:solidFill>
        </p:spPr>
      </p:sp>
      <p:sp>
        <p:nvSpPr>
          <p:cNvPr id="5" name="Shape 2"/>
          <p:cNvSpPr/>
          <p:nvPr/>
        </p:nvSpPr>
        <p:spPr>
          <a:xfrm>
            <a:off x="11203781" y="381000"/>
            <a:ext cx="500063" cy="571500"/>
          </a:xfrm>
          <a:custGeom>
            <a:avLst/>
            <a:gdLst/>
            <a:ahLst/>
            <a:cxnLst/>
            <a:rect l="l" t="t" r="r" b="b"/>
            <a:pathLst>
              <a:path w="500063" h="571500">
                <a:moveTo>
                  <a:pt x="490910" y="223800"/>
                </a:moveTo>
                <a:cubicBezTo>
                  <a:pt x="482315" y="189309"/>
                  <a:pt x="466018" y="163302"/>
                  <a:pt x="431304" y="163302"/>
                </a:cubicBezTo>
                <a:lnTo>
                  <a:pt x="386544" y="163302"/>
                </a:lnTo>
                <a:lnTo>
                  <a:pt x="386544" y="216210"/>
                </a:lnTo>
                <a:cubicBezTo>
                  <a:pt x="386544" y="257287"/>
                  <a:pt x="351718" y="291889"/>
                  <a:pt x="311981" y="291889"/>
                </a:cubicBezTo>
                <a:lnTo>
                  <a:pt x="192770" y="291889"/>
                </a:lnTo>
                <a:cubicBezTo>
                  <a:pt x="160176" y="291889"/>
                  <a:pt x="133164" y="319794"/>
                  <a:pt x="133164" y="352499"/>
                </a:cubicBezTo>
                <a:lnTo>
                  <a:pt x="133164" y="466130"/>
                </a:lnTo>
                <a:cubicBezTo>
                  <a:pt x="133164" y="498500"/>
                  <a:pt x="161292" y="517475"/>
                  <a:pt x="192770" y="526740"/>
                </a:cubicBezTo>
                <a:cubicBezTo>
                  <a:pt x="230498" y="537790"/>
                  <a:pt x="266774" y="539800"/>
                  <a:pt x="311981" y="526740"/>
                </a:cubicBezTo>
                <a:cubicBezTo>
                  <a:pt x="342007" y="518033"/>
                  <a:pt x="371587" y="500509"/>
                  <a:pt x="371587" y="466130"/>
                </a:cubicBezTo>
                <a:lnTo>
                  <a:pt x="371587" y="420700"/>
                </a:lnTo>
                <a:lnTo>
                  <a:pt x="252487" y="420700"/>
                </a:lnTo>
                <a:lnTo>
                  <a:pt x="252487" y="405519"/>
                </a:lnTo>
                <a:lnTo>
                  <a:pt x="431304" y="405519"/>
                </a:lnTo>
                <a:cubicBezTo>
                  <a:pt x="466018" y="405519"/>
                  <a:pt x="478854" y="381298"/>
                  <a:pt x="490910" y="345021"/>
                </a:cubicBezTo>
                <a:cubicBezTo>
                  <a:pt x="503411" y="307628"/>
                  <a:pt x="502853" y="271686"/>
                  <a:pt x="490910" y="223800"/>
                </a:cubicBezTo>
                <a:close/>
                <a:moveTo>
                  <a:pt x="319460" y="496379"/>
                </a:moveTo>
                <a:cubicBezTo>
                  <a:pt x="310964" y="496975"/>
                  <a:pt x="302846" y="492780"/>
                  <a:pt x="298417" y="485507"/>
                </a:cubicBezTo>
                <a:cubicBezTo>
                  <a:pt x="293988" y="478233"/>
                  <a:pt x="293988" y="469095"/>
                  <a:pt x="298417" y="461822"/>
                </a:cubicBezTo>
                <a:cubicBezTo>
                  <a:pt x="302846" y="454548"/>
                  <a:pt x="310964" y="450353"/>
                  <a:pt x="319460" y="450949"/>
                </a:cubicBezTo>
                <a:cubicBezTo>
                  <a:pt x="327955" y="450353"/>
                  <a:pt x="336073" y="454548"/>
                  <a:pt x="340502" y="461822"/>
                </a:cubicBezTo>
                <a:cubicBezTo>
                  <a:pt x="344931" y="469095"/>
                  <a:pt x="344931" y="478233"/>
                  <a:pt x="340502" y="485507"/>
                </a:cubicBezTo>
                <a:cubicBezTo>
                  <a:pt x="336073" y="492780"/>
                  <a:pt x="327955" y="496975"/>
                  <a:pt x="319460" y="496379"/>
                </a:cubicBezTo>
                <a:close/>
                <a:moveTo>
                  <a:pt x="187300" y="276932"/>
                </a:moveTo>
                <a:lnTo>
                  <a:pt x="306512" y="276932"/>
                </a:lnTo>
                <a:cubicBezTo>
                  <a:pt x="339663" y="276932"/>
                  <a:pt x="366117" y="249585"/>
                  <a:pt x="366117" y="216322"/>
                </a:cubicBezTo>
                <a:lnTo>
                  <a:pt x="366117" y="102580"/>
                </a:lnTo>
                <a:cubicBezTo>
                  <a:pt x="366117" y="70210"/>
                  <a:pt x="338882" y="45988"/>
                  <a:pt x="306512" y="40518"/>
                </a:cubicBezTo>
                <a:cubicBezTo>
                  <a:pt x="266551" y="33933"/>
                  <a:pt x="223131" y="34268"/>
                  <a:pt x="187300" y="40630"/>
                </a:cubicBezTo>
                <a:cubicBezTo>
                  <a:pt x="136847" y="49560"/>
                  <a:pt x="127695" y="68200"/>
                  <a:pt x="127695" y="102691"/>
                </a:cubicBezTo>
                <a:lnTo>
                  <a:pt x="127695" y="148121"/>
                </a:lnTo>
                <a:lnTo>
                  <a:pt x="247017" y="148121"/>
                </a:lnTo>
                <a:lnTo>
                  <a:pt x="247017" y="163302"/>
                </a:lnTo>
                <a:lnTo>
                  <a:pt x="82934" y="163302"/>
                </a:lnTo>
                <a:cubicBezTo>
                  <a:pt x="48220" y="163302"/>
                  <a:pt x="17859" y="184175"/>
                  <a:pt x="8372" y="223800"/>
                </a:cubicBezTo>
                <a:cubicBezTo>
                  <a:pt x="-2567" y="269230"/>
                  <a:pt x="-3014" y="297582"/>
                  <a:pt x="8372" y="345021"/>
                </a:cubicBezTo>
                <a:cubicBezTo>
                  <a:pt x="16855" y="380293"/>
                  <a:pt x="37058" y="405519"/>
                  <a:pt x="71772" y="405519"/>
                </a:cubicBezTo>
                <a:lnTo>
                  <a:pt x="112737" y="405519"/>
                </a:lnTo>
                <a:lnTo>
                  <a:pt x="112737" y="351048"/>
                </a:lnTo>
                <a:cubicBezTo>
                  <a:pt x="112737" y="311646"/>
                  <a:pt x="146782" y="276932"/>
                  <a:pt x="187300" y="276932"/>
                </a:cubicBezTo>
                <a:close/>
                <a:moveTo>
                  <a:pt x="179933" y="72219"/>
                </a:moveTo>
                <a:cubicBezTo>
                  <a:pt x="192501" y="72219"/>
                  <a:pt x="202704" y="82422"/>
                  <a:pt x="202704" y="94990"/>
                </a:cubicBezTo>
                <a:cubicBezTo>
                  <a:pt x="202704" y="107557"/>
                  <a:pt x="192501" y="117760"/>
                  <a:pt x="179933" y="117760"/>
                </a:cubicBezTo>
                <a:cubicBezTo>
                  <a:pt x="167366" y="117760"/>
                  <a:pt x="157162" y="107557"/>
                  <a:pt x="157162" y="94990"/>
                </a:cubicBezTo>
                <a:cubicBezTo>
                  <a:pt x="157162" y="82422"/>
                  <a:pt x="167366" y="72219"/>
                  <a:pt x="179933" y="72219"/>
                </a:cubicBezTo>
                <a:close/>
              </a:path>
            </a:pathLst>
          </a:custGeom>
          <a:solidFill>
            <a:srgbClr val="718096">
              <a:alpha val="30196"/>
            </a:srgbClr>
          </a:solidFill>
        </p:spPr>
      </p:sp>
      <p:sp>
        <p:nvSpPr>
          <p:cNvPr id="6" name="Shape 3"/>
          <p:cNvSpPr/>
          <p:nvPr/>
        </p:nvSpPr>
        <p:spPr>
          <a:xfrm>
            <a:off x="381000" y="1181100"/>
            <a:ext cx="5562600" cy="2705100"/>
          </a:xfrm>
          <a:custGeom>
            <a:avLst/>
            <a:gdLst/>
            <a:ahLst/>
            <a:cxnLst/>
            <a:rect l="l" t="t" r="r" b="b"/>
            <a:pathLst>
              <a:path w="5562600" h="2705100">
                <a:moveTo>
                  <a:pt x="76203" y="0"/>
                </a:moveTo>
                <a:lnTo>
                  <a:pt x="5486397" y="0"/>
                </a:lnTo>
                <a:cubicBezTo>
                  <a:pt x="5528483" y="0"/>
                  <a:pt x="5562600" y="34117"/>
                  <a:pt x="5562600" y="76203"/>
                </a:cubicBezTo>
                <a:lnTo>
                  <a:pt x="5562600" y="2628897"/>
                </a:lnTo>
                <a:cubicBezTo>
                  <a:pt x="5562600" y="2670983"/>
                  <a:pt x="5528483" y="2705100"/>
                  <a:pt x="5486397" y="2705100"/>
                </a:cubicBezTo>
                <a:lnTo>
                  <a:pt x="76203" y="2705100"/>
                </a:lnTo>
                <a:cubicBezTo>
                  <a:pt x="34117" y="2705100"/>
                  <a:pt x="0" y="2670983"/>
                  <a:pt x="0" y="2628897"/>
                </a:cubicBezTo>
                <a:lnTo>
                  <a:pt x="0" y="76203"/>
                </a:lnTo>
                <a:cubicBezTo>
                  <a:pt x="0" y="34145"/>
                  <a:pt x="34145" y="0"/>
                  <a:pt x="76203" y="0"/>
                </a:cubicBezTo>
                <a:close/>
              </a:path>
            </a:pathLst>
          </a:custGeom>
          <a:gradFill flip="none" rotWithShape="1">
            <a:gsLst>
              <a:gs pos="0">
                <a:srgbClr val="2D3748"/>
              </a:gs>
              <a:gs pos="100000">
                <a:srgbClr val="4A5568"/>
              </a:gs>
            </a:gsLst>
            <a:lin ang="2700000" scaled="1"/>
          </a:gradFill>
        </p:spPr>
      </p:sp>
      <p:sp>
        <p:nvSpPr>
          <p:cNvPr id="7" name="Shape 4"/>
          <p:cNvSpPr/>
          <p:nvPr/>
        </p:nvSpPr>
        <p:spPr>
          <a:xfrm>
            <a:off x="609600" y="1409700"/>
            <a:ext cx="533400" cy="533400"/>
          </a:xfrm>
          <a:custGeom>
            <a:avLst/>
            <a:gdLst/>
            <a:ahLst/>
            <a:cxnLst/>
            <a:rect l="l" t="t" r="r" b="b"/>
            <a:pathLst>
              <a:path w="533400" h="533400">
                <a:moveTo>
                  <a:pt x="76202" y="0"/>
                </a:moveTo>
                <a:lnTo>
                  <a:pt x="457198" y="0"/>
                </a:lnTo>
                <a:cubicBezTo>
                  <a:pt x="499283" y="0"/>
                  <a:pt x="533400" y="34117"/>
                  <a:pt x="533400" y="76202"/>
                </a:cubicBezTo>
                <a:lnTo>
                  <a:pt x="533400" y="457198"/>
                </a:lnTo>
                <a:cubicBezTo>
                  <a:pt x="533400" y="499283"/>
                  <a:pt x="499283" y="533400"/>
                  <a:pt x="457198" y="533400"/>
                </a:cubicBezTo>
                <a:lnTo>
                  <a:pt x="76202" y="533400"/>
                </a:lnTo>
                <a:cubicBezTo>
                  <a:pt x="34117" y="533400"/>
                  <a:pt x="0" y="499283"/>
                  <a:pt x="0" y="457198"/>
                </a:cubicBezTo>
                <a:lnTo>
                  <a:pt x="0" y="76202"/>
                </a:lnTo>
                <a:cubicBezTo>
                  <a:pt x="0" y="34145"/>
                  <a:pt x="34145" y="0"/>
                  <a:pt x="76202" y="0"/>
                </a:cubicBezTo>
                <a:close/>
              </a:path>
            </a:pathLst>
          </a:custGeom>
          <a:solidFill>
            <a:srgbClr val="E2E8F0">
              <a:alpha val="20000"/>
            </a:srgbClr>
          </a:solidFill>
        </p:spPr>
      </p:sp>
      <p:sp>
        <p:nvSpPr>
          <p:cNvPr id="8" name="Shape 5"/>
          <p:cNvSpPr/>
          <p:nvPr/>
        </p:nvSpPr>
        <p:spPr>
          <a:xfrm>
            <a:off x="753666" y="1533525"/>
            <a:ext cx="250031" cy="285750"/>
          </a:xfrm>
          <a:custGeom>
            <a:avLst/>
            <a:gdLst/>
            <a:ahLst/>
            <a:cxnLst/>
            <a:rect l="l" t="t" r="r" b="b"/>
            <a:pathLst>
              <a:path w="250031" h="285750">
                <a:moveTo>
                  <a:pt x="245455" y="111900"/>
                </a:moveTo>
                <a:cubicBezTo>
                  <a:pt x="241157" y="94655"/>
                  <a:pt x="233009" y="81651"/>
                  <a:pt x="215652" y="81651"/>
                </a:cubicBezTo>
                <a:lnTo>
                  <a:pt x="193272" y="81651"/>
                </a:lnTo>
                <a:lnTo>
                  <a:pt x="193272" y="108105"/>
                </a:lnTo>
                <a:cubicBezTo>
                  <a:pt x="193272" y="128643"/>
                  <a:pt x="175859" y="145945"/>
                  <a:pt x="155990" y="145945"/>
                </a:cubicBezTo>
                <a:lnTo>
                  <a:pt x="96385" y="145945"/>
                </a:lnTo>
                <a:cubicBezTo>
                  <a:pt x="80088" y="145945"/>
                  <a:pt x="66582" y="159897"/>
                  <a:pt x="66582" y="176250"/>
                </a:cubicBezTo>
                <a:lnTo>
                  <a:pt x="66582" y="233065"/>
                </a:lnTo>
                <a:cubicBezTo>
                  <a:pt x="66582" y="249250"/>
                  <a:pt x="80646" y="258738"/>
                  <a:pt x="96385" y="263370"/>
                </a:cubicBezTo>
                <a:cubicBezTo>
                  <a:pt x="115249" y="268895"/>
                  <a:pt x="133387" y="269900"/>
                  <a:pt x="155990" y="263370"/>
                </a:cubicBezTo>
                <a:cubicBezTo>
                  <a:pt x="171004" y="259017"/>
                  <a:pt x="185793" y="250254"/>
                  <a:pt x="185793" y="233065"/>
                </a:cubicBezTo>
                <a:lnTo>
                  <a:pt x="185793" y="210350"/>
                </a:lnTo>
                <a:lnTo>
                  <a:pt x="126243" y="210350"/>
                </a:lnTo>
                <a:lnTo>
                  <a:pt x="126243" y="202760"/>
                </a:lnTo>
                <a:lnTo>
                  <a:pt x="215652" y="202760"/>
                </a:lnTo>
                <a:cubicBezTo>
                  <a:pt x="233009" y="202760"/>
                  <a:pt x="239427" y="190649"/>
                  <a:pt x="245455" y="172510"/>
                </a:cubicBezTo>
                <a:cubicBezTo>
                  <a:pt x="251706" y="153814"/>
                  <a:pt x="251427" y="135843"/>
                  <a:pt x="245455" y="111900"/>
                </a:cubicBezTo>
                <a:close/>
                <a:moveTo>
                  <a:pt x="159730" y="248190"/>
                </a:moveTo>
                <a:cubicBezTo>
                  <a:pt x="155482" y="248487"/>
                  <a:pt x="151423" y="246390"/>
                  <a:pt x="149209" y="242753"/>
                </a:cubicBezTo>
                <a:cubicBezTo>
                  <a:pt x="146994" y="239116"/>
                  <a:pt x="146994" y="234548"/>
                  <a:pt x="149209" y="230911"/>
                </a:cubicBezTo>
                <a:cubicBezTo>
                  <a:pt x="151423" y="227274"/>
                  <a:pt x="155482" y="225177"/>
                  <a:pt x="159730" y="225475"/>
                </a:cubicBezTo>
                <a:cubicBezTo>
                  <a:pt x="163977" y="225177"/>
                  <a:pt x="168036" y="227274"/>
                  <a:pt x="170251" y="230911"/>
                </a:cubicBezTo>
                <a:cubicBezTo>
                  <a:pt x="172465" y="234548"/>
                  <a:pt x="172465" y="239116"/>
                  <a:pt x="170251" y="242753"/>
                </a:cubicBezTo>
                <a:cubicBezTo>
                  <a:pt x="168036" y="246390"/>
                  <a:pt x="163977" y="248487"/>
                  <a:pt x="159730" y="248190"/>
                </a:cubicBezTo>
                <a:close/>
                <a:moveTo>
                  <a:pt x="93650" y="138466"/>
                </a:moveTo>
                <a:lnTo>
                  <a:pt x="153256" y="138466"/>
                </a:lnTo>
                <a:cubicBezTo>
                  <a:pt x="169831" y="138466"/>
                  <a:pt x="183059" y="124792"/>
                  <a:pt x="183059" y="108161"/>
                </a:cubicBezTo>
                <a:lnTo>
                  <a:pt x="183059" y="51290"/>
                </a:lnTo>
                <a:cubicBezTo>
                  <a:pt x="183059" y="35105"/>
                  <a:pt x="169441" y="22994"/>
                  <a:pt x="153256" y="20259"/>
                </a:cubicBezTo>
                <a:cubicBezTo>
                  <a:pt x="133276" y="16966"/>
                  <a:pt x="111565" y="17134"/>
                  <a:pt x="93650" y="20315"/>
                </a:cubicBezTo>
                <a:cubicBezTo>
                  <a:pt x="68424" y="24780"/>
                  <a:pt x="63847" y="34100"/>
                  <a:pt x="63847" y="51346"/>
                </a:cubicBezTo>
                <a:lnTo>
                  <a:pt x="63847" y="74061"/>
                </a:lnTo>
                <a:lnTo>
                  <a:pt x="123509" y="74061"/>
                </a:lnTo>
                <a:lnTo>
                  <a:pt x="123509" y="81651"/>
                </a:lnTo>
                <a:lnTo>
                  <a:pt x="41467" y="81651"/>
                </a:lnTo>
                <a:cubicBezTo>
                  <a:pt x="24110" y="81651"/>
                  <a:pt x="8930" y="92087"/>
                  <a:pt x="4186" y="111900"/>
                </a:cubicBezTo>
                <a:cubicBezTo>
                  <a:pt x="-1284" y="134615"/>
                  <a:pt x="-1507" y="148791"/>
                  <a:pt x="4186" y="172510"/>
                </a:cubicBezTo>
                <a:cubicBezTo>
                  <a:pt x="8427" y="190147"/>
                  <a:pt x="18529" y="202760"/>
                  <a:pt x="35886" y="202760"/>
                </a:cubicBezTo>
                <a:lnTo>
                  <a:pt x="56369" y="202760"/>
                </a:lnTo>
                <a:lnTo>
                  <a:pt x="56369" y="175524"/>
                </a:lnTo>
                <a:cubicBezTo>
                  <a:pt x="56369" y="155823"/>
                  <a:pt x="73391" y="138466"/>
                  <a:pt x="93650" y="138466"/>
                </a:cubicBezTo>
                <a:close/>
                <a:moveTo>
                  <a:pt x="89967" y="36109"/>
                </a:moveTo>
                <a:cubicBezTo>
                  <a:pt x="96250" y="36109"/>
                  <a:pt x="101352" y="41211"/>
                  <a:pt x="101352" y="47495"/>
                </a:cubicBezTo>
                <a:cubicBezTo>
                  <a:pt x="101352" y="53779"/>
                  <a:pt x="96250" y="58880"/>
                  <a:pt x="89967" y="58880"/>
                </a:cubicBezTo>
                <a:cubicBezTo>
                  <a:pt x="83683" y="58880"/>
                  <a:pt x="78581" y="53779"/>
                  <a:pt x="78581" y="47495"/>
                </a:cubicBezTo>
                <a:cubicBezTo>
                  <a:pt x="78581" y="41211"/>
                  <a:pt x="83683" y="36109"/>
                  <a:pt x="89967" y="36109"/>
                </a:cubicBezTo>
                <a:close/>
              </a:path>
            </a:pathLst>
          </a:custGeom>
          <a:solidFill>
            <a:srgbClr val="E2E8F0"/>
          </a:solidFill>
        </p:spPr>
      </p:sp>
      <p:sp>
        <p:nvSpPr>
          <p:cNvPr id="9" name="Text 6"/>
          <p:cNvSpPr/>
          <p:nvPr/>
        </p:nvSpPr>
        <p:spPr>
          <a:xfrm>
            <a:off x="1295400" y="1409700"/>
            <a:ext cx="1876425" cy="304800"/>
          </a:xfrm>
          <a:prstGeom prst="rect">
            <a:avLst/>
          </a:prstGeom>
          <a:noFill/>
        </p:spPr>
        <p:txBody>
          <a:bodyPr wrap="square" lIns="0" tIns="0" rIns="0" bIns="0" rtlCol="0" anchor="ctr"/>
          <a:lstStyle/>
          <a:p>
            <a:pPr>
              <a:lnSpc>
                <a:spcPct val="110000"/>
              </a:lnSpc>
            </a:pPr>
            <a:r>
              <a:rPr lang="en-US" sz="1800" b="1" dirty="0">
                <a:solidFill>
                  <a:srgbClr val="E2E8F0"/>
                </a:solidFill>
                <a:latin typeface="Hedvig Letters Sans" pitchFamily="34" charset="0"/>
                <a:ea typeface="Hedvig Letters Sans" pitchFamily="34" charset="-122"/>
                <a:cs typeface="Hedvig Letters Sans" pitchFamily="34" charset="-120"/>
              </a:rPr>
              <a:t>Python Selenium</a:t>
            </a:r>
            <a:endParaRPr lang="en-US" sz="1600" dirty="0"/>
          </a:p>
        </p:txBody>
      </p:sp>
      <p:sp>
        <p:nvSpPr>
          <p:cNvPr id="10" name="Text 7"/>
          <p:cNvSpPr/>
          <p:nvPr/>
        </p:nvSpPr>
        <p:spPr>
          <a:xfrm>
            <a:off x="1295400" y="1714500"/>
            <a:ext cx="1838325" cy="228600"/>
          </a:xfrm>
          <a:prstGeom prst="rect">
            <a:avLst/>
          </a:prstGeom>
          <a:noFill/>
        </p:spPr>
        <p:txBody>
          <a:bodyPr wrap="square" lIns="0" tIns="0" rIns="0" bIns="0" rtlCol="0" anchor="ctr"/>
          <a:lstStyle/>
          <a:p>
            <a:pPr>
              <a:lnSpc>
                <a:spcPct val="130000"/>
              </a:lnSpc>
            </a:pPr>
            <a:r>
              <a:rPr lang="en-US" sz="1200" dirty="0">
                <a:solidFill>
                  <a:srgbClr val="E2E8F0">
                    <a:alpha val="90000"/>
                  </a:srgbClr>
                </a:solidFill>
                <a:latin typeface="Quattrocento Sans" panose="020B0502050000020003" pitchFamily="34" charset="0"/>
                <a:ea typeface="Quattrocento Sans" panose="020B0502050000020003" pitchFamily="34" charset="-122"/>
                <a:cs typeface="Quattrocento Sans" panose="020B0502050000020003" pitchFamily="34" charset="-120"/>
              </a:rPr>
              <a:t>Script-Based Automation</a:t>
            </a:r>
            <a:endParaRPr lang="en-US" sz="1600" dirty="0"/>
          </a:p>
        </p:txBody>
      </p:sp>
      <p:sp>
        <p:nvSpPr>
          <p:cNvPr id="11" name="Text 8"/>
          <p:cNvSpPr/>
          <p:nvPr/>
        </p:nvSpPr>
        <p:spPr>
          <a:xfrm>
            <a:off x="609600" y="2095500"/>
            <a:ext cx="5181600" cy="495300"/>
          </a:xfrm>
          <a:prstGeom prst="rect">
            <a:avLst/>
          </a:prstGeom>
          <a:noFill/>
        </p:spPr>
        <p:txBody>
          <a:bodyPr wrap="square" lIns="0" tIns="0" rIns="0" bIns="0" rtlCol="0" anchor="ctr"/>
          <a:lstStyle/>
          <a:p>
            <a:pPr>
              <a:lnSpc>
                <a:spcPct val="140000"/>
              </a:lnSpc>
            </a:pPr>
            <a:r>
              <a:rPr lang="en-US" sz="1200" dirty="0">
                <a:solidFill>
                  <a:srgbClr val="E2E8F0"/>
                </a:solidFill>
                <a:latin typeface="Quattrocento Sans" panose="020B0502050000020003" pitchFamily="34" charset="0"/>
                <a:ea typeface="Quattrocento Sans" panose="020B0502050000020003" pitchFamily="34" charset="-122"/>
                <a:cs typeface="Quattrocento Sans" panose="020B0502050000020003" pitchFamily="34" charset="-120"/>
              </a:rPr>
              <a:t>Script-based automation in PyCharm provides robust, maintainable, and scalable test automation solutions.</a:t>
            </a:r>
            <a:endParaRPr lang="en-US" sz="1600" dirty="0"/>
          </a:p>
        </p:txBody>
      </p:sp>
      <p:sp>
        <p:nvSpPr>
          <p:cNvPr id="12" name="Shape 9"/>
          <p:cNvSpPr/>
          <p:nvPr/>
        </p:nvSpPr>
        <p:spPr>
          <a:xfrm>
            <a:off x="609600" y="2743200"/>
            <a:ext cx="5105400" cy="914400"/>
          </a:xfrm>
          <a:custGeom>
            <a:avLst/>
            <a:gdLst/>
            <a:ahLst/>
            <a:cxnLst/>
            <a:rect l="l" t="t" r="r" b="b"/>
            <a:pathLst>
              <a:path w="5105400" h="914400">
                <a:moveTo>
                  <a:pt x="38103" y="0"/>
                </a:moveTo>
                <a:lnTo>
                  <a:pt x="5067297" y="0"/>
                </a:lnTo>
                <a:cubicBezTo>
                  <a:pt x="5088341" y="0"/>
                  <a:pt x="5105400" y="17059"/>
                  <a:pt x="5105400" y="38103"/>
                </a:cubicBezTo>
                <a:lnTo>
                  <a:pt x="5105400" y="876297"/>
                </a:lnTo>
                <a:cubicBezTo>
                  <a:pt x="5105400" y="897341"/>
                  <a:pt x="5088341" y="914400"/>
                  <a:pt x="5067297" y="914400"/>
                </a:cubicBezTo>
                <a:lnTo>
                  <a:pt x="38103" y="914400"/>
                </a:lnTo>
                <a:cubicBezTo>
                  <a:pt x="17059" y="914400"/>
                  <a:pt x="0" y="897341"/>
                  <a:pt x="0" y="876297"/>
                </a:cubicBezTo>
                <a:lnTo>
                  <a:pt x="0" y="38103"/>
                </a:lnTo>
                <a:cubicBezTo>
                  <a:pt x="0" y="17073"/>
                  <a:pt x="17073" y="0"/>
                  <a:pt x="38103" y="0"/>
                </a:cubicBezTo>
                <a:close/>
              </a:path>
            </a:pathLst>
          </a:custGeom>
          <a:solidFill>
            <a:srgbClr val="E2E8F0">
              <a:alpha val="10196"/>
            </a:srgbClr>
          </a:solidFill>
        </p:spPr>
      </p:sp>
      <p:sp>
        <p:nvSpPr>
          <p:cNvPr id="13" name="Text 10"/>
          <p:cNvSpPr/>
          <p:nvPr/>
        </p:nvSpPr>
        <p:spPr>
          <a:xfrm>
            <a:off x="723900" y="2857500"/>
            <a:ext cx="4953000" cy="228600"/>
          </a:xfrm>
          <a:prstGeom prst="rect">
            <a:avLst/>
          </a:prstGeom>
          <a:noFill/>
        </p:spPr>
        <p:txBody>
          <a:bodyPr wrap="square" lIns="0" tIns="0" rIns="0" bIns="0" rtlCol="0" anchor="ctr"/>
          <a:lstStyle/>
          <a:p>
            <a:pPr>
              <a:lnSpc>
                <a:spcPct val="130000"/>
              </a:lnSpc>
            </a:pPr>
            <a:r>
              <a:rPr lang="en-US" sz="1200" b="1" dirty="0">
                <a:solidFill>
                  <a:srgbClr val="E2E8F0"/>
                </a:solidFill>
                <a:latin typeface="Quattrocento Sans" panose="020B0502050000020003" pitchFamily="34" charset="0"/>
                <a:ea typeface="Quattrocento Sans" panose="020B0502050000020003" pitchFamily="34" charset="-122"/>
                <a:cs typeface="Quattrocento Sans" panose="020B0502050000020003" pitchFamily="34" charset="-120"/>
              </a:rPr>
              <a:t>IDE:</a:t>
            </a:r>
            <a:r>
              <a:rPr lang="en-US" sz="1200" dirty="0">
                <a:solidFill>
                  <a:srgbClr val="E2E8F0"/>
                </a:solidFill>
                <a:latin typeface="Quattrocento Sans" panose="020B0502050000020003" pitchFamily="34" charset="0"/>
                <a:ea typeface="Quattrocento Sans" panose="020B0502050000020003" pitchFamily="34" charset="-122"/>
                <a:cs typeface="Quattrocento Sans" panose="020B0502050000020003" pitchFamily="34" charset="-120"/>
              </a:rPr>
              <a:t> PyCharm Professional</a:t>
            </a:r>
            <a:endParaRPr lang="en-US" sz="1600" dirty="0"/>
          </a:p>
        </p:txBody>
      </p:sp>
      <p:sp>
        <p:nvSpPr>
          <p:cNvPr id="14" name="Text 11"/>
          <p:cNvSpPr/>
          <p:nvPr/>
        </p:nvSpPr>
        <p:spPr>
          <a:xfrm>
            <a:off x="723900" y="3086100"/>
            <a:ext cx="4953000" cy="228600"/>
          </a:xfrm>
          <a:prstGeom prst="rect">
            <a:avLst/>
          </a:prstGeom>
          <a:noFill/>
        </p:spPr>
        <p:txBody>
          <a:bodyPr wrap="square" lIns="0" tIns="0" rIns="0" bIns="0" rtlCol="0" anchor="ctr"/>
          <a:lstStyle/>
          <a:p>
            <a:pPr>
              <a:lnSpc>
                <a:spcPct val="130000"/>
              </a:lnSpc>
            </a:pPr>
            <a:r>
              <a:rPr lang="en-US" sz="1200" b="1" dirty="0">
                <a:solidFill>
                  <a:srgbClr val="E2E8F0"/>
                </a:solidFill>
                <a:latin typeface="Quattrocento Sans" panose="020B0502050000020003" pitchFamily="34" charset="0"/>
                <a:ea typeface="Quattrocento Sans" panose="020B0502050000020003" pitchFamily="34" charset="-122"/>
                <a:cs typeface="Quattrocento Sans" panose="020B0502050000020003" pitchFamily="34" charset="-120"/>
              </a:rPr>
              <a:t>Language:</a:t>
            </a:r>
            <a:r>
              <a:rPr lang="en-US" sz="1200" dirty="0">
                <a:solidFill>
                  <a:srgbClr val="E2E8F0"/>
                </a:solidFill>
                <a:latin typeface="Quattrocento Sans" panose="020B0502050000020003" pitchFamily="34" charset="0"/>
                <a:ea typeface="Quattrocento Sans" panose="020B0502050000020003" pitchFamily="34" charset="-122"/>
                <a:cs typeface="Quattrocento Sans" panose="020B0502050000020003" pitchFamily="34" charset="-120"/>
              </a:rPr>
              <a:t> Python 3.x</a:t>
            </a:r>
            <a:endParaRPr lang="en-US" sz="1600" dirty="0"/>
          </a:p>
        </p:txBody>
      </p:sp>
      <p:sp>
        <p:nvSpPr>
          <p:cNvPr id="15" name="Text 12"/>
          <p:cNvSpPr/>
          <p:nvPr/>
        </p:nvSpPr>
        <p:spPr>
          <a:xfrm>
            <a:off x="723900" y="3314700"/>
            <a:ext cx="4953000" cy="228600"/>
          </a:xfrm>
          <a:prstGeom prst="rect">
            <a:avLst/>
          </a:prstGeom>
          <a:noFill/>
        </p:spPr>
        <p:txBody>
          <a:bodyPr wrap="square" lIns="0" tIns="0" rIns="0" bIns="0" rtlCol="0" anchor="ctr"/>
          <a:lstStyle/>
          <a:p>
            <a:pPr>
              <a:lnSpc>
                <a:spcPct val="130000"/>
              </a:lnSpc>
            </a:pPr>
            <a:r>
              <a:rPr lang="en-US" sz="1200" b="1" dirty="0">
                <a:solidFill>
                  <a:srgbClr val="E2E8F0"/>
                </a:solidFill>
                <a:latin typeface="Quattrocento Sans" panose="020B0502050000020003" pitchFamily="34" charset="0"/>
                <a:ea typeface="Quattrocento Sans" panose="020B0502050000020003" pitchFamily="34" charset="-122"/>
                <a:cs typeface="Quattrocento Sans" panose="020B0502050000020003" pitchFamily="34" charset="-120"/>
              </a:rPr>
              <a:t>Binding:</a:t>
            </a:r>
            <a:r>
              <a:rPr lang="en-US" sz="1200" dirty="0">
                <a:solidFill>
                  <a:srgbClr val="E2E8F0"/>
                </a:solidFill>
                <a:latin typeface="Quattrocento Sans" panose="020B0502050000020003" pitchFamily="34" charset="0"/>
                <a:ea typeface="Quattrocento Sans" panose="020B0502050000020003" pitchFamily="34" charset="-122"/>
                <a:cs typeface="Quattrocento Sans" panose="020B0502050000020003" pitchFamily="34" charset="-120"/>
              </a:rPr>
              <a:t> Selenium WebDriver</a:t>
            </a:r>
            <a:endParaRPr lang="en-US" sz="1600" dirty="0"/>
          </a:p>
        </p:txBody>
      </p:sp>
      <p:sp>
        <p:nvSpPr>
          <p:cNvPr id="16" name="Shape 13"/>
          <p:cNvSpPr/>
          <p:nvPr/>
        </p:nvSpPr>
        <p:spPr>
          <a:xfrm>
            <a:off x="381000" y="4114800"/>
            <a:ext cx="5562600" cy="2362200"/>
          </a:xfrm>
          <a:custGeom>
            <a:avLst/>
            <a:gdLst/>
            <a:ahLst/>
            <a:cxnLst/>
            <a:rect l="l" t="t" r="r" b="b"/>
            <a:pathLst>
              <a:path w="5562600" h="2362200">
                <a:moveTo>
                  <a:pt x="76205" y="0"/>
                </a:moveTo>
                <a:lnTo>
                  <a:pt x="5486395" y="0"/>
                </a:lnTo>
                <a:cubicBezTo>
                  <a:pt x="5528454" y="0"/>
                  <a:pt x="5562600" y="34146"/>
                  <a:pt x="5562600" y="76205"/>
                </a:cubicBezTo>
                <a:lnTo>
                  <a:pt x="5562600" y="2285995"/>
                </a:lnTo>
                <a:cubicBezTo>
                  <a:pt x="5562600" y="2328082"/>
                  <a:pt x="5528482" y="2362200"/>
                  <a:pt x="5486395" y="2362200"/>
                </a:cubicBezTo>
                <a:lnTo>
                  <a:pt x="76205" y="2362200"/>
                </a:lnTo>
                <a:cubicBezTo>
                  <a:pt x="34146" y="2362200"/>
                  <a:pt x="0" y="2328054"/>
                  <a:pt x="0" y="2285995"/>
                </a:cubicBezTo>
                <a:lnTo>
                  <a:pt x="0" y="76205"/>
                </a:lnTo>
                <a:cubicBezTo>
                  <a:pt x="0" y="34146"/>
                  <a:pt x="34146" y="0"/>
                  <a:pt x="76205" y="0"/>
                </a:cubicBezTo>
                <a:close/>
              </a:path>
            </a:pathLst>
          </a:custGeom>
          <a:solidFill>
            <a:srgbClr val="FFFFFF">
              <a:alpha val="94902"/>
            </a:srgbClr>
          </a:solidFill>
          <a:effectLst>
            <a:outerShdw blurRad="57150" dist="38100" dir="5400000" algn="bl" rotWithShape="0">
              <a:srgbClr val="000000">
                <a:alpha val="10196"/>
              </a:srgbClr>
            </a:outerShdw>
          </a:effectLst>
        </p:spPr>
      </p:sp>
      <p:sp>
        <p:nvSpPr>
          <p:cNvPr id="17" name="Shape 14"/>
          <p:cNvSpPr/>
          <p:nvPr/>
        </p:nvSpPr>
        <p:spPr>
          <a:xfrm>
            <a:off x="621506" y="4610100"/>
            <a:ext cx="214313" cy="190500"/>
          </a:xfrm>
          <a:custGeom>
            <a:avLst/>
            <a:gdLst/>
            <a:ahLst/>
            <a:cxnLst/>
            <a:rect l="l" t="t" r="r" b="b"/>
            <a:pathLst>
              <a:path w="214313" h="190500">
                <a:moveTo>
                  <a:pt x="107156" y="-5953"/>
                </a:moveTo>
                <a:cubicBezTo>
                  <a:pt x="113742" y="-5953"/>
                  <a:pt x="119063" y="-633"/>
                  <a:pt x="119063" y="5953"/>
                </a:cubicBezTo>
                <a:lnTo>
                  <a:pt x="119063" y="12762"/>
                </a:lnTo>
                <a:cubicBezTo>
                  <a:pt x="155563" y="17971"/>
                  <a:pt x="184435" y="46844"/>
                  <a:pt x="189644" y="83344"/>
                </a:cubicBezTo>
                <a:lnTo>
                  <a:pt x="196453" y="83344"/>
                </a:lnTo>
                <a:cubicBezTo>
                  <a:pt x="203039" y="83344"/>
                  <a:pt x="208359" y="88664"/>
                  <a:pt x="208359" y="95250"/>
                </a:cubicBezTo>
                <a:cubicBezTo>
                  <a:pt x="208359" y="101836"/>
                  <a:pt x="203039" y="107156"/>
                  <a:pt x="196453" y="107156"/>
                </a:cubicBezTo>
                <a:lnTo>
                  <a:pt x="189644" y="107156"/>
                </a:lnTo>
                <a:cubicBezTo>
                  <a:pt x="184435" y="143656"/>
                  <a:pt x="155563" y="172529"/>
                  <a:pt x="119063" y="177738"/>
                </a:cubicBezTo>
                <a:lnTo>
                  <a:pt x="119063" y="184547"/>
                </a:lnTo>
                <a:cubicBezTo>
                  <a:pt x="119063" y="191133"/>
                  <a:pt x="113742" y="196453"/>
                  <a:pt x="107156" y="196453"/>
                </a:cubicBezTo>
                <a:cubicBezTo>
                  <a:pt x="100571" y="196453"/>
                  <a:pt x="95250" y="191133"/>
                  <a:pt x="95250" y="184547"/>
                </a:cubicBezTo>
                <a:lnTo>
                  <a:pt x="95250" y="177738"/>
                </a:lnTo>
                <a:cubicBezTo>
                  <a:pt x="58750" y="172529"/>
                  <a:pt x="29877" y="143656"/>
                  <a:pt x="24668" y="107156"/>
                </a:cubicBezTo>
                <a:lnTo>
                  <a:pt x="17859" y="107156"/>
                </a:lnTo>
                <a:cubicBezTo>
                  <a:pt x="11274" y="107156"/>
                  <a:pt x="5953" y="101836"/>
                  <a:pt x="5953" y="95250"/>
                </a:cubicBezTo>
                <a:cubicBezTo>
                  <a:pt x="5953" y="88664"/>
                  <a:pt x="11274" y="83344"/>
                  <a:pt x="17859" y="83344"/>
                </a:cubicBezTo>
                <a:lnTo>
                  <a:pt x="24668" y="83344"/>
                </a:lnTo>
                <a:cubicBezTo>
                  <a:pt x="29877" y="46844"/>
                  <a:pt x="58750" y="17971"/>
                  <a:pt x="95250" y="12762"/>
                </a:cubicBezTo>
                <a:lnTo>
                  <a:pt x="95250" y="5953"/>
                </a:lnTo>
                <a:cubicBezTo>
                  <a:pt x="95250" y="-633"/>
                  <a:pt x="100571" y="-5953"/>
                  <a:pt x="107156" y="-5953"/>
                </a:cubicBezTo>
                <a:close/>
                <a:moveTo>
                  <a:pt x="48816" y="107156"/>
                </a:moveTo>
                <a:cubicBezTo>
                  <a:pt x="53541" y="130485"/>
                  <a:pt x="71921" y="148865"/>
                  <a:pt x="95250" y="153591"/>
                </a:cubicBezTo>
                <a:lnTo>
                  <a:pt x="95250" y="148828"/>
                </a:lnTo>
                <a:cubicBezTo>
                  <a:pt x="95250" y="142242"/>
                  <a:pt x="100571" y="136922"/>
                  <a:pt x="107156" y="136922"/>
                </a:cubicBezTo>
                <a:cubicBezTo>
                  <a:pt x="113742" y="136922"/>
                  <a:pt x="119063" y="142242"/>
                  <a:pt x="119063" y="148828"/>
                </a:cubicBezTo>
                <a:lnTo>
                  <a:pt x="119063" y="153591"/>
                </a:lnTo>
                <a:cubicBezTo>
                  <a:pt x="142391" y="148865"/>
                  <a:pt x="160772" y="130485"/>
                  <a:pt x="165497" y="107156"/>
                </a:cubicBezTo>
                <a:lnTo>
                  <a:pt x="160734" y="107156"/>
                </a:lnTo>
                <a:cubicBezTo>
                  <a:pt x="154149" y="107156"/>
                  <a:pt x="148828" y="101836"/>
                  <a:pt x="148828" y="95250"/>
                </a:cubicBezTo>
                <a:cubicBezTo>
                  <a:pt x="148828" y="88664"/>
                  <a:pt x="154149" y="83344"/>
                  <a:pt x="160734" y="83344"/>
                </a:cubicBezTo>
                <a:lnTo>
                  <a:pt x="165497" y="83344"/>
                </a:lnTo>
                <a:cubicBezTo>
                  <a:pt x="160772" y="60015"/>
                  <a:pt x="142391" y="41635"/>
                  <a:pt x="119063" y="36909"/>
                </a:cubicBezTo>
                <a:lnTo>
                  <a:pt x="119063" y="41672"/>
                </a:lnTo>
                <a:cubicBezTo>
                  <a:pt x="119063" y="48258"/>
                  <a:pt x="113742" y="53578"/>
                  <a:pt x="107156" y="53578"/>
                </a:cubicBezTo>
                <a:cubicBezTo>
                  <a:pt x="100571" y="53578"/>
                  <a:pt x="95250" y="48258"/>
                  <a:pt x="95250" y="41672"/>
                </a:cubicBezTo>
                <a:lnTo>
                  <a:pt x="95250" y="36909"/>
                </a:lnTo>
                <a:cubicBezTo>
                  <a:pt x="71921" y="41635"/>
                  <a:pt x="53541" y="60015"/>
                  <a:pt x="48816" y="83344"/>
                </a:cubicBezTo>
                <a:lnTo>
                  <a:pt x="53578" y="83344"/>
                </a:lnTo>
                <a:cubicBezTo>
                  <a:pt x="60164" y="83344"/>
                  <a:pt x="65484" y="88664"/>
                  <a:pt x="65484" y="95250"/>
                </a:cubicBezTo>
                <a:cubicBezTo>
                  <a:pt x="65484" y="101836"/>
                  <a:pt x="60164" y="107156"/>
                  <a:pt x="53578" y="107156"/>
                </a:cubicBezTo>
                <a:lnTo>
                  <a:pt x="48816" y="107156"/>
                </a:lnTo>
                <a:close/>
                <a:moveTo>
                  <a:pt x="107156" y="77391"/>
                </a:moveTo>
                <a:cubicBezTo>
                  <a:pt x="117013" y="77391"/>
                  <a:pt x="125016" y="85393"/>
                  <a:pt x="125016" y="95250"/>
                </a:cubicBezTo>
                <a:cubicBezTo>
                  <a:pt x="125016" y="105107"/>
                  <a:pt x="117013" y="113109"/>
                  <a:pt x="107156" y="113109"/>
                </a:cubicBezTo>
                <a:cubicBezTo>
                  <a:pt x="97299" y="113109"/>
                  <a:pt x="89297" y="105107"/>
                  <a:pt x="89297" y="95250"/>
                </a:cubicBezTo>
                <a:cubicBezTo>
                  <a:pt x="89297" y="85393"/>
                  <a:pt x="97299" y="77391"/>
                  <a:pt x="107156" y="77391"/>
                </a:cubicBezTo>
                <a:close/>
              </a:path>
            </a:pathLst>
          </a:custGeom>
          <a:solidFill>
            <a:srgbClr val="4A5568"/>
          </a:solidFill>
        </p:spPr>
      </p:sp>
      <p:sp>
        <p:nvSpPr>
          <p:cNvPr id="18" name="Text 15"/>
          <p:cNvSpPr/>
          <p:nvPr/>
        </p:nvSpPr>
        <p:spPr>
          <a:xfrm>
            <a:off x="847725" y="4572000"/>
            <a:ext cx="4962525" cy="266700"/>
          </a:xfrm>
          <a:prstGeom prst="rect">
            <a:avLst/>
          </a:prstGeom>
          <a:noFill/>
        </p:spPr>
        <p:txBody>
          <a:bodyPr wrap="square" lIns="0" tIns="0" rIns="0" bIns="0" rtlCol="0" anchor="ctr"/>
          <a:lstStyle/>
          <a:p>
            <a:pPr>
              <a:lnSpc>
                <a:spcPct val="120000"/>
              </a:lnSpc>
            </a:pPr>
            <a:r>
              <a:rPr lang="en-US" sz="1500" b="1" dirty="0">
                <a:solidFill>
                  <a:srgbClr val="2D3748"/>
                </a:solidFill>
                <a:latin typeface="Liter" panose="02000503030000020004" pitchFamily="34" charset="0"/>
                <a:ea typeface="Liter" panose="02000503030000020004" pitchFamily="34" charset="-122"/>
                <a:cs typeface="Liter" panose="02000503030000020004" pitchFamily="34" charset="-120"/>
              </a:rPr>
              <a:t>Element Locator Strategies</a:t>
            </a:r>
            <a:endParaRPr lang="en-US" sz="1600" dirty="0"/>
          </a:p>
        </p:txBody>
      </p:sp>
      <p:sp>
        <p:nvSpPr>
          <p:cNvPr id="19" name="Shape 16"/>
          <p:cNvSpPr/>
          <p:nvPr/>
        </p:nvSpPr>
        <p:spPr>
          <a:xfrm>
            <a:off x="609600" y="4991100"/>
            <a:ext cx="2495550" cy="457200"/>
          </a:xfrm>
          <a:custGeom>
            <a:avLst/>
            <a:gdLst/>
            <a:ahLst/>
            <a:cxnLst/>
            <a:rect l="l" t="t" r="r" b="b"/>
            <a:pathLst>
              <a:path w="2495550" h="457200">
                <a:moveTo>
                  <a:pt x="38098" y="0"/>
                </a:moveTo>
                <a:lnTo>
                  <a:pt x="2457452" y="0"/>
                </a:lnTo>
                <a:cubicBezTo>
                  <a:pt x="2478493" y="0"/>
                  <a:pt x="2495550" y="17057"/>
                  <a:pt x="2495550" y="38098"/>
                </a:cubicBezTo>
                <a:lnTo>
                  <a:pt x="2495550" y="419102"/>
                </a:lnTo>
                <a:cubicBezTo>
                  <a:pt x="2495550" y="440143"/>
                  <a:pt x="2478493" y="457200"/>
                  <a:pt x="2457452" y="457200"/>
                </a:cubicBezTo>
                <a:lnTo>
                  <a:pt x="38098" y="457200"/>
                </a:lnTo>
                <a:cubicBezTo>
                  <a:pt x="17057" y="457200"/>
                  <a:pt x="0" y="440143"/>
                  <a:pt x="0" y="419102"/>
                </a:cubicBezTo>
                <a:lnTo>
                  <a:pt x="0" y="38098"/>
                </a:lnTo>
                <a:cubicBezTo>
                  <a:pt x="0" y="17071"/>
                  <a:pt x="17071" y="0"/>
                  <a:pt x="38098" y="0"/>
                </a:cubicBezTo>
                <a:close/>
              </a:path>
            </a:pathLst>
          </a:custGeom>
          <a:solidFill>
            <a:srgbClr val="2D3748">
              <a:alpha val="5098"/>
            </a:srgbClr>
          </a:solidFill>
        </p:spPr>
      </p:sp>
      <p:sp>
        <p:nvSpPr>
          <p:cNvPr id="20" name="Text 17"/>
          <p:cNvSpPr/>
          <p:nvPr/>
        </p:nvSpPr>
        <p:spPr>
          <a:xfrm>
            <a:off x="685800" y="5105400"/>
            <a:ext cx="2343150" cy="228600"/>
          </a:xfrm>
          <a:prstGeom prst="rect">
            <a:avLst/>
          </a:prstGeom>
          <a:noFill/>
        </p:spPr>
        <p:txBody>
          <a:bodyPr wrap="square" lIns="0" tIns="0" rIns="0" bIns="0" rtlCol="0" anchor="ctr"/>
          <a:lstStyle/>
          <a:p>
            <a:pPr algn="ctr">
              <a:lnSpc>
                <a:spcPct val="130000"/>
              </a:lnSpc>
            </a:pPr>
            <a:r>
              <a:rPr lang="en-US" sz="1200" b="1" dirty="0">
                <a:solidFill>
                  <a:srgbClr val="2D3748"/>
                </a:solidFill>
                <a:latin typeface="Quattrocento Sans" panose="020B0502050000020003" pitchFamily="34" charset="0"/>
                <a:ea typeface="Quattrocento Sans" panose="020B0502050000020003" pitchFamily="34" charset="-122"/>
                <a:cs typeface="Quattrocento Sans" panose="020B0502050000020003" pitchFamily="34" charset="-120"/>
              </a:rPr>
              <a:t>ID</a:t>
            </a:r>
            <a:endParaRPr lang="en-US" sz="1600" dirty="0"/>
          </a:p>
        </p:txBody>
      </p:sp>
      <p:sp>
        <p:nvSpPr>
          <p:cNvPr id="21" name="Shape 18"/>
          <p:cNvSpPr/>
          <p:nvPr/>
        </p:nvSpPr>
        <p:spPr>
          <a:xfrm>
            <a:off x="3219450" y="4991100"/>
            <a:ext cx="2495550" cy="457200"/>
          </a:xfrm>
          <a:custGeom>
            <a:avLst/>
            <a:gdLst/>
            <a:ahLst/>
            <a:cxnLst/>
            <a:rect l="l" t="t" r="r" b="b"/>
            <a:pathLst>
              <a:path w="2495550" h="457200">
                <a:moveTo>
                  <a:pt x="38098" y="0"/>
                </a:moveTo>
                <a:lnTo>
                  <a:pt x="2457452" y="0"/>
                </a:lnTo>
                <a:cubicBezTo>
                  <a:pt x="2478493" y="0"/>
                  <a:pt x="2495550" y="17057"/>
                  <a:pt x="2495550" y="38098"/>
                </a:cubicBezTo>
                <a:lnTo>
                  <a:pt x="2495550" y="419102"/>
                </a:lnTo>
                <a:cubicBezTo>
                  <a:pt x="2495550" y="440143"/>
                  <a:pt x="2478493" y="457200"/>
                  <a:pt x="2457452" y="457200"/>
                </a:cubicBezTo>
                <a:lnTo>
                  <a:pt x="38098" y="457200"/>
                </a:lnTo>
                <a:cubicBezTo>
                  <a:pt x="17057" y="457200"/>
                  <a:pt x="0" y="440143"/>
                  <a:pt x="0" y="419102"/>
                </a:cubicBezTo>
                <a:lnTo>
                  <a:pt x="0" y="38098"/>
                </a:lnTo>
                <a:cubicBezTo>
                  <a:pt x="0" y="17071"/>
                  <a:pt x="17071" y="0"/>
                  <a:pt x="38098" y="0"/>
                </a:cubicBezTo>
                <a:close/>
              </a:path>
            </a:pathLst>
          </a:custGeom>
          <a:solidFill>
            <a:srgbClr val="2D3748">
              <a:alpha val="5098"/>
            </a:srgbClr>
          </a:solidFill>
        </p:spPr>
      </p:sp>
      <p:sp>
        <p:nvSpPr>
          <p:cNvPr id="22" name="Text 19"/>
          <p:cNvSpPr/>
          <p:nvPr/>
        </p:nvSpPr>
        <p:spPr>
          <a:xfrm>
            <a:off x="3295650" y="5105400"/>
            <a:ext cx="2343150" cy="228600"/>
          </a:xfrm>
          <a:prstGeom prst="rect">
            <a:avLst/>
          </a:prstGeom>
          <a:noFill/>
        </p:spPr>
        <p:txBody>
          <a:bodyPr wrap="square" lIns="0" tIns="0" rIns="0" bIns="0" rtlCol="0" anchor="ctr"/>
          <a:lstStyle/>
          <a:p>
            <a:pPr algn="ctr">
              <a:lnSpc>
                <a:spcPct val="130000"/>
              </a:lnSpc>
            </a:pPr>
            <a:r>
              <a:rPr lang="en-US" sz="1200" b="1" dirty="0">
                <a:solidFill>
                  <a:srgbClr val="2D3748"/>
                </a:solidFill>
                <a:latin typeface="Quattrocento Sans" panose="020B0502050000020003" pitchFamily="34" charset="0"/>
                <a:ea typeface="Quattrocento Sans" panose="020B0502050000020003" pitchFamily="34" charset="-122"/>
                <a:cs typeface="Quattrocento Sans" panose="020B0502050000020003" pitchFamily="34" charset="-120"/>
              </a:rPr>
              <a:t>Name</a:t>
            </a:r>
            <a:endParaRPr lang="en-US" sz="1600" dirty="0"/>
          </a:p>
        </p:txBody>
      </p:sp>
      <p:sp>
        <p:nvSpPr>
          <p:cNvPr id="23" name="Shape 20"/>
          <p:cNvSpPr/>
          <p:nvPr/>
        </p:nvSpPr>
        <p:spPr>
          <a:xfrm>
            <a:off x="609600" y="5562600"/>
            <a:ext cx="2495550" cy="457200"/>
          </a:xfrm>
          <a:custGeom>
            <a:avLst/>
            <a:gdLst/>
            <a:ahLst/>
            <a:cxnLst/>
            <a:rect l="l" t="t" r="r" b="b"/>
            <a:pathLst>
              <a:path w="2495550" h="457200">
                <a:moveTo>
                  <a:pt x="38098" y="0"/>
                </a:moveTo>
                <a:lnTo>
                  <a:pt x="2457452" y="0"/>
                </a:lnTo>
                <a:cubicBezTo>
                  <a:pt x="2478493" y="0"/>
                  <a:pt x="2495550" y="17057"/>
                  <a:pt x="2495550" y="38098"/>
                </a:cubicBezTo>
                <a:lnTo>
                  <a:pt x="2495550" y="419102"/>
                </a:lnTo>
                <a:cubicBezTo>
                  <a:pt x="2495550" y="440143"/>
                  <a:pt x="2478493" y="457200"/>
                  <a:pt x="2457452" y="457200"/>
                </a:cubicBezTo>
                <a:lnTo>
                  <a:pt x="38098" y="457200"/>
                </a:lnTo>
                <a:cubicBezTo>
                  <a:pt x="17057" y="457200"/>
                  <a:pt x="0" y="440143"/>
                  <a:pt x="0" y="419102"/>
                </a:cubicBezTo>
                <a:lnTo>
                  <a:pt x="0" y="38098"/>
                </a:lnTo>
                <a:cubicBezTo>
                  <a:pt x="0" y="17071"/>
                  <a:pt x="17071" y="0"/>
                  <a:pt x="38098" y="0"/>
                </a:cubicBezTo>
                <a:close/>
              </a:path>
            </a:pathLst>
          </a:custGeom>
          <a:solidFill>
            <a:srgbClr val="2D3748">
              <a:alpha val="5098"/>
            </a:srgbClr>
          </a:solidFill>
        </p:spPr>
      </p:sp>
      <p:sp>
        <p:nvSpPr>
          <p:cNvPr id="24" name="Text 21"/>
          <p:cNvSpPr/>
          <p:nvPr/>
        </p:nvSpPr>
        <p:spPr>
          <a:xfrm>
            <a:off x="685800" y="5676900"/>
            <a:ext cx="2343150" cy="228600"/>
          </a:xfrm>
          <a:prstGeom prst="rect">
            <a:avLst/>
          </a:prstGeom>
          <a:noFill/>
        </p:spPr>
        <p:txBody>
          <a:bodyPr wrap="square" lIns="0" tIns="0" rIns="0" bIns="0" rtlCol="0" anchor="ctr"/>
          <a:lstStyle/>
          <a:p>
            <a:pPr algn="ctr">
              <a:lnSpc>
                <a:spcPct val="130000"/>
              </a:lnSpc>
            </a:pPr>
            <a:r>
              <a:rPr lang="en-US" sz="1200" b="1" dirty="0">
                <a:solidFill>
                  <a:srgbClr val="2D3748"/>
                </a:solidFill>
                <a:latin typeface="Quattrocento Sans" panose="020B0502050000020003" pitchFamily="34" charset="0"/>
                <a:ea typeface="Quattrocento Sans" panose="020B0502050000020003" pitchFamily="34" charset="-122"/>
                <a:cs typeface="Quattrocento Sans" panose="020B0502050000020003" pitchFamily="34" charset="-120"/>
              </a:rPr>
              <a:t>XPath</a:t>
            </a:r>
            <a:endParaRPr lang="en-US" sz="1600" dirty="0"/>
          </a:p>
        </p:txBody>
      </p:sp>
      <p:sp>
        <p:nvSpPr>
          <p:cNvPr id="25" name="Shape 22"/>
          <p:cNvSpPr/>
          <p:nvPr/>
        </p:nvSpPr>
        <p:spPr>
          <a:xfrm>
            <a:off x="3219450" y="5562600"/>
            <a:ext cx="2495550" cy="457200"/>
          </a:xfrm>
          <a:custGeom>
            <a:avLst/>
            <a:gdLst/>
            <a:ahLst/>
            <a:cxnLst/>
            <a:rect l="l" t="t" r="r" b="b"/>
            <a:pathLst>
              <a:path w="2495550" h="457200">
                <a:moveTo>
                  <a:pt x="38098" y="0"/>
                </a:moveTo>
                <a:lnTo>
                  <a:pt x="2457452" y="0"/>
                </a:lnTo>
                <a:cubicBezTo>
                  <a:pt x="2478493" y="0"/>
                  <a:pt x="2495550" y="17057"/>
                  <a:pt x="2495550" y="38098"/>
                </a:cubicBezTo>
                <a:lnTo>
                  <a:pt x="2495550" y="419102"/>
                </a:lnTo>
                <a:cubicBezTo>
                  <a:pt x="2495550" y="440143"/>
                  <a:pt x="2478493" y="457200"/>
                  <a:pt x="2457452" y="457200"/>
                </a:cubicBezTo>
                <a:lnTo>
                  <a:pt x="38098" y="457200"/>
                </a:lnTo>
                <a:cubicBezTo>
                  <a:pt x="17057" y="457200"/>
                  <a:pt x="0" y="440143"/>
                  <a:pt x="0" y="419102"/>
                </a:cubicBezTo>
                <a:lnTo>
                  <a:pt x="0" y="38098"/>
                </a:lnTo>
                <a:cubicBezTo>
                  <a:pt x="0" y="17071"/>
                  <a:pt x="17071" y="0"/>
                  <a:pt x="38098" y="0"/>
                </a:cubicBezTo>
                <a:close/>
              </a:path>
            </a:pathLst>
          </a:custGeom>
          <a:solidFill>
            <a:srgbClr val="2D3748">
              <a:alpha val="5098"/>
            </a:srgbClr>
          </a:solidFill>
        </p:spPr>
      </p:sp>
      <p:sp>
        <p:nvSpPr>
          <p:cNvPr id="26" name="Text 23"/>
          <p:cNvSpPr/>
          <p:nvPr/>
        </p:nvSpPr>
        <p:spPr>
          <a:xfrm>
            <a:off x="3295650" y="5676900"/>
            <a:ext cx="2343150" cy="228600"/>
          </a:xfrm>
          <a:prstGeom prst="rect">
            <a:avLst/>
          </a:prstGeom>
          <a:noFill/>
        </p:spPr>
        <p:txBody>
          <a:bodyPr wrap="square" lIns="0" tIns="0" rIns="0" bIns="0" rtlCol="0" anchor="ctr"/>
          <a:lstStyle/>
          <a:p>
            <a:pPr algn="ctr">
              <a:lnSpc>
                <a:spcPct val="130000"/>
              </a:lnSpc>
            </a:pPr>
            <a:r>
              <a:rPr lang="en-US" sz="1200" b="1" dirty="0">
                <a:solidFill>
                  <a:srgbClr val="2D3748"/>
                </a:solidFill>
                <a:latin typeface="Quattrocento Sans" panose="020B0502050000020003" pitchFamily="34" charset="0"/>
                <a:ea typeface="Quattrocento Sans" panose="020B0502050000020003" pitchFamily="34" charset="-122"/>
                <a:cs typeface="Quattrocento Sans" panose="020B0502050000020003" pitchFamily="34" charset="-120"/>
              </a:rPr>
              <a:t>CSS Selector</a:t>
            </a:r>
            <a:endParaRPr lang="en-US" sz="1600" dirty="0"/>
          </a:p>
        </p:txBody>
      </p:sp>
      <p:sp>
        <p:nvSpPr>
          <p:cNvPr id="27" name="Shape 24"/>
          <p:cNvSpPr/>
          <p:nvPr/>
        </p:nvSpPr>
        <p:spPr>
          <a:xfrm>
            <a:off x="6248400" y="1181100"/>
            <a:ext cx="5562600" cy="5295900"/>
          </a:xfrm>
          <a:custGeom>
            <a:avLst/>
            <a:gdLst/>
            <a:ahLst/>
            <a:cxnLst/>
            <a:rect l="l" t="t" r="r" b="b"/>
            <a:pathLst>
              <a:path w="5562600" h="5295900">
                <a:moveTo>
                  <a:pt x="76208" y="0"/>
                </a:moveTo>
                <a:lnTo>
                  <a:pt x="5486392" y="0"/>
                </a:lnTo>
                <a:cubicBezTo>
                  <a:pt x="5528452" y="0"/>
                  <a:pt x="5562600" y="34148"/>
                  <a:pt x="5562600" y="76208"/>
                </a:cubicBezTo>
                <a:lnTo>
                  <a:pt x="5562600" y="5219692"/>
                </a:lnTo>
                <a:cubicBezTo>
                  <a:pt x="5562600" y="5261781"/>
                  <a:pt x="5528481" y="5295900"/>
                  <a:pt x="5486392" y="5295900"/>
                </a:cubicBezTo>
                <a:lnTo>
                  <a:pt x="76208" y="5295900"/>
                </a:lnTo>
                <a:cubicBezTo>
                  <a:pt x="34119" y="5295900"/>
                  <a:pt x="0" y="5261781"/>
                  <a:pt x="0" y="5219692"/>
                </a:cubicBezTo>
                <a:lnTo>
                  <a:pt x="0" y="76208"/>
                </a:lnTo>
                <a:cubicBezTo>
                  <a:pt x="0" y="34148"/>
                  <a:pt x="34148" y="0"/>
                  <a:pt x="76208" y="0"/>
                </a:cubicBezTo>
                <a:close/>
              </a:path>
            </a:pathLst>
          </a:custGeom>
          <a:solidFill>
            <a:srgbClr val="FFFFFF">
              <a:alpha val="94902"/>
            </a:srgbClr>
          </a:solidFill>
          <a:effectLst>
            <a:outerShdw blurRad="57150" dist="38100" dir="5400000" algn="bl" rotWithShape="0">
              <a:srgbClr val="000000">
                <a:alpha val="10196"/>
              </a:srgbClr>
            </a:outerShdw>
          </a:effectLst>
        </p:spPr>
      </p:sp>
      <p:sp>
        <p:nvSpPr>
          <p:cNvPr id="28" name="Shape 25"/>
          <p:cNvSpPr/>
          <p:nvPr/>
        </p:nvSpPr>
        <p:spPr>
          <a:xfrm>
            <a:off x="6491288" y="1447800"/>
            <a:ext cx="257175" cy="228600"/>
          </a:xfrm>
          <a:custGeom>
            <a:avLst/>
            <a:gdLst/>
            <a:ahLst/>
            <a:cxnLst/>
            <a:rect l="l" t="t" r="r" b="b"/>
            <a:pathLst>
              <a:path w="257175" h="228600">
                <a:moveTo>
                  <a:pt x="161092" y="536"/>
                </a:moveTo>
                <a:cubicBezTo>
                  <a:pt x="153501" y="-1652"/>
                  <a:pt x="145599" y="2768"/>
                  <a:pt x="143411" y="10358"/>
                </a:cubicBezTo>
                <a:lnTo>
                  <a:pt x="86261" y="210383"/>
                </a:lnTo>
                <a:cubicBezTo>
                  <a:pt x="84073" y="217974"/>
                  <a:pt x="88493" y="225876"/>
                  <a:pt x="96083" y="228064"/>
                </a:cubicBezTo>
                <a:cubicBezTo>
                  <a:pt x="103674" y="230252"/>
                  <a:pt x="111576" y="225832"/>
                  <a:pt x="113764" y="218242"/>
                </a:cubicBezTo>
                <a:lnTo>
                  <a:pt x="170914" y="18217"/>
                </a:lnTo>
                <a:cubicBezTo>
                  <a:pt x="173102" y="10626"/>
                  <a:pt x="168682" y="2724"/>
                  <a:pt x="161092" y="536"/>
                </a:cubicBezTo>
                <a:close/>
                <a:moveTo>
                  <a:pt x="189934" y="61302"/>
                </a:moveTo>
                <a:cubicBezTo>
                  <a:pt x="184353" y="66883"/>
                  <a:pt x="184353" y="75947"/>
                  <a:pt x="189934" y="81528"/>
                </a:cubicBezTo>
                <a:lnTo>
                  <a:pt x="222706" y="114300"/>
                </a:lnTo>
                <a:lnTo>
                  <a:pt x="189934" y="147072"/>
                </a:lnTo>
                <a:cubicBezTo>
                  <a:pt x="184353" y="152653"/>
                  <a:pt x="184353" y="161717"/>
                  <a:pt x="189934" y="167298"/>
                </a:cubicBezTo>
                <a:cubicBezTo>
                  <a:pt x="195516" y="172879"/>
                  <a:pt x="204579" y="172879"/>
                  <a:pt x="210160" y="167298"/>
                </a:cubicBezTo>
                <a:lnTo>
                  <a:pt x="253023" y="124435"/>
                </a:lnTo>
                <a:cubicBezTo>
                  <a:pt x="258604" y="118854"/>
                  <a:pt x="258604" y="109791"/>
                  <a:pt x="253023" y="104209"/>
                </a:cubicBezTo>
                <a:lnTo>
                  <a:pt x="210160" y="61347"/>
                </a:lnTo>
                <a:cubicBezTo>
                  <a:pt x="204579" y="55766"/>
                  <a:pt x="195516" y="55766"/>
                  <a:pt x="189934" y="61347"/>
                </a:cubicBezTo>
                <a:close/>
                <a:moveTo>
                  <a:pt x="67285" y="61302"/>
                </a:moveTo>
                <a:cubicBezTo>
                  <a:pt x="61704" y="55721"/>
                  <a:pt x="52641" y="55721"/>
                  <a:pt x="47059" y="61302"/>
                </a:cubicBezTo>
                <a:lnTo>
                  <a:pt x="4197" y="104165"/>
                </a:lnTo>
                <a:cubicBezTo>
                  <a:pt x="-1384" y="109746"/>
                  <a:pt x="-1384" y="118809"/>
                  <a:pt x="4197" y="124391"/>
                </a:cubicBezTo>
                <a:lnTo>
                  <a:pt x="47059" y="167253"/>
                </a:lnTo>
                <a:cubicBezTo>
                  <a:pt x="52641" y="172834"/>
                  <a:pt x="61704" y="172834"/>
                  <a:pt x="67285" y="167253"/>
                </a:cubicBezTo>
                <a:cubicBezTo>
                  <a:pt x="72866" y="161672"/>
                  <a:pt x="72866" y="152608"/>
                  <a:pt x="67285" y="147027"/>
                </a:cubicBezTo>
                <a:lnTo>
                  <a:pt x="34513" y="114300"/>
                </a:lnTo>
                <a:lnTo>
                  <a:pt x="67241" y="81528"/>
                </a:lnTo>
                <a:cubicBezTo>
                  <a:pt x="72822" y="75947"/>
                  <a:pt x="72822" y="66883"/>
                  <a:pt x="67241" y="61302"/>
                </a:cubicBezTo>
                <a:close/>
              </a:path>
            </a:pathLst>
          </a:custGeom>
          <a:solidFill>
            <a:srgbClr val="2D3748"/>
          </a:solidFill>
        </p:spPr>
      </p:sp>
      <p:sp>
        <p:nvSpPr>
          <p:cNvPr id="29" name="Text 26"/>
          <p:cNvSpPr/>
          <p:nvPr/>
        </p:nvSpPr>
        <p:spPr>
          <a:xfrm>
            <a:off x="6762750" y="1409700"/>
            <a:ext cx="4933950" cy="304800"/>
          </a:xfrm>
          <a:prstGeom prst="rect">
            <a:avLst/>
          </a:prstGeom>
          <a:noFill/>
        </p:spPr>
        <p:txBody>
          <a:bodyPr wrap="square" lIns="0" tIns="0" rIns="0" bIns="0" rtlCol="0" anchor="ctr"/>
          <a:lstStyle/>
          <a:p>
            <a:pPr>
              <a:lnSpc>
                <a:spcPct val="110000"/>
              </a:lnSpc>
            </a:pPr>
            <a:r>
              <a:rPr lang="en-US" sz="1800" b="1" dirty="0">
                <a:solidFill>
                  <a:srgbClr val="2D3748"/>
                </a:solidFill>
                <a:latin typeface="Liter" panose="02000503030000020004" pitchFamily="34" charset="0"/>
                <a:ea typeface="Liter" panose="02000503030000020004" pitchFamily="34" charset="-122"/>
                <a:cs typeface="Liter" panose="02000503030000020004" pitchFamily="34" charset="-120"/>
              </a:rPr>
              <a:t>Implementation Features</a:t>
            </a:r>
            <a:endParaRPr lang="en-US" sz="1600" dirty="0"/>
          </a:p>
        </p:txBody>
      </p:sp>
      <p:sp>
        <p:nvSpPr>
          <p:cNvPr id="30" name="Shape 27"/>
          <p:cNvSpPr/>
          <p:nvPr/>
        </p:nvSpPr>
        <p:spPr>
          <a:xfrm>
            <a:off x="6477000" y="2157413"/>
            <a:ext cx="381000" cy="381000"/>
          </a:xfrm>
          <a:custGeom>
            <a:avLst/>
            <a:gdLst/>
            <a:ahLst/>
            <a:cxnLst/>
            <a:rect l="l" t="t" r="r" b="b"/>
            <a:pathLst>
              <a:path w="381000" h="381000">
                <a:moveTo>
                  <a:pt x="190500" y="0"/>
                </a:moveTo>
                <a:lnTo>
                  <a:pt x="190500" y="0"/>
                </a:lnTo>
                <a:cubicBezTo>
                  <a:pt x="295640" y="0"/>
                  <a:pt x="381000" y="85360"/>
                  <a:pt x="381000" y="190500"/>
                </a:cubicBezTo>
                <a:lnTo>
                  <a:pt x="381000" y="190500"/>
                </a:lnTo>
                <a:cubicBezTo>
                  <a:pt x="381000" y="295640"/>
                  <a:pt x="295640" y="381000"/>
                  <a:pt x="190500" y="381000"/>
                </a:cubicBezTo>
                <a:lnTo>
                  <a:pt x="190500" y="381000"/>
                </a:lnTo>
                <a:cubicBezTo>
                  <a:pt x="85360" y="381000"/>
                  <a:pt x="0" y="295640"/>
                  <a:pt x="0" y="190500"/>
                </a:cubicBezTo>
                <a:lnTo>
                  <a:pt x="0" y="190500"/>
                </a:lnTo>
                <a:cubicBezTo>
                  <a:pt x="0" y="85360"/>
                  <a:pt x="85360" y="0"/>
                  <a:pt x="190500" y="0"/>
                </a:cubicBezTo>
                <a:close/>
              </a:path>
            </a:pathLst>
          </a:custGeom>
          <a:solidFill>
            <a:srgbClr val="2D3748"/>
          </a:solidFill>
        </p:spPr>
      </p:sp>
      <p:sp>
        <p:nvSpPr>
          <p:cNvPr id="31" name="Shape 28"/>
          <p:cNvSpPr/>
          <p:nvPr/>
        </p:nvSpPr>
        <p:spPr>
          <a:xfrm>
            <a:off x="6591300" y="2271713"/>
            <a:ext cx="152400" cy="152400"/>
          </a:xfrm>
          <a:custGeom>
            <a:avLst/>
            <a:gdLst/>
            <a:ahLst/>
            <a:cxnLst/>
            <a:rect l="l" t="t" r="r" b="b"/>
            <a:pathLst>
              <a:path w="152400" h="152400">
                <a:moveTo>
                  <a:pt x="19616" y="68014"/>
                </a:moveTo>
                <a:cubicBezTo>
                  <a:pt x="23574" y="40332"/>
                  <a:pt x="47417" y="19050"/>
                  <a:pt x="76200" y="19050"/>
                </a:cubicBezTo>
                <a:cubicBezTo>
                  <a:pt x="91976" y="19050"/>
                  <a:pt x="106263" y="25450"/>
                  <a:pt x="116622" y="35778"/>
                </a:cubicBezTo>
                <a:cubicBezTo>
                  <a:pt x="116681" y="35838"/>
                  <a:pt x="116741" y="35897"/>
                  <a:pt x="116800" y="35957"/>
                </a:cubicBezTo>
                <a:lnTo>
                  <a:pt x="119063" y="38100"/>
                </a:lnTo>
                <a:lnTo>
                  <a:pt x="104805" y="38100"/>
                </a:lnTo>
                <a:cubicBezTo>
                  <a:pt x="99536" y="38100"/>
                  <a:pt x="95280" y="42356"/>
                  <a:pt x="95280" y="47625"/>
                </a:cubicBezTo>
                <a:cubicBezTo>
                  <a:pt x="95280" y="52894"/>
                  <a:pt x="99536" y="57150"/>
                  <a:pt x="104805" y="57150"/>
                </a:cubicBezTo>
                <a:lnTo>
                  <a:pt x="142905" y="57150"/>
                </a:lnTo>
                <a:cubicBezTo>
                  <a:pt x="148173" y="57150"/>
                  <a:pt x="152430" y="52894"/>
                  <a:pt x="152430" y="47625"/>
                </a:cubicBezTo>
                <a:lnTo>
                  <a:pt x="152430" y="9525"/>
                </a:lnTo>
                <a:cubicBezTo>
                  <a:pt x="152430" y="4256"/>
                  <a:pt x="148173" y="0"/>
                  <a:pt x="142905" y="0"/>
                </a:cubicBezTo>
                <a:cubicBezTo>
                  <a:pt x="137636" y="0"/>
                  <a:pt x="133380" y="4256"/>
                  <a:pt x="133380" y="9525"/>
                </a:cubicBezTo>
                <a:lnTo>
                  <a:pt x="133380" y="25420"/>
                </a:lnTo>
                <a:lnTo>
                  <a:pt x="130016" y="22235"/>
                </a:lnTo>
                <a:cubicBezTo>
                  <a:pt x="116235" y="8513"/>
                  <a:pt x="97185" y="0"/>
                  <a:pt x="76200" y="0"/>
                </a:cubicBezTo>
                <a:cubicBezTo>
                  <a:pt x="37802" y="0"/>
                  <a:pt x="6042" y="28396"/>
                  <a:pt x="774" y="65336"/>
                </a:cubicBezTo>
                <a:cubicBezTo>
                  <a:pt x="30" y="70545"/>
                  <a:pt x="3631" y="75367"/>
                  <a:pt x="8840" y="76111"/>
                </a:cubicBezTo>
                <a:cubicBezTo>
                  <a:pt x="14049" y="76855"/>
                  <a:pt x="18871" y="73223"/>
                  <a:pt x="19616" y="68044"/>
                </a:cubicBezTo>
                <a:close/>
                <a:moveTo>
                  <a:pt x="151626" y="87064"/>
                </a:moveTo>
                <a:cubicBezTo>
                  <a:pt x="152370" y="81855"/>
                  <a:pt x="148739" y="77033"/>
                  <a:pt x="143560" y="76289"/>
                </a:cubicBezTo>
                <a:cubicBezTo>
                  <a:pt x="138380" y="75545"/>
                  <a:pt x="133529" y="79177"/>
                  <a:pt x="132784" y="84356"/>
                </a:cubicBezTo>
                <a:cubicBezTo>
                  <a:pt x="128826" y="112038"/>
                  <a:pt x="104983" y="133320"/>
                  <a:pt x="76200" y="133320"/>
                </a:cubicBezTo>
                <a:cubicBezTo>
                  <a:pt x="60424" y="133320"/>
                  <a:pt x="46137" y="126921"/>
                  <a:pt x="35778" y="116592"/>
                </a:cubicBezTo>
                <a:cubicBezTo>
                  <a:pt x="35719" y="116532"/>
                  <a:pt x="35659" y="116473"/>
                  <a:pt x="35600" y="116413"/>
                </a:cubicBezTo>
                <a:lnTo>
                  <a:pt x="33337" y="114270"/>
                </a:lnTo>
                <a:lnTo>
                  <a:pt x="47595" y="114270"/>
                </a:lnTo>
                <a:cubicBezTo>
                  <a:pt x="52864" y="114270"/>
                  <a:pt x="57120" y="110014"/>
                  <a:pt x="57120" y="104745"/>
                </a:cubicBezTo>
                <a:cubicBezTo>
                  <a:pt x="57120" y="99477"/>
                  <a:pt x="52864" y="95220"/>
                  <a:pt x="47595" y="95220"/>
                </a:cubicBezTo>
                <a:lnTo>
                  <a:pt x="9525" y="95250"/>
                </a:lnTo>
                <a:cubicBezTo>
                  <a:pt x="6995" y="95250"/>
                  <a:pt x="4554" y="96262"/>
                  <a:pt x="2768" y="98078"/>
                </a:cubicBezTo>
                <a:cubicBezTo>
                  <a:pt x="982" y="99893"/>
                  <a:pt x="-30" y="102304"/>
                  <a:pt x="0" y="104864"/>
                </a:cubicBezTo>
                <a:lnTo>
                  <a:pt x="298" y="142667"/>
                </a:lnTo>
                <a:cubicBezTo>
                  <a:pt x="327" y="147935"/>
                  <a:pt x="4643" y="152162"/>
                  <a:pt x="9912" y="152102"/>
                </a:cubicBezTo>
                <a:cubicBezTo>
                  <a:pt x="15180" y="152043"/>
                  <a:pt x="19407" y="147757"/>
                  <a:pt x="19348" y="142488"/>
                </a:cubicBezTo>
                <a:lnTo>
                  <a:pt x="19229" y="127159"/>
                </a:lnTo>
                <a:lnTo>
                  <a:pt x="22414" y="130165"/>
                </a:lnTo>
                <a:cubicBezTo>
                  <a:pt x="36195" y="143887"/>
                  <a:pt x="55215" y="152400"/>
                  <a:pt x="76200" y="152400"/>
                </a:cubicBezTo>
                <a:cubicBezTo>
                  <a:pt x="114598" y="152400"/>
                  <a:pt x="146358" y="124004"/>
                  <a:pt x="151626" y="87064"/>
                </a:cubicBezTo>
                <a:close/>
              </a:path>
            </a:pathLst>
          </a:custGeom>
          <a:solidFill>
            <a:srgbClr val="E2E8F0"/>
          </a:solidFill>
        </p:spPr>
      </p:sp>
      <p:sp>
        <p:nvSpPr>
          <p:cNvPr id="32" name="Text 29"/>
          <p:cNvSpPr/>
          <p:nvPr/>
        </p:nvSpPr>
        <p:spPr>
          <a:xfrm>
            <a:off x="7010400" y="2157413"/>
            <a:ext cx="3133725" cy="266700"/>
          </a:xfrm>
          <a:prstGeom prst="rect">
            <a:avLst/>
          </a:prstGeom>
          <a:noFill/>
        </p:spPr>
        <p:txBody>
          <a:bodyPr wrap="square" lIns="0" tIns="0" rIns="0" bIns="0" rtlCol="0" anchor="ctr"/>
          <a:lstStyle/>
          <a:p>
            <a:pPr>
              <a:lnSpc>
                <a:spcPct val="130000"/>
              </a:lnSpc>
            </a:pPr>
            <a:r>
              <a:rPr lang="en-US" sz="1350" b="1" dirty="0">
                <a:solidFill>
                  <a:srgbClr val="2D3748"/>
                </a:solidFill>
                <a:latin typeface="Liter" panose="02000503030000020004" pitchFamily="34" charset="0"/>
                <a:ea typeface="Liter" panose="02000503030000020004" pitchFamily="34" charset="-122"/>
                <a:cs typeface="Liter" panose="02000503030000020004" pitchFamily="34" charset="-120"/>
              </a:rPr>
              <a:t>WebDriver Initialization</a:t>
            </a:r>
            <a:endParaRPr lang="en-US" sz="1600" dirty="0"/>
          </a:p>
        </p:txBody>
      </p:sp>
      <p:sp>
        <p:nvSpPr>
          <p:cNvPr id="33" name="Text 30"/>
          <p:cNvSpPr/>
          <p:nvPr/>
        </p:nvSpPr>
        <p:spPr>
          <a:xfrm>
            <a:off x="7010400" y="2462213"/>
            <a:ext cx="3124200" cy="228600"/>
          </a:xfrm>
          <a:prstGeom prst="rect">
            <a:avLst/>
          </a:prstGeom>
          <a:noFill/>
        </p:spPr>
        <p:txBody>
          <a:bodyPr wrap="square" lIns="0" tIns="0" rIns="0" bIns="0" rtlCol="0" anchor="ctr"/>
          <a:lstStyle/>
          <a:p>
            <a:pPr>
              <a:lnSpc>
                <a:spcPct val="130000"/>
              </a:lnSpc>
            </a:pPr>
            <a:r>
              <a:rPr lang="en-US" sz="1200" dirty="0">
                <a:solidFill>
                  <a:srgbClr val="1A202C"/>
                </a:solidFill>
                <a:latin typeface="Quattrocento Sans" panose="020B0502050000020003" pitchFamily="34" charset="0"/>
                <a:ea typeface="Quattrocento Sans" panose="020B0502050000020003" pitchFamily="34" charset="-122"/>
                <a:cs typeface="Quattrocento Sans" panose="020B0502050000020003" pitchFamily="34" charset="-120"/>
              </a:rPr>
              <a:t>Automated browser startup and configuration.</a:t>
            </a:r>
            <a:endParaRPr lang="en-US" sz="1600" dirty="0"/>
          </a:p>
        </p:txBody>
      </p:sp>
      <p:sp>
        <p:nvSpPr>
          <p:cNvPr id="34" name="Shape 31"/>
          <p:cNvSpPr/>
          <p:nvPr/>
        </p:nvSpPr>
        <p:spPr>
          <a:xfrm>
            <a:off x="6477000" y="3271838"/>
            <a:ext cx="381000" cy="381000"/>
          </a:xfrm>
          <a:custGeom>
            <a:avLst/>
            <a:gdLst/>
            <a:ahLst/>
            <a:cxnLst/>
            <a:rect l="l" t="t" r="r" b="b"/>
            <a:pathLst>
              <a:path w="381000" h="381000">
                <a:moveTo>
                  <a:pt x="190500" y="0"/>
                </a:moveTo>
                <a:lnTo>
                  <a:pt x="190500" y="0"/>
                </a:lnTo>
                <a:cubicBezTo>
                  <a:pt x="295640" y="0"/>
                  <a:pt x="381000" y="85360"/>
                  <a:pt x="381000" y="190500"/>
                </a:cubicBezTo>
                <a:lnTo>
                  <a:pt x="381000" y="190500"/>
                </a:lnTo>
                <a:cubicBezTo>
                  <a:pt x="381000" y="295640"/>
                  <a:pt x="295640" y="381000"/>
                  <a:pt x="190500" y="381000"/>
                </a:cubicBezTo>
                <a:lnTo>
                  <a:pt x="190500" y="381000"/>
                </a:lnTo>
                <a:cubicBezTo>
                  <a:pt x="85360" y="381000"/>
                  <a:pt x="0" y="295640"/>
                  <a:pt x="0" y="190500"/>
                </a:cubicBezTo>
                <a:lnTo>
                  <a:pt x="0" y="190500"/>
                </a:lnTo>
                <a:cubicBezTo>
                  <a:pt x="0" y="85360"/>
                  <a:pt x="85360" y="0"/>
                  <a:pt x="190500" y="0"/>
                </a:cubicBezTo>
                <a:close/>
              </a:path>
            </a:pathLst>
          </a:custGeom>
          <a:solidFill>
            <a:srgbClr val="4A5568"/>
          </a:solidFill>
        </p:spPr>
      </p:sp>
      <p:sp>
        <p:nvSpPr>
          <p:cNvPr id="35" name="Shape 32"/>
          <p:cNvSpPr/>
          <p:nvPr/>
        </p:nvSpPr>
        <p:spPr>
          <a:xfrm>
            <a:off x="6591300" y="3386138"/>
            <a:ext cx="152400" cy="152400"/>
          </a:xfrm>
          <a:custGeom>
            <a:avLst/>
            <a:gdLst/>
            <a:ahLst/>
            <a:cxnLst/>
            <a:rect l="l" t="t" r="r" b="b"/>
            <a:pathLst>
              <a:path w="152400" h="152400">
                <a:moveTo>
                  <a:pt x="123825" y="61912"/>
                </a:moveTo>
                <a:cubicBezTo>
                  <a:pt x="123825" y="75575"/>
                  <a:pt x="119390" y="88196"/>
                  <a:pt x="111919" y="98435"/>
                </a:cubicBezTo>
                <a:lnTo>
                  <a:pt x="149602" y="136148"/>
                </a:lnTo>
                <a:cubicBezTo>
                  <a:pt x="153323" y="139869"/>
                  <a:pt x="153323" y="145911"/>
                  <a:pt x="149602" y="149632"/>
                </a:cubicBezTo>
                <a:cubicBezTo>
                  <a:pt x="145881" y="153353"/>
                  <a:pt x="139839" y="153353"/>
                  <a:pt x="136118" y="149632"/>
                </a:cubicBezTo>
                <a:lnTo>
                  <a:pt x="98435" y="111919"/>
                </a:lnTo>
                <a:cubicBezTo>
                  <a:pt x="88196" y="119390"/>
                  <a:pt x="75575" y="123825"/>
                  <a:pt x="61912" y="123825"/>
                </a:cubicBezTo>
                <a:cubicBezTo>
                  <a:pt x="27712" y="123825"/>
                  <a:pt x="0" y="96113"/>
                  <a:pt x="0" y="61912"/>
                </a:cubicBezTo>
                <a:cubicBezTo>
                  <a:pt x="0" y="27712"/>
                  <a:pt x="27712" y="0"/>
                  <a:pt x="61912" y="0"/>
                </a:cubicBezTo>
                <a:cubicBezTo>
                  <a:pt x="96113" y="0"/>
                  <a:pt x="123825" y="27712"/>
                  <a:pt x="123825" y="61912"/>
                </a:cubicBezTo>
                <a:close/>
                <a:moveTo>
                  <a:pt x="61912" y="104775"/>
                </a:moveTo>
                <a:cubicBezTo>
                  <a:pt x="85569" y="104775"/>
                  <a:pt x="104775" y="85569"/>
                  <a:pt x="104775" y="61912"/>
                </a:cubicBezTo>
                <a:cubicBezTo>
                  <a:pt x="104775" y="38256"/>
                  <a:pt x="85569" y="19050"/>
                  <a:pt x="61912" y="19050"/>
                </a:cubicBezTo>
                <a:cubicBezTo>
                  <a:pt x="38256" y="19050"/>
                  <a:pt x="19050" y="38256"/>
                  <a:pt x="19050" y="61912"/>
                </a:cubicBezTo>
                <a:cubicBezTo>
                  <a:pt x="19050" y="85569"/>
                  <a:pt x="38256" y="104775"/>
                  <a:pt x="61912" y="104775"/>
                </a:cubicBezTo>
                <a:close/>
              </a:path>
            </a:pathLst>
          </a:custGeom>
          <a:solidFill>
            <a:srgbClr val="E2E8F0"/>
          </a:solidFill>
        </p:spPr>
      </p:sp>
      <p:sp>
        <p:nvSpPr>
          <p:cNvPr id="36" name="Text 33"/>
          <p:cNvSpPr/>
          <p:nvPr/>
        </p:nvSpPr>
        <p:spPr>
          <a:xfrm>
            <a:off x="7010400" y="3271838"/>
            <a:ext cx="2305050" cy="266700"/>
          </a:xfrm>
          <a:prstGeom prst="rect">
            <a:avLst/>
          </a:prstGeom>
          <a:noFill/>
        </p:spPr>
        <p:txBody>
          <a:bodyPr wrap="square" lIns="0" tIns="0" rIns="0" bIns="0" rtlCol="0" anchor="ctr"/>
          <a:lstStyle/>
          <a:p>
            <a:pPr>
              <a:lnSpc>
                <a:spcPct val="130000"/>
              </a:lnSpc>
            </a:pPr>
            <a:r>
              <a:rPr lang="en-US" sz="1350" b="1" dirty="0">
                <a:solidFill>
                  <a:srgbClr val="2D3748"/>
                </a:solidFill>
                <a:latin typeface="Liter" panose="02000503030000020004" pitchFamily="34" charset="0"/>
                <a:ea typeface="Liter" panose="02000503030000020004" pitchFamily="34" charset="-122"/>
                <a:cs typeface="Liter" panose="02000503030000020004" pitchFamily="34" charset="-120"/>
              </a:rPr>
              <a:t>Element Interaction</a:t>
            </a:r>
            <a:endParaRPr lang="en-US" sz="1600" dirty="0"/>
          </a:p>
        </p:txBody>
      </p:sp>
      <p:sp>
        <p:nvSpPr>
          <p:cNvPr id="37" name="Text 34"/>
          <p:cNvSpPr/>
          <p:nvPr/>
        </p:nvSpPr>
        <p:spPr>
          <a:xfrm>
            <a:off x="7010400" y="3576638"/>
            <a:ext cx="2295525" cy="228600"/>
          </a:xfrm>
          <a:prstGeom prst="rect">
            <a:avLst/>
          </a:prstGeom>
          <a:noFill/>
        </p:spPr>
        <p:txBody>
          <a:bodyPr wrap="square" lIns="0" tIns="0" rIns="0" bIns="0" rtlCol="0" anchor="ctr"/>
          <a:lstStyle/>
          <a:p>
            <a:pPr>
              <a:lnSpc>
                <a:spcPct val="130000"/>
              </a:lnSpc>
            </a:pPr>
            <a:r>
              <a:rPr lang="en-US" sz="1200" dirty="0">
                <a:solidFill>
                  <a:srgbClr val="1A202C"/>
                </a:solidFill>
                <a:latin typeface="Quattrocento Sans" panose="020B0502050000020003" pitchFamily="34" charset="0"/>
                <a:ea typeface="Quattrocento Sans" panose="020B0502050000020003" pitchFamily="34" charset="-122"/>
                <a:cs typeface="Quattrocento Sans" panose="020B0502050000020003" pitchFamily="34" charset="-120"/>
              </a:rPr>
              <a:t>Click, type, and scroll automation.</a:t>
            </a:r>
            <a:endParaRPr lang="en-US" sz="1600" dirty="0"/>
          </a:p>
        </p:txBody>
      </p:sp>
      <p:sp>
        <p:nvSpPr>
          <p:cNvPr id="38" name="Shape 35"/>
          <p:cNvSpPr/>
          <p:nvPr/>
        </p:nvSpPr>
        <p:spPr>
          <a:xfrm>
            <a:off x="6477000" y="4386263"/>
            <a:ext cx="381000" cy="381000"/>
          </a:xfrm>
          <a:custGeom>
            <a:avLst/>
            <a:gdLst/>
            <a:ahLst/>
            <a:cxnLst/>
            <a:rect l="l" t="t" r="r" b="b"/>
            <a:pathLst>
              <a:path w="381000" h="381000">
                <a:moveTo>
                  <a:pt x="190500" y="0"/>
                </a:moveTo>
                <a:lnTo>
                  <a:pt x="190500" y="0"/>
                </a:lnTo>
                <a:cubicBezTo>
                  <a:pt x="295640" y="0"/>
                  <a:pt x="381000" y="85360"/>
                  <a:pt x="381000" y="190500"/>
                </a:cubicBezTo>
                <a:lnTo>
                  <a:pt x="381000" y="190500"/>
                </a:lnTo>
                <a:cubicBezTo>
                  <a:pt x="381000" y="295640"/>
                  <a:pt x="295640" y="381000"/>
                  <a:pt x="190500" y="381000"/>
                </a:cubicBezTo>
                <a:lnTo>
                  <a:pt x="190500" y="381000"/>
                </a:lnTo>
                <a:cubicBezTo>
                  <a:pt x="85360" y="381000"/>
                  <a:pt x="0" y="295640"/>
                  <a:pt x="0" y="190500"/>
                </a:cubicBezTo>
                <a:lnTo>
                  <a:pt x="0" y="190500"/>
                </a:lnTo>
                <a:cubicBezTo>
                  <a:pt x="0" y="85360"/>
                  <a:pt x="85360" y="0"/>
                  <a:pt x="190500" y="0"/>
                </a:cubicBezTo>
                <a:close/>
              </a:path>
            </a:pathLst>
          </a:custGeom>
          <a:solidFill>
            <a:srgbClr val="2D3748"/>
          </a:solidFill>
        </p:spPr>
      </p:sp>
      <p:sp>
        <p:nvSpPr>
          <p:cNvPr id="39" name="Shape 36"/>
          <p:cNvSpPr/>
          <p:nvPr/>
        </p:nvSpPr>
        <p:spPr>
          <a:xfrm>
            <a:off x="6591300" y="4500563"/>
            <a:ext cx="152400" cy="152400"/>
          </a:xfrm>
          <a:custGeom>
            <a:avLst/>
            <a:gdLst/>
            <a:ahLst/>
            <a:cxnLst/>
            <a:rect l="l" t="t" r="r" b="b"/>
            <a:pathLst>
              <a:path w="152400" h="152400">
                <a:moveTo>
                  <a:pt x="76200" y="0"/>
                </a:moveTo>
                <a:cubicBezTo>
                  <a:pt x="118256" y="0"/>
                  <a:pt x="152400" y="34144"/>
                  <a:pt x="152400" y="76200"/>
                </a:cubicBezTo>
                <a:cubicBezTo>
                  <a:pt x="152400" y="118256"/>
                  <a:pt x="118256" y="152400"/>
                  <a:pt x="76200" y="152400"/>
                </a:cubicBezTo>
                <a:cubicBezTo>
                  <a:pt x="34144" y="152400"/>
                  <a:pt x="0" y="118256"/>
                  <a:pt x="0" y="76200"/>
                </a:cubicBezTo>
                <a:cubicBezTo>
                  <a:pt x="0" y="34144"/>
                  <a:pt x="34144" y="0"/>
                  <a:pt x="76200" y="0"/>
                </a:cubicBezTo>
                <a:close/>
                <a:moveTo>
                  <a:pt x="69056" y="35719"/>
                </a:moveTo>
                <a:lnTo>
                  <a:pt x="69056" y="76200"/>
                </a:lnTo>
                <a:cubicBezTo>
                  <a:pt x="69056" y="78581"/>
                  <a:pt x="70247" y="80814"/>
                  <a:pt x="72241" y="82153"/>
                </a:cubicBezTo>
                <a:lnTo>
                  <a:pt x="100816" y="101203"/>
                </a:lnTo>
                <a:cubicBezTo>
                  <a:pt x="104090" y="103406"/>
                  <a:pt x="108525" y="102513"/>
                  <a:pt x="110728" y="99209"/>
                </a:cubicBezTo>
                <a:cubicBezTo>
                  <a:pt x="112931" y="95905"/>
                  <a:pt x="112038" y="91500"/>
                  <a:pt x="108734" y="89297"/>
                </a:cubicBezTo>
                <a:lnTo>
                  <a:pt x="83344" y="72390"/>
                </a:lnTo>
                <a:lnTo>
                  <a:pt x="83344" y="35719"/>
                </a:lnTo>
                <a:cubicBezTo>
                  <a:pt x="83344" y="31760"/>
                  <a:pt x="80159" y="28575"/>
                  <a:pt x="76200" y="28575"/>
                </a:cubicBezTo>
                <a:cubicBezTo>
                  <a:pt x="72241" y="28575"/>
                  <a:pt x="69056" y="31760"/>
                  <a:pt x="69056" y="35719"/>
                </a:cubicBezTo>
                <a:close/>
              </a:path>
            </a:pathLst>
          </a:custGeom>
          <a:solidFill>
            <a:srgbClr val="E2E8F0"/>
          </a:solidFill>
        </p:spPr>
      </p:sp>
      <p:sp>
        <p:nvSpPr>
          <p:cNvPr id="40" name="Text 37"/>
          <p:cNvSpPr/>
          <p:nvPr/>
        </p:nvSpPr>
        <p:spPr>
          <a:xfrm>
            <a:off x="7010400" y="4386263"/>
            <a:ext cx="3162300" cy="266700"/>
          </a:xfrm>
          <a:prstGeom prst="rect">
            <a:avLst/>
          </a:prstGeom>
          <a:noFill/>
        </p:spPr>
        <p:txBody>
          <a:bodyPr wrap="square" lIns="0" tIns="0" rIns="0" bIns="0" rtlCol="0" anchor="ctr"/>
          <a:lstStyle/>
          <a:p>
            <a:pPr>
              <a:lnSpc>
                <a:spcPct val="130000"/>
              </a:lnSpc>
            </a:pPr>
            <a:r>
              <a:rPr lang="en-US" sz="1350" b="1" dirty="0">
                <a:solidFill>
                  <a:srgbClr val="2D3748"/>
                </a:solidFill>
                <a:latin typeface="Liter" panose="02000503030000020004" pitchFamily="34" charset="0"/>
                <a:ea typeface="Liter" panose="02000503030000020004" pitchFamily="34" charset="-122"/>
                <a:cs typeface="Liter" panose="02000503030000020004" pitchFamily="34" charset="-120"/>
              </a:rPr>
              <a:t>Wait Commands</a:t>
            </a:r>
            <a:endParaRPr lang="en-US" sz="1600" dirty="0"/>
          </a:p>
        </p:txBody>
      </p:sp>
      <p:sp>
        <p:nvSpPr>
          <p:cNvPr id="41" name="Text 38"/>
          <p:cNvSpPr/>
          <p:nvPr/>
        </p:nvSpPr>
        <p:spPr>
          <a:xfrm>
            <a:off x="7010400" y="4691063"/>
            <a:ext cx="3152775" cy="228600"/>
          </a:xfrm>
          <a:prstGeom prst="rect">
            <a:avLst/>
          </a:prstGeom>
          <a:noFill/>
        </p:spPr>
        <p:txBody>
          <a:bodyPr wrap="square" lIns="0" tIns="0" rIns="0" bIns="0" rtlCol="0" anchor="ctr"/>
          <a:lstStyle/>
          <a:p>
            <a:pPr>
              <a:lnSpc>
                <a:spcPct val="130000"/>
              </a:lnSpc>
            </a:pPr>
            <a:r>
              <a:rPr lang="en-US" sz="1200" dirty="0">
                <a:solidFill>
                  <a:srgbClr val="1A202C"/>
                </a:solidFill>
                <a:latin typeface="Quattrocento Sans" panose="020B0502050000020003" pitchFamily="34" charset="0"/>
                <a:ea typeface="Quattrocento Sans" panose="020B0502050000020003" pitchFamily="34" charset="-122"/>
                <a:cs typeface="Quattrocento Sans" panose="020B0502050000020003" pitchFamily="34" charset="-120"/>
              </a:rPr>
              <a:t>Implicit and explicit waits for dynamic content.</a:t>
            </a:r>
            <a:endParaRPr lang="en-US" sz="1600" dirty="0"/>
          </a:p>
        </p:txBody>
      </p:sp>
      <p:sp>
        <p:nvSpPr>
          <p:cNvPr id="42" name="Shape 39"/>
          <p:cNvSpPr/>
          <p:nvPr/>
        </p:nvSpPr>
        <p:spPr>
          <a:xfrm>
            <a:off x="6477000" y="5500688"/>
            <a:ext cx="381000" cy="381000"/>
          </a:xfrm>
          <a:custGeom>
            <a:avLst/>
            <a:gdLst/>
            <a:ahLst/>
            <a:cxnLst/>
            <a:rect l="l" t="t" r="r" b="b"/>
            <a:pathLst>
              <a:path w="381000" h="381000">
                <a:moveTo>
                  <a:pt x="190500" y="0"/>
                </a:moveTo>
                <a:lnTo>
                  <a:pt x="190500" y="0"/>
                </a:lnTo>
                <a:cubicBezTo>
                  <a:pt x="295640" y="0"/>
                  <a:pt x="381000" y="85360"/>
                  <a:pt x="381000" y="190500"/>
                </a:cubicBezTo>
                <a:lnTo>
                  <a:pt x="381000" y="190500"/>
                </a:lnTo>
                <a:cubicBezTo>
                  <a:pt x="381000" y="295640"/>
                  <a:pt x="295640" y="381000"/>
                  <a:pt x="190500" y="381000"/>
                </a:cubicBezTo>
                <a:lnTo>
                  <a:pt x="190500" y="381000"/>
                </a:lnTo>
                <a:cubicBezTo>
                  <a:pt x="85360" y="381000"/>
                  <a:pt x="0" y="295640"/>
                  <a:pt x="0" y="190500"/>
                </a:cubicBezTo>
                <a:lnTo>
                  <a:pt x="0" y="190500"/>
                </a:lnTo>
                <a:cubicBezTo>
                  <a:pt x="0" y="85360"/>
                  <a:pt x="85360" y="0"/>
                  <a:pt x="190500" y="0"/>
                </a:cubicBezTo>
                <a:close/>
              </a:path>
            </a:pathLst>
          </a:custGeom>
          <a:solidFill>
            <a:srgbClr val="4A5568"/>
          </a:solidFill>
        </p:spPr>
      </p:sp>
      <p:sp>
        <p:nvSpPr>
          <p:cNvPr id="43" name="Shape 40"/>
          <p:cNvSpPr/>
          <p:nvPr/>
        </p:nvSpPr>
        <p:spPr>
          <a:xfrm>
            <a:off x="6610350" y="5614988"/>
            <a:ext cx="114300" cy="152400"/>
          </a:xfrm>
          <a:custGeom>
            <a:avLst/>
            <a:gdLst/>
            <a:ahLst/>
            <a:cxnLst/>
            <a:rect l="l" t="t" r="r" b="b"/>
            <a:pathLst>
              <a:path w="114300" h="152400">
                <a:moveTo>
                  <a:pt x="92690" y="9525"/>
                </a:moveTo>
                <a:lnTo>
                  <a:pt x="95250" y="9525"/>
                </a:lnTo>
                <a:cubicBezTo>
                  <a:pt x="105757" y="9525"/>
                  <a:pt x="114300" y="18068"/>
                  <a:pt x="114300" y="28575"/>
                </a:cubicBezTo>
                <a:lnTo>
                  <a:pt x="114300" y="133350"/>
                </a:lnTo>
                <a:cubicBezTo>
                  <a:pt x="114300" y="143857"/>
                  <a:pt x="105757" y="152400"/>
                  <a:pt x="95250" y="152400"/>
                </a:cubicBezTo>
                <a:lnTo>
                  <a:pt x="19050" y="152400"/>
                </a:lnTo>
                <a:cubicBezTo>
                  <a:pt x="8543" y="152400"/>
                  <a:pt x="0" y="143857"/>
                  <a:pt x="0" y="133350"/>
                </a:cubicBezTo>
                <a:lnTo>
                  <a:pt x="0" y="28575"/>
                </a:lnTo>
                <a:cubicBezTo>
                  <a:pt x="0" y="18068"/>
                  <a:pt x="8543" y="9525"/>
                  <a:pt x="19050" y="9525"/>
                </a:cubicBezTo>
                <a:lnTo>
                  <a:pt x="21610" y="9525"/>
                </a:lnTo>
                <a:cubicBezTo>
                  <a:pt x="24884" y="3840"/>
                  <a:pt x="31046" y="0"/>
                  <a:pt x="38100" y="0"/>
                </a:cubicBezTo>
                <a:lnTo>
                  <a:pt x="76200" y="0"/>
                </a:lnTo>
                <a:cubicBezTo>
                  <a:pt x="83254" y="0"/>
                  <a:pt x="89416" y="3840"/>
                  <a:pt x="92690" y="9525"/>
                </a:cubicBezTo>
                <a:close/>
                <a:moveTo>
                  <a:pt x="73819" y="33338"/>
                </a:moveTo>
                <a:cubicBezTo>
                  <a:pt x="77778" y="33338"/>
                  <a:pt x="80962" y="30153"/>
                  <a:pt x="80962" y="26194"/>
                </a:cubicBezTo>
                <a:cubicBezTo>
                  <a:pt x="80962" y="22235"/>
                  <a:pt x="77778" y="19050"/>
                  <a:pt x="73819" y="19050"/>
                </a:cubicBezTo>
                <a:lnTo>
                  <a:pt x="40481" y="19050"/>
                </a:lnTo>
                <a:cubicBezTo>
                  <a:pt x="36522" y="19050"/>
                  <a:pt x="33338" y="22235"/>
                  <a:pt x="33338" y="26194"/>
                </a:cubicBezTo>
                <a:cubicBezTo>
                  <a:pt x="33338" y="30153"/>
                  <a:pt x="36522" y="33338"/>
                  <a:pt x="40481" y="33338"/>
                </a:cubicBezTo>
                <a:lnTo>
                  <a:pt x="73819" y="33338"/>
                </a:lnTo>
                <a:close/>
                <a:moveTo>
                  <a:pt x="82272" y="77599"/>
                </a:moveTo>
                <a:cubicBezTo>
                  <a:pt x="84356" y="74265"/>
                  <a:pt x="83344" y="69860"/>
                  <a:pt x="80010" y="67747"/>
                </a:cubicBezTo>
                <a:cubicBezTo>
                  <a:pt x="76676" y="65633"/>
                  <a:pt x="72271" y="66675"/>
                  <a:pt x="70158" y="70009"/>
                </a:cubicBezTo>
                <a:lnTo>
                  <a:pt x="51881" y="99268"/>
                </a:lnTo>
                <a:lnTo>
                  <a:pt x="43845" y="88553"/>
                </a:lnTo>
                <a:cubicBezTo>
                  <a:pt x="41464" y="85398"/>
                  <a:pt x="36999" y="84743"/>
                  <a:pt x="33844" y="87124"/>
                </a:cubicBezTo>
                <a:cubicBezTo>
                  <a:pt x="30688" y="89505"/>
                  <a:pt x="30034" y="93970"/>
                  <a:pt x="32415" y="97125"/>
                </a:cubicBezTo>
                <a:lnTo>
                  <a:pt x="46702" y="116175"/>
                </a:lnTo>
                <a:cubicBezTo>
                  <a:pt x="48101" y="118050"/>
                  <a:pt x="50363" y="119122"/>
                  <a:pt x="52715" y="119033"/>
                </a:cubicBezTo>
                <a:cubicBezTo>
                  <a:pt x="55066" y="118943"/>
                  <a:pt x="57210" y="117693"/>
                  <a:pt x="58460" y="115669"/>
                </a:cubicBezTo>
                <a:lnTo>
                  <a:pt x="82272" y="77569"/>
                </a:lnTo>
                <a:close/>
              </a:path>
            </a:pathLst>
          </a:custGeom>
          <a:solidFill>
            <a:srgbClr val="E2E8F0"/>
          </a:solidFill>
        </p:spPr>
      </p:sp>
      <p:sp>
        <p:nvSpPr>
          <p:cNvPr id="44" name="Text 41"/>
          <p:cNvSpPr/>
          <p:nvPr/>
        </p:nvSpPr>
        <p:spPr>
          <a:xfrm>
            <a:off x="7010400" y="5500688"/>
            <a:ext cx="2028825" cy="266700"/>
          </a:xfrm>
          <a:prstGeom prst="rect">
            <a:avLst/>
          </a:prstGeom>
          <a:noFill/>
        </p:spPr>
        <p:txBody>
          <a:bodyPr wrap="square" lIns="0" tIns="0" rIns="0" bIns="0" rtlCol="0" anchor="ctr"/>
          <a:lstStyle/>
          <a:p>
            <a:pPr>
              <a:lnSpc>
                <a:spcPct val="130000"/>
              </a:lnSpc>
            </a:pPr>
            <a:r>
              <a:rPr lang="en-US" sz="1350" b="1" dirty="0">
                <a:solidFill>
                  <a:srgbClr val="2D3748"/>
                </a:solidFill>
                <a:latin typeface="Liter" panose="02000503030000020004" pitchFamily="34" charset="0"/>
                <a:ea typeface="Liter" panose="02000503030000020004" pitchFamily="34" charset="-122"/>
                <a:cs typeface="Liter" panose="02000503030000020004" pitchFamily="34" charset="-120"/>
              </a:rPr>
              <a:t>Validation &amp; Assertions</a:t>
            </a:r>
            <a:endParaRPr lang="en-US" sz="1600" dirty="0"/>
          </a:p>
        </p:txBody>
      </p:sp>
      <p:sp>
        <p:nvSpPr>
          <p:cNvPr id="45" name="Text 42"/>
          <p:cNvSpPr/>
          <p:nvPr/>
        </p:nvSpPr>
        <p:spPr>
          <a:xfrm>
            <a:off x="7010400" y="5805488"/>
            <a:ext cx="2019300" cy="228600"/>
          </a:xfrm>
          <a:prstGeom prst="rect">
            <a:avLst/>
          </a:prstGeom>
          <a:noFill/>
        </p:spPr>
        <p:txBody>
          <a:bodyPr wrap="square" lIns="0" tIns="0" rIns="0" bIns="0" rtlCol="0" anchor="ctr"/>
          <a:lstStyle/>
          <a:p>
            <a:pPr>
              <a:lnSpc>
                <a:spcPct val="130000"/>
              </a:lnSpc>
            </a:pPr>
            <a:r>
              <a:rPr lang="en-US" sz="1200" dirty="0">
                <a:solidFill>
                  <a:srgbClr val="1A202C"/>
                </a:solidFill>
                <a:latin typeface="Quattrocento Sans" panose="020B0502050000020003" pitchFamily="34" charset="0"/>
                <a:ea typeface="Quattrocento Sans" panose="020B0502050000020003" pitchFamily="34" charset="-122"/>
                <a:cs typeface="Quattrocento Sans" panose="020B0502050000020003" pitchFamily="34" charset="-120"/>
              </a:rPr>
              <a:t>Automated result verification.</a:t>
            </a:r>
            <a:endParaRPr lang="en-US" sz="1600" dirty="0"/>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sp>
        <p:nvSpPr>
          <p:cNvPr id="2" name="Text 0"/>
          <p:cNvSpPr/>
          <p:nvPr/>
        </p:nvSpPr>
        <p:spPr>
          <a:xfrm>
            <a:off x="317500" y="317500"/>
            <a:ext cx="3302000" cy="381000"/>
          </a:xfrm>
          <a:prstGeom prst="rect">
            <a:avLst/>
          </a:prstGeom>
          <a:noFill/>
        </p:spPr>
        <p:txBody>
          <a:bodyPr wrap="square" lIns="0" tIns="0" rIns="0" bIns="0" rtlCol="0" anchor="ctr"/>
          <a:lstStyle/>
          <a:p>
            <a:pPr>
              <a:lnSpc>
                <a:spcPct val="80000"/>
              </a:lnSpc>
            </a:pPr>
            <a:r>
              <a:rPr lang="en-US" sz="3000" b="1" dirty="0">
                <a:solidFill>
                  <a:srgbClr val="2D3748"/>
                </a:solidFill>
                <a:latin typeface="Hedvig Letters Sans" pitchFamily="34" charset="0"/>
                <a:ea typeface="Hedvig Letters Sans" pitchFamily="34" charset="-122"/>
                <a:cs typeface="Hedvig Letters Sans" pitchFamily="34" charset="-120"/>
              </a:rPr>
              <a:t>Execution Results</a:t>
            </a:r>
            <a:endParaRPr lang="en-US" sz="1600" dirty="0"/>
          </a:p>
        </p:txBody>
      </p:sp>
      <p:sp>
        <p:nvSpPr>
          <p:cNvPr id="3" name="Shape 1"/>
          <p:cNvSpPr/>
          <p:nvPr/>
        </p:nvSpPr>
        <p:spPr>
          <a:xfrm>
            <a:off x="317500" y="762000"/>
            <a:ext cx="762000" cy="31750"/>
          </a:xfrm>
          <a:custGeom>
            <a:avLst/>
            <a:gdLst/>
            <a:ahLst/>
            <a:cxnLst/>
            <a:rect l="l" t="t" r="r" b="b"/>
            <a:pathLst>
              <a:path w="762000" h="31750">
                <a:moveTo>
                  <a:pt x="0" y="0"/>
                </a:moveTo>
                <a:lnTo>
                  <a:pt x="762000" y="0"/>
                </a:lnTo>
                <a:lnTo>
                  <a:pt x="762000" y="31750"/>
                </a:lnTo>
                <a:lnTo>
                  <a:pt x="0" y="31750"/>
                </a:lnTo>
                <a:lnTo>
                  <a:pt x="0" y="0"/>
                </a:lnTo>
                <a:close/>
              </a:path>
            </a:pathLst>
          </a:custGeom>
          <a:solidFill>
            <a:srgbClr val="4A5568"/>
          </a:solidFill>
        </p:spPr>
      </p:sp>
      <p:sp>
        <p:nvSpPr>
          <p:cNvPr id="4" name="Shape 2"/>
          <p:cNvSpPr/>
          <p:nvPr/>
        </p:nvSpPr>
        <p:spPr>
          <a:xfrm>
            <a:off x="11338719" y="317500"/>
            <a:ext cx="476250" cy="476250"/>
          </a:xfrm>
          <a:custGeom>
            <a:avLst/>
            <a:gdLst/>
            <a:ahLst/>
            <a:cxnLst/>
            <a:rect l="l" t="t" r="r" b="b"/>
            <a:pathLst>
              <a:path w="476250" h="476250">
                <a:moveTo>
                  <a:pt x="59531" y="59531"/>
                </a:moveTo>
                <a:cubicBezTo>
                  <a:pt x="59531" y="43067"/>
                  <a:pt x="46230" y="29766"/>
                  <a:pt x="29766" y="29766"/>
                </a:cubicBezTo>
                <a:cubicBezTo>
                  <a:pt x="13302" y="29766"/>
                  <a:pt x="0" y="43067"/>
                  <a:pt x="0" y="59531"/>
                </a:cubicBezTo>
                <a:lnTo>
                  <a:pt x="0" y="372070"/>
                </a:lnTo>
                <a:cubicBezTo>
                  <a:pt x="0" y="413184"/>
                  <a:pt x="33300" y="446484"/>
                  <a:pt x="74414" y="446484"/>
                </a:cubicBezTo>
                <a:lnTo>
                  <a:pt x="446484" y="446484"/>
                </a:lnTo>
                <a:cubicBezTo>
                  <a:pt x="462948" y="446484"/>
                  <a:pt x="476250" y="433183"/>
                  <a:pt x="476250" y="416719"/>
                </a:cubicBezTo>
                <a:cubicBezTo>
                  <a:pt x="476250" y="400255"/>
                  <a:pt x="462948" y="386953"/>
                  <a:pt x="446484" y="386953"/>
                </a:cubicBezTo>
                <a:lnTo>
                  <a:pt x="74414" y="386953"/>
                </a:lnTo>
                <a:cubicBezTo>
                  <a:pt x="66229" y="386953"/>
                  <a:pt x="59531" y="380256"/>
                  <a:pt x="59531" y="372070"/>
                </a:cubicBezTo>
                <a:lnTo>
                  <a:pt x="59531" y="59531"/>
                </a:lnTo>
                <a:close/>
                <a:moveTo>
                  <a:pt x="437741" y="140084"/>
                </a:moveTo>
                <a:cubicBezTo>
                  <a:pt x="449368" y="128457"/>
                  <a:pt x="449368" y="109575"/>
                  <a:pt x="437741" y="97948"/>
                </a:cubicBezTo>
                <a:cubicBezTo>
                  <a:pt x="426114" y="86320"/>
                  <a:pt x="407231" y="86320"/>
                  <a:pt x="395604" y="97948"/>
                </a:cubicBezTo>
                <a:lnTo>
                  <a:pt x="297656" y="195988"/>
                </a:lnTo>
                <a:lnTo>
                  <a:pt x="244264" y="142689"/>
                </a:lnTo>
                <a:cubicBezTo>
                  <a:pt x="232637" y="131062"/>
                  <a:pt x="213754" y="131062"/>
                  <a:pt x="202127" y="142689"/>
                </a:cubicBezTo>
                <a:lnTo>
                  <a:pt x="112830" y="231986"/>
                </a:lnTo>
                <a:cubicBezTo>
                  <a:pt x="101203" y="243613"/>
                  <a:pt x="101203" y="262496"/>
                  <a:pt x="112830" y="274123"/>
                </a:cubicBezTo>
                <a:cubicBezTo>
                  <a:pt x="124458" y="285750"/>
                  <a:pt x="143340" y="285750"/>
                  <a:pt x="154967" y="274123"/>
                </a:cubicBezTo>
                <a:lnTo>
                  <a:pt x="223242" y="205848"/>
                </a:lnTo>
                <a:lnTo>
                  <a:pt x="276634" y="259240"/>
                </a:lnTo>
                <a:cubicBezTo>
                  <a:pt x="288261" y="270867"/>
                  <a:pt x="307144" y="270867"/>
                  <a:pt x="318771" y="259240"/>
                </a:cubicBezTo>
                <a:lnTo>
                  <a:pt x="437834" y="140177"/>
                </a:lnTo>
                <a:close/>
              </a:path>
            </a:pathLst>
          </a:custGeom>
          <a:solidFill>
            <a:srgbClr val="718096">
              <a:alpha val="30196"/>
            </a:srgbClr>
          </a:solidFill>
        </p:spPr>
      </p:sp>
      <p:sp>
        <p:nvSpPr>
          <p:cNvPr id="5" name="Shape 3"/>
          <p:cNvSpPr/>
          <p:nvPr/>
        </p:nvSpPr>
        <p:spPr>
          <a:xfrm>
            <a:off x="317500" y="984250"/>
            <a:ext cx="3722688" cy="1397000"/>
          </a:xfrm>
          <a:custGeom>
            <a:avLst/>
            <a:gdLst/>
            <a:ahLst/>
            <a:cxnLst/>
            <a:rect l="l" t="t" r="r" b="b"/>
            <a:pathLst>
              <a:path w="3722688" h="1397000">
                <a:moveTo>
                  <a:pt x="63494" y="0"/>
                </a:moveTo>
                <a:lnTo>
                  <a:pt x="3659194" y="0"/>
                </a:lnTo>
                <a:cubicBezTo>
                  <a:pt x="3694260" y="0"/>
                  <a:pt x="3722688" y="28427"/>
                  <a:pt x="3722688" y="63494"/>
                </a:cubicBezTo>
                <a:lnTo>
                  <a:pt x="3722688" y="1333506"/>
                </a:lnTo>
                <a:cubicBezTo>
                  <a:pt x="3722687" y="1368573"/>
                  <a:pt x="3694260" y="1397000"/>
                  <a:pt x="3659194" y="1397000"/>
                </a:cubicBezTo>
                <a:lnTo>
                  <a:pt x="63494" y="1397000"/>
                </a:lnTo>
                <a:cubicBezTo>
                  <a:pt x="28427" y="1397000"/>
                  <a:pt x="0" y="1368573"/>
                  <a:pt x="0" y="1333506"/>
                </a:cubicBezTo>
                <a:lnTo>
                  <a:pt x="0" y="63494"/>
                </a:lnTo>
                <a:cubicBezTo>
                  <a:pt x="0" y="28451"/>
                  <a:pt x="28451" y="0"/>
                  <a:pt x="63494" y="0"/>
                </a:cubicBezTo>
                <a:close/>
              </a:path>
            </a:pathLst>
          </a:custGeom>
          <a:gradFill flip="none" rotWithShape="1">
            <a:gsLst>
              <a:gs pos="0">
                <a:srgbClr val="2D3748"/>
              </a:gs>
              <a:gs pos="100000">
                <a:srgbClr val="4A5568"/>
              </a:gs>
            </a:gsLst>
            <a:lin ang="2700000" scaled="1"/>
          </a:gradFill>
        </p:spPr>
      </p:sp>
      <p:sp>
        <p:nvSpPr>
          <p:cNvPr id="6" name="Shape 4"/>
          <p:cNvSpPr/>
          <p:nvPr/>
        </p:nvSpPr>
        <p:spPr>
          <a:xfrm>
            <a:off x="2037292" y="1174750"/>
            <a:ext cx="285750" cy="285750"/>
          </a:xfrm>
          <a:custGeom>
            <a:avLst/>
            <a:gdLst/>
            <a:ahLst/>
            <a:cxnLst/>
            <a:rect l="l" t="t" r="r" b="b"/>
            <a:pathLst>
              <a:path w="285750" h="285750">
                <a:moveTo>
                  <a:pt x="74675" y="20259"/>
                </a:moveTo>
                <a:cubicBezTo>
                  <a:pt x="80758" y="24501"/>
                  <a:pt x="82209" y="32872"/>
                  <a:pt x="77967" y="38900"/>
                </a:cubicBezTo>
                <a:lnTo>
                  <a:pt x="46713" y="83548"/>
                </a:lnTo>
                <a:cubicBezTo>
                  <a:pt x="44425" y="86785"/>
                  <a:pt x="40853" y="88850"/>
                  <a:pt x="36891" y="89185"/>
                </a:cubicBezTo>
                <a:cubicBezTo>
                  <a:pt x="32928" y="89520"/>
                  <a:pt x="29021" y="88181"/>
                  <a:pt x="26231" y="85390"/>
                </a:cubicBezTo>
                <a:lnTo>
                  <a:pt x="3907" y="63066"/>
                </a:lnTo>
                <a:cubicBezTo>
                  <a:pt x="-1284" y="57820"/>
                  <a:pt x="-1284" y="49337"/>
                  <a:pt x="3907" y="44090"/>
                </a:cubicBezTo>
                <a:cubicBezTo>
                  <a:pt x="9097" y="38844"/>
                  <a:pt x="17636" y="38900"/>
                  <a:pt x="22882" y="44090"/>
                </a:cubicBezTo>
                <a:lnTo>
                  <a:pt x="33933" y="55141"/>
                </a:lnTo>
                <a:lnTo>
                  <a:pt x="56034" y="23552"/>
                </a:lnTo>
                <a:cubicBezTo>
                  <a:pt x="60275" y="17469"/>
                  <a:pt x="68647" y="16018"/>
                  <a:pt x="74675" y="20259"/>
                </a:cubicBezTo>
                <a:close/>
                <a:moveTo>
                  <a:pt x="74675" y="109556"/>
                </a:moveTo>
                <a:cubicBezTo>
                  <a:pt x="80758" y="113798"/>
                  <a:pt x="82209" y="122169"/>
                  <a:pt x="77967" y="128197"/>
                </a:cubicBezTo>
                <a:lnTo>
                  <a:pt x="46713" y="172845"/>
                </a:lnTo>
                <a:cubicBezTo>
                  <a:pt x="44425" y="176082"/>
                  <a:pt x="40853" y="178147"/>
                  <a:pt x="36891" y="178482"/>
                </a:cubicBezTo>
                <a:cubicBezTo>
                  <a:pt x="32928" y="178817"/>
                  <a:pt x="29021" y="177478"/>
                  <a:pt x="26231" y="174687"/>
                </a:cubicBezTo>
                <a:lnTo>
                  <a:pt x="3907" y="152363"/>
                </a:lnTo>
                <a:cubicBezTo>
                  <a:pt x="-1339" y="147117"/>
                  <a:pt x="-1339" y="138633"/>
                  <a:pt x="3907" y="133443"/>
                </a:cubicBezTo>
                <a:cubicBezTo>
                  <a:pt x="9153" y="128253"/>
                  <a:pt x="17636" y="128197"/>
                  <a:pt x="22827" y="133443"/>
                </a:cubicBezTo>
                <a:lnTo>
                  <a:pt x="33877" y="144494"/>
                </a:lnTo>
                <a:lnTo>
                  <a:pt x="55978" y="112905"/>
                </a:lnTo>
                <a:cubicBezTo>
                  <a:pt x="60220" y="106821"/>
                  <a:pt x="68591" y="105370"/>
                  <a:pt x="74619" y="109612"/>
                </a:cubicBezTo>
                <a:close/>
                <a:moveTo>
                  <a:pt x="125016" y="53578"/>
                </a:moveTo>
                <a:cubicBezTo>
                  <a:pt x="125016" y="43700"/>
                  <a:pt x="132997" y="35719"/>
                  <a:pt x="142875" y="35719"/>
                </a:cubicBezTo>
                <a:lnTo>
                  <a:pt x="267891" y="35719"/>
                </a:lnTo>
                <a:cubicBezTo>
                  <a:pt x="277769" y="35719"/>
                  <a:pt x="285750" y="43700"/>
                  <a:pt x="285750" y="53578"/>
                </a:cubicBezTo>
                <a:cubicBezTo>
                  <a:pt x="285750" y="63457"/>
                  <a:pt x="277769" y="71438"/>
                  <a:pt x="267891" y="71438"/>
                </a:cubicBezTo>
                <a:lnTo>
                  <a:pt x="142875" y="71438"/>
                </a:lnTo>
                <a:cubicBezTo>
                  <a:pt x="132997" y="71438"/>
                  <a:pt x="125016" y="63457"/>
                  <a:pt x="125016" y="53578"/>
                </a:cubicBezTo>
                <a:close/>
                <a:moveTo>
                  <a:pt x="125016" y="142875"/>
                </a:moveTo>
                <a:cubicBezTo>
                  <a:pt x="125016" y="132997"/>
                  <a:pt x="132997" y="125016"/>
                  <a:pt x="142875" y="125016"/>
                </a:cubicBezTo>
                <a:lnTo>
                  <a:pt x="267891" y="125016"/>
                </a:lnTo>
                <a:cubicBezTo>
                  <a:pt x="277769" y="125016"/>
                  <a:pt x="285750" y="132997"/>
                  <a:pt x="285750" y="142875"/>
                </a:cubicBezTo>
                <a:cubicBezTo>
                  <a:pt x="285750" y="152753"/>
                  <a:pt x="277769" y="160734"/>
                  <a:pt x="267891" y="160734"/>
                </a:cubicBezTo>
                <a:lnTo>
                  <a:pt x="142875" y="160734"/>
                </a:lnTo>
                <a:cubicBezTo>
                  <a:pt x="132997" y="160734"/>
                  <a:pt x="125016" y="152753"/>
                  <a:pt x="125016" y="142875"/>
                </a:cubicBezTo>
                <a:close/>
                <a:moveTo>
                  <a:pt x="89297" y="232172"/>
                </a:moveTo>
                <a:cubicBezTo>
                  <a:pt x="89297" y="222293"/>
                  <a:pt x="97278" y="214313"/>
                  <a:pt x="107156" y="214313"/>
                </a:cubicBezTo>
                <a:lnTo>
                  <a:pt x="267891" y="214313"/>
                </a:lnTo>
                <a:cubicBezTo>
                  <a:pt x="277769" y="214313"/>
                  <a:pt x="285750" y="222293"/>
                  <a:pt x="285750" y="232172"/>
                </a:cubicBezTo>
                <a:cubicBezTo>
                  <a:pt x="285750" y="242050"/>
                  <a:pt x="277769" y="250031"/>
                  <a:pt x="267891" y="250031"/>
                </a:cubicBezTo>
                <a:lnTo>
                  <a:pt x="107156" y="250031"/>
                </a:lnTo>
                <a:cubicBezTo>
                  <a:pt x="97278" y="250031"/>
                  <a:pt x="89297" y="242050"/>
                  <a:pt x="89297" y="232172"/>
                </a:cubicBezTo>
                <a:close/>
                <a:moveTo>
                  <a:pt x="35719" y="209848"/>
                </a:moveTo>
                <a:cubicBezTo>
                  <a:pt x="48040" y="209848"/>
                  <a:pt x="58043" y="219851"/>
                  <a:pt x="58043" y="232172"/>
                </a:cubicBezTo>
                <a:cubicBezTo>
                  <a:pt x="58043" y="244493"/>
                  <a:pt x="48040" y="254496"/>
                  <a:pt x="35719" y="254496"/>
                </a:cubicBezTo>
                <a:cubicBezTo>
                  <a:pt x="23398" y="254496"/>
                  <a:pt x="13395" y="244493"/>
                  <a:pt x="13395" y="232172"/>
                </a:cubicBezTo>
                <a:cubicBezTo>
                  <a:pt x="13395" y="219851"/>
                  <a:pt x="23398" y="209848"/>
                  <a:pt x="35719" y="209848"/>
                </a:cubicBezTo>
                <a:close/>
              </a:path>
            </a:pathLst>
          </a:custGeom>
          <a:solidFill>
            <a:srgbClr val="E2E8F0"/>
          </a:solidFill>
        </p:spPr>
      </p:sp>
      <p:sp>
        <p:nvSpPr>
          <p:cNvPr id="7" name="Text 5"/>
          <p:cNvSpPr/>
          <p:nvPr/>
        </p:nvSpPr>
        <p:spPr>
          <a:xfrm>
            <a:off x="476250" y="1555750"/>
            <a:ext cx="3405188" cy="190500"/>
          </a:xfrm>
          <a:prstGeom prst="rect">
            <a:avLst/>
          </a:prstGeom>
          <a:noFill/>
        </p:spPr>
        <p:txBody>
          <a:bodyPr wrap="square" lIns="0" tIns="0" rIns="0" bIns="0" rtlCol="0" anchor="ctr"/>
          <a:lstStyle/>
          <a:p>
            <a:pPr algn="ctr">
              <a:lnSpc>
                <a:spcPct val="130000"/>
              </a:lnSpc>
            </a:pPr>
            <a:r>
              <a:rPr lang="en-US" sz="1000" dirty="0">
                <a:solidFill>
                  <a:srgbClr val="E2E8F0">
                    <a:alpha val="90000"/>
                  </a:srgbClr>
                </a:solidFill>
                <a:latin typeface="Quattrocento Sans" panose="020B0502050000020003" pitchFamily="34" charset="0"/>
                <a:ea typeface="Quattrocento Sans" panose="020B0502050000020003" pitchFamily="34" charset="-122"/>
                <a:cs typeface="Quattrocento Sans" panose="020B0502050000020003" pitchFamily="34" charset="-120"/>
              </a:rPr>
              <a:t>Total Test Cases</a:t>
            </a:r>
            <a:endParaRPr lang="en-US" sz="1600" dirty="0"/>
          </a:p>
        </p:txBody>
      </p:sp>
      <p:sp>
        <p:nvSpPr>
          <p:cNvPr id="8" name="Text 6"/>
          <p:cNvSpPr/>
          <p:nvPr/>
        </p:nvSpPr>
        <p:spPr>
          <a:xfrm>
            <a:off x="412750" y="1809750"/>
            <a:ext cx="3532188" cy="381000"/>
          </a:xfrm>
          <a:prstGeom prst="rect">
            <a:avLst/>
          </a:prstGeom>
          <a:noFill/>
        </p:spPr>
        <p:txBody>
          <a:bodyPr wrap="square" lIns="0" tIns="0" rIns="0" bIns="0" rtlCol="0" anchor="ctr"/>
          <a:lstStyle/>
          <a:p>
            <a:pPr algn="ctr">
              <a:lnSpc>
                <a:spcPct val="80000"/>
              </a:lnSpc>
            </a:pPr>
            <a:r>
              <a:rPr lang="en-US" sz="3000" b="1" dirty="0">
                <a:solidFill>
                  <a:srgbClr val="E2E8F0"/>
                </a:solidFill>
                <a:latin typeface="Hedvig Letters Sans" pitchFamily="34" charset="0"/>
                <a:ea typeface="Hedvig Letters Sans" pitchFamily="34" charset="-122"/>
                <a:cs typeface="Hedvig Letters Sans" pitchFamily="34" charset="-120"/>
              </a:rPr>
              <a:t>7</a:t>
            </a:r>
            <a:endParaRPr lang="en-US" sz="1600" dirty="0"/>
          </a:p>
        </p:txBody>
      </p:sp>
      <p:sp>
        <p:nvSpPr>
          <p:cNvPr id="9" name="Shape 7"/>
          <p:cNvSpPr/>
          <p:nvPr/>
        </p:nvSpPr>
        <p:spPr>
          <a:xfrm>
            <a:off x="4233334" y="984250"/>
            <a:ext cx="3722688" cy="1397000"/>
          </a:xfrm>
          <a:custGeom>
            <a:avLst/>
            <a:gdLst/>
            <a:ahLst/>
            <a:cxnLst/>
            <a:rect l="l" t="t" r="r" b="b"/>
            <a:pathLst>
              <a:path w="3722688" h="1397000">
                <a:moveTo>
                  <a:pt x="63494" y="0"/>
                </a:moveTo>
                <a:lnTo>
                  <a:pt x="3659194" y="0"/>
                </a:lnTo>
                <a:cubicBezTo>
                  <a:pt x="3694260" y="0"/>
                  <a:pt x="3722688" y="28427"/>
                  <a:pt x="3722688" y="63494"/>
                </a:cubicBezTo>
                <a:lnTo>
                  <a:pt x="3722688" y="1333506"/>
                </a:lnTo>
                <a:cubicBezTo>
                  <a:pt x="3722687" y="1368573"/>
                  <a:pt x="3694260" y="1397000"/>
                  <a:pt x="3659194" y="1397000"/>
                </a:cubicBezTo>
                <a:lnTo>
                  <a:pt x="63494" y="1397000"/>
                </a:lnTo>
                <a:cubicBezTo>
                  <a:pt x="28427" y="1397000"/>
                  <a:pt x="0" y="1368573"/>
                  <a:pt x="0" y="1333506"/>
                </a:cubicBezTo>
                <a:lnTo>
                  <a:pt x="0" y="63494"/>
                </a:lnTo>
                <a:cubicBezTo>
                  <a:pt x="0" y="28451"/>
                  <a:pt x="28451" y="0"/>
                  <a:pt x="63494" y="0"/>
                </a:cubicBezTo>
                <a:close/>
              </a:path>
            </a:pathLst>
          </a:custGeom>
          <a:gradFill flip="none" rotWithShape="1">
            <a:gsLst>
              <a:gs pos="0">
                <a:srgbClr val="2D3748"/>
              </a:gs>
              <a:gs pos="100000">
                <a:srgbClr val="4A5568"/>
              </a:gs>
            </a:gsLst>
            <a:lin ang="2700000" scaled="1"/>
          </a:gradFill>
        </p:spPr>
      </p:sp>
      <p:sp>
        <p:nvSpPr>
          <p:cNvPr id="10" name="Shape 8"/>
          <p:cNvSpPr/>
          <p:nvPr/>
        </p:nvSpPr>
        <p:spPr>
          <a:xfrm>
            <a:off x="5953125" y="1174750"/>
            <a:ext cx="285750" cy="285750"/>
          </a:xfrm>
          <a:custGeom>
            <a:avLst/>
            <a:gdLst/>
            <a:ahLst/>
            <a:cxnLst/>
            <a:rect l="l" t="t" r="r" b="b"/>
            <a:pathLst>
              <a:path w="285750" h="285750">
                <a:moveTo>
                  <a:pt x="142875" y="285750"/>
                </a:moveTo>
                <a:cubicBezTo>
                  <a:pt x="221730" y="285750"/>
                  <a:pt x="285750" y="221730"/>
                  <a:pt x="285750" y="142875"/>
                </a:cubicBezTo>
                <a:cubicBezTo>
                  <a:pt x="285750" y="64020"/>
                  <a:pt x="221730" y="0"/>
                  <a:pt x="142875" y="0"/>
                </a:cubicBezTo>
                <a:cubicBezTo>
                  <a:pt x="64020" y="0"/>
                  <a:pt x="0" y="64020"/>
                  <a:pt x="0" y="142875"/>
                </a:cubicBezTo>
                <a:cubicBezTo>
                  <a:pt x="0" y="221730"/>
                  <a:pt x="64020" y="285750"/>
                  <a:pt x="142875" y="285750"/>
                </a:cubicBezTo>
                <a:close/>
                <a:moveTo>
                  <a:pt x="189979" y="118709"/>
                </a:moveTo>
                <a:lnTo>
                  <a:pt x="145331" y="190147"/>
                </a:lnTo>
                <a:cubicBezTo>
                  <a:pt x="142987" y="193886"/>
                  <a:pt x="138968" y="196230"/>
                  <a:pt x="134559" y="196453"/>
                </a:cubicBezTo>
                <a:cubicBezTo>
                  <a:pt x="130150" y="196676"/>
                  <a:pt x="125909" y="194667"/>
                  <a:pt x="123285" y="191095"/>
                </a:cubicBezTo>
                <a:lnTo>
                  <a:pt x="96496" y="155377"/>
                </a:lnTo>
                <a:cubicBezTo>
                  <a:pt x="92032" y="149461"/>
                  <a:pt x="93259" y="141089"/>
                  <a:pt x="99175" y="136624"/>
                </a:cubicBezTo>
                <a:cubicBezTo>
                  <a:pt x="105091" y="132159"/>
                  <a:pt x="113463" y="133387"/>
                  <a:pt x="117928" y="139303"/>
                </a:cubicBezTo>
                <a:lnTo>
                  <a:pt x="132997" y="159395"/>
                </a:lnTo>
                <a:lnTo>
                  <a:pt x="167264" y="104533"/>
                </a:lnTo>
                <a:cubicBezTo>
                  <a:pt x="171171" y="98282"/>
                  <a:pt x="179431" y="96329"/>
                  <a:pt x="185738" y="100292"/>
                </a:cubicBezTo>
                <a:cubicBezTo>
                  <a:pt x="192044" y="104254"/>
                  <a:pt x="193942" y="112458"/>
                  <a:pt x="189979" y="118765"/>
                </a:cubicBezTo>
                <a:close/>
              </a:path>
            </a:pathLst>
          </a:custGeom>
          <a:solidFill>
            <a:srgbClr val="E2E8F0"/>
          </a:solidFill>
        </p:spPr>
      </p:sp>
      <p:sp>
        <p:nvSpPr>
          <p:cNvPr id="11" name="Text 9"/>
          <p:cNvSpPr/>
          <p:nvPr/>
        </p:nvSpPr>
        <p:spPr>
          <a:xfrm>
            <a:off x="4392084" y="1555750"/>
            <a:ext cx="3405188" cy="190500"/>
          </a:xfrm>
          <a:prstGeom prst="rect">
            <a:avLst/>
          </a:prstGeom>
          <a:noFill/>
        </p:spPr>
        <p:txBody>
          <a:bodyPr wrap="square" lIns="0" tIns="0" rIns="0" bIns="0" rtlCol="0" anchor="ctr"/>
          <a:lstStyle/>
          <a:p>
            <a:pPr algn="ctr">
              <a:lnSpc>
                <a:spcPct val="130000"/>
              </a:lnSpc>
            </a:pPr>
            <a:r>
              <a:rPr lang="en-US" sz="1000" dirty="0">
                <a:solidFill>
                  <a:srgbClr val="E2E8F0">
                    <a:alpha val="90000"/>
                  </a:srgbClr>
                </a:solidFill>
                <a:latin typeface="Quattrocento Sans" panose="020B0502050000020003" pitchFamily="34" charset="0"/>
                <a:ea typeface="Quattrocento Sans" panose="020B0502050000020003" pitchFamily="34" charset="-122"/>
                <a:cs typeface="Quattrocento Sans" panose="020B0502050000020003" pitchFamily="34" charset="-120"/>
              </a:rPr>
              <a:t>Passed</a:t>
            </a:r>
            <a:endParaRPr lang="en-US" sz="1600" dirty="0"/>
          </a:p>
        </p:txBody>
      </p:sp>
      <p:sp>
        <p:nvSpPr>
          <p:cNvPr id="12" name="Text 10"/>
          <p:cNvSpPr/>
          <p:nvPr/>
        </p:nvSpPr>
        <p:spPr>
          <a:xfrm>
            <a:off x="4328584" y="1809750"/>
            <a:ext cx="3532188" cy="381000"/>
          </a:xfrm>
          <a:prstGeom prst="rect">
            <a:avLst/>
          </a:prstGeom>
          <a:noFill/>
        </p:spPr>
        <p:txBody>
          <a:bodyPr wrap="square" lIns="0" tIns="0" rIns="0" bIns="0" rtlCol="0" anchor="ctr"/>
          <a:lstStyle/>
          <a:p>
            <a:pPr algn="ctr">
              <a:lnSpc>
                <a:spcPct val="80000"/>
              </a:lnSpc>
            </a:pPr>
            <a:r>
              <a:rPr lang="en-US" sz="3000" b="1" dirty="0">
                <a:solidFill>
                  <a:srgbClr val="E2E8F0"/>
                </a:solidFill>
                <a:latin typeface="Hedvig Letters Sans" pitchFamily="34" charset="0"/>
                <a:ea typeface="Hedvig Letters Sans" pitchFamily="34" charset="-122"/>
                <a:cs typeface="Hedvig Letters Sans" pitchFamily="34" charset="-120"/>
              </a:rPr>
              <a:t>7</a:t>
            </a:r>
            <a:endParaRPr lang="en-US" sz="1600" dirty="0"/>
          </a:p>
        </p:txBody>
      </p:sp>
      <p:sp>
        <p:nvSpPr>
          <p:cNvPr id="13" name="Shape 11"/>
          <p:cNvSpPr/>
          <p:nvPr/>
        </p:nvSpPr>
        <p:spPr>
          <a:xfrm>
            <a:off x="8149167" y="984250"/>
            <a:ext cx="3722688" cy="1397000"/>
          </a:xfrm>
          <a:custGeom>
            <a:avLst/>
            <a:gdLst/>
            <a:ahLst/>
            <a:cxnLst/>
            <a:rect l="l" t="t" r="r" b="b"/>
            <a:pathLst>
              <a:path w="3722688" h="1397000">
                <a:moveTo>
                  <a:pt x="63494" y="0"/>
                </a:moveTo>
                <a:lnTo>
                  <a:pt x="3659194" y="0"/>
                </a:lnTo>
                <a:cubicBezTo>
                  <a:pt x="3694260" y="0"/>
                  <a:pt x="3722688" y="28427"/>
                  <a:pt x="3722688" y="63494"/>
                </a:cubicBezTo>
                <a:lnTo>
                  <a:pt x="3722688" y="1333506"/>
                </a:lnTo>
                <a:cubicBezTo>
                  <a:pt x="3722687" y="1368573"/>
                  <a:pt x="3694260" y="1397000"/>
                  <a:pt x="3659194" y="1397000"/>
                </a:cubicBezTo>
                <a:lnTo>
                  <a:pt x="63494" y="1397000"/>
                </a:lnTo>
                <a:cubicBezTo>
                  <a:pt x="28427" y="1397000"/>
                  <a:pt x="0" y="1368573"/>
                  <a:pt x="0" y="1333506"/>
                </a:cubicBezTo>
                <a:lnTo>
                  <a:pt x="0" y="63494"/>
                </a:lnTo>
                <a:cubicBezTo>
                  <a:pt x="0" y="28451"/>
                  <a:pt x="28451" y="0"/>
                  <a:pt x="63494" y="0"/>
                </a:cubicBezTo>
                <a:close/>
              </a:path>
            </a:pathLst>
          </a:custGeom>
          <a:gradFill flip="none" rotWithShape="1">
            <a:gsLst>
              <a:gs pos="0">
                <a:srgbClr val="2D3748"/>
              </a:gs>
              <a:gs pos="100000">
                <a:srgbClr val="4A5568"/>
              </a:gs>
            </a:gsLst>
            <a:lin ang="2700000" scaled="1"/>
          </a:gradFill>
        </p:spPr>
      </p:sp>
      <p:sp>
        <p:nvSpPr>
          <p:cNvPr id="14" name="Shape 12"/>
          <p:cNvSpPr/>
          <p:nvPr/>
        </p:nvSpPr>
        <p:spPr>
          <a:xfrm>
            <a:off x="9886818" y="1174750"/>
            <a:ext cx="250031" cy="285750"/>
          </a:xfrm>
          <a:custGeom>
            <a:avLst/>
            <a:gdLst/>
            <a:ahLst/>
            <a:cxnLst/>
            <a:rect l="l" t="t" r="r" b="b"/>
            <a:pathLst>
              <a:path w="250031" h="285750">
                <a:moveTo>
                  <a:pt x="107156" y="71438"/>
                </a:moveTo>
                <a:cubicBezTo>
                  <a:pt x="107156" y="41867"/>
                  <a:pt x="83149" y="17859"/>
                  <a:pt x="53578" y="17859"/>
                </a:cubicBezTo>
                <a:cubicBezTo>
                  <a:pt x="24008" y="17859"/>
                  <a:pt x="0" y="41867"/>
                  <a:pt x="0" y="71438"/>
                </a:cubicBezTo>
                <a:cubicBezTo>
                  <a:pt x="0" y="101008"/>
                  <a:pt x="24008" y="125016"/>
                  <a:pt x="53578" y="125016"/>
                </a:cubicBezTo>
                <a:cubicBezTo>
                  <a:pt x="83149" y="125016"/>
                  <a:pt x="107156" y="101008"/>
                  <a:pt x="107156" y="71438"/>
                </a:cubicBezTo>
                <a:close/>
                <a:moveTo>
                  <a:pt x="250031" y="214313"/>
                </a:moveTo>
                <a:cubicBezTo>
                  <a:pt x="250031" y="184742"/>
                  <a:pt x="226024" y="160734"/>
                  <a:pt x="196453" y="160734"/>
                </a:cubicBezTo>
                <a:cubicBezTo>
                  <a:pt x="166883" y="160734"/>
                  <a:pt x="142875" y="184742"/>
                  <a:pt x="142875" y="214313"/>
                </a:cubicBezTo>
                <a:cubicBezTo>
                  <a:pt x="142875" y="243883"/>
                  <a:pt x="166883" y="267891"/>
                  <a:pt x="196453" y="267891"/>
                </a:cubicBezTo>
                <a:cubicBezTo>
                  <a:pt x="226024" y="267891"/>
                  <a:pt x="250031" y="243883"/>
                  <a:pt x="250031" y="214313"/>
                </a:cubicBezTo>
                <a:close/>
                <a:moveTo>
                  <a:pt x="244785" y="48332"/>
                </a:moveTo>
                <a:cubicBezTo>
                  <a:pt x="251761" y="41356"/>
                  <a:pt x="251761" y="30026"/>
                  <a:pt x="244785" y="23050"/>
                </a:cubicBezTo>
                <a:cubicBezTo>
                  <a:pt x="237809" y="16073"/>
                  <a:pt x="226479" y="16073"/>
                  <a:pt x="219503" y="23050"/>
                </a:cubicBezTo>
                <a:lnTo>
                  <a:pt x="5190" y="237362"/>
                </a:lnTo>
                <a:cubicBezTo>
                  <a:pt x="-1786" y="244339"/>
                  <a:pt x="-1786" y="255668"/>
                  <a:pt x="5190" y="262644"/>
                </a:cubicBezTo>
                <a:cubicBezTo>
                  <a:pt x="12167" y="269621"/>
                  <a:pt x="23496" y="269621"/>
                  <a:pt x="30473" y="262644"/>
                </a:cubicBezTo>
                <a:lnTo>
                  <a:pt x="244785" y="48332"/>
                </a:lnTo>
                <a:close/>
              </a:path>
            </a:pathLst>
          </a:custGeom>
          <a:solidFill>
            <a:srgbClr val="E2E8F0"/>
          </a:solidFill>
        </p:spPr>
      </p:sp>
      <p:sp>
        <p:nvSpPr>
          <p:cNvPr id="15" name="Text 13"/>
          <p:cNvSpPr/>
          <p:nvPr/>
        </p:nvSpPr>
        <p:spPr>
          <a:xfrm>
            <a:off x="8307917" y="1555750"/>
            <a:ext cx="3405188" cy="190500"/>
          </a:xfrm>
          <a:prstGeom prst="rect">
            <a:avLst/>
          </a:prstGeom>
          <a:noFill/>
        </p:spPr>
        <p:txBody>
          <a:bodyPr wrap="square" lIns="0" tIns="0" rIns="0" bIns="0" rtlCol="0" anchor="ctr"/>
          <a:lstStyle/>
          <a:p>
            <a:pPr algn="ctr">
              <a:lnSpc>
                <a:spcPct val="130000"/>
              </a:lnSpc>
            </a:pPr>
            <a:r>
              <a:rPr lang="en-US" sz="1000" dirty="0">
                <a:solidFill>
                  <a:srgbClr val="E2E8F0">
                    <a:alpha val="90000"/>
                  </a:srgbClr>
                </a:solidFill>
                <a:latin typeface="Quattrocento Sans" panose="020B0502050000020003" pitchFamily="34" charset="0"/>
                <a:ea typeface="Quattrocento Sans" panose="020B0502050000020003" pitchFamily="34" charset="-122"/>
                <a:cs typeface="Quattrocento Sans" panose="020B0502050000020003" pitchFamily="34" charset="-120"/>
              </a:rPr>
              <a:t>Success Rate</a:t>
            </a:r>
            <a:endParaRPr lang="en-US" sz="1600" dirty="0"/>
          </a:p>
        </p:txBody>
      </p:sp>
      <p:sp>
        <p:nvSpPr>
          <p:cNvPr id="16" name="Text 14"/>
          <p:cNvSpPr/>
          <p:nvPr/>
        </p:nvSpPr>
        <p:spPr>
          <a:xfrm>
            <a:off x="8244417" y="1809750"/>
            <a:ext cx="3532188" cy="381000"/>
          </a:xfrm>
          <a:prstGeom prst="rect">
            <a:avLst/>
          </a:prstGeom>
          <a:noFill/>
        </p:spPr>
        <p:txBody>
          <a:bodyPr wrap="square" lIns="0" tIns="0" rIns="0" bIns="0" rtlCol="0" anchor="ctr"/>
          <a:lstStyle/>
          <a:p>
            <a:pPr algn="ctr">
              <a:lnSpc>
                <a:spcPct val="80000"/>
              </a:lnSpc>
            </a:pPr>
            <a:r>
              <a:rPr lang="en-US" sz="3000" b="1" dirty="0">
                <a:solidFill>
                  <a:srgbClr val="E2E8F0"/>
                </a:solidFill>
                <a:latin typeface="Hedvig Letters Sans" pitchFamily="34" charset="0"/>
                <a:ea typeface="Hedvig Letters Sans" pitchFamily="34" charset="-122"/>
                <a:cs typeface="Hedvig Letters Sans" pitchFamily="34" charset="-120"/>
              </a:rPr>
              <a:t>100%</a:t>
            </a:r>
            <a:endParaRPr lang="en-US" sz="1600" dirty="0"/>
          </a:p>
        </p:txBody>
      </p:sp>
      <p:sp>
        <p:nvSpPr>
          <p:cNvPr id="17" name="Shape 15"/>
          <p:cNvSpPr/>
          <p:nvPr/>
        </p:nvSpPr>
        <p:spPr>
          <a:xfrm>
            <a:off x="317500" y="2571750"/>
            <a:ext cx="11557000" cy="4103688"/>
          </a:xfrm>
          <a:custGeom>
            <a:avLst/>
            <a:gdLst/>
            <a:ahLst/>
            <a:cxnLst/>
            <a:rect l="l" t="t" r="r" b="b"/>
            <a:pathLst>
              <a:path w="11557000" h="4103688">
                <a:moveTo>
                  <a:pt x="63484" y="0"/>
                </a:moveTo>
                <a:lnTo>
                  <a:pt x="11493516" y="0"/>
                </a:lnTo>
                <a:cubicBezTo>
                  <a:pt x="11528577" y="0"/>
                  <a:pt x="11557000" y="28423"/>
                  <a:pt x="11557000" y="63484"/>
                </a:cubicBezTo>
                <a:lnTo>
                  <a:pt x="11557000" y="4040203"/>
                </a:lnTo>
                <a:cubicBezTo>
                  <a:pt x="11557000" y="4075265"/>
                  <a:pt x="11528577" y="4103688"/>
                  <a:pt x="11493516" y="4103688"/>
                </a:cubicBezTo>
                <a:lnTo>
                  <a:pt x="63484" y="4103688"/>
                </a:lnTo>
                <a:cubicBezTo>
                  <a:pt x="28423" y="4103688"/>
                  <a:pt x="0" y="4075265"/>
                  <a:pt x="0" y="4040203"/>
                </a:cubicBezTo>
                <a:lnTo>
                  <a:pt x="0" y="63484"/>
                </a:lnTo>
                <a:cubicBezTo>
                  <a:pt x="0" y="28423"/>
                  <a:pt x="28423" y="0"/>
                  <a:pt x="63484" y="0"/>
                </a:cubicBezTo>
                <a:close/>
              </a:path>
            </a:pathLst>
          </a:custGeom>
          <a:solidFill>
            <a:srgbClr val="FFFFFF"/>
          </a:solidFill>
          <a:effectLst>
            <a:outerShdw blurRad="23813" dist="7938" dir="5400000" algn="bl" rotWithShape="0">
              <a:srgbClr val="000000">
                <a:alpha val="10196"/>
              </a:srgbClr>
            </a:outerShdw>
          </a:effectLst>
        </p:spPr>
      </p:sp>
      <p:sp>
        <p:nvSpPr>
          <p:cNvPr id="18" name="Shape 16"/>
          <p:cNvSpPr/>
          <p:nvPr/>
        </p:nvSpPr>
        <p:spPr>
          <a:xfrm>
            <a:off x="543719" y="2794000"/>
            <a:ext cx="166688" cy="190500"/>
          </a:xfrm>
          <a:custGeom>
            <a:avLst/>
            <a:gdLst/>
            <a:ahLst/>
            <a:cxnLst/>
            <a:rect l="l" t="t" r="r" b="b"/>
            <a:pathLst>
              <a:path w="166688" h="190500">
                <a:moveTo>
                  <a:pt x="95250" y="59531"/>
                </a:moveTo>
                <a:lnTo>
                  <a:pt x="95250" y="95250"/>
                </a:lnTo>
                <a:lnTo>
                  <a:pt x="142875" y="95250"/>
                </a:lnTo>
                <a:lnTo>
                  <a:pt x="142875" y="59531"/>
                </a:lnTo>
                <a:lnTo>
                  <a:pt x="95250" y="59531"/>
                </a:lnTo>
                <a:close/>
                <a:moveTo>
                  <a:pt x="71438" y="59531"/>
                </a:moveTo>
                <a:lnTo>
                  <a:pt x="23812" y="59531"/>
                </a:lnTo>
                <a:lnTo>
                  <a:pt x="23812" y="95250"/>
                </a:lnTo>
                <a:lnTo>
                  <a:pt x="71438" y="95250"/>
                </a:lnTo>
                <a:lnTo>
                  <a:pt x="71438" y="59531"/>
                </a:lnTo>
                <a:close/>
                <a:moveTo>
                  <a:pt x="0" y="119063"/>
                </a:moveTo>
                <a:lnTo>
                  <a:pt x="0" y="35719"/>
                </a:lnTo>
                <a:cubicBezTo>
                  <a:pt x="0" y="22585"/>
                  <a:pt x="10678" y="11906"/>
                  <a:pt x="23812" y="11906"/>
                </a:cubicBezTo>
                <a:lnTo>
                  <a:pt x="142875" y="11906"/>
                </a:lnTo>
                <a:cubicBezTo>
                  <a:pt x="156009" y="11906"/>
                  <a:pt x="166688" y="22585"/>
                  <a:pt x="166688" y="35719"/>
                </a:cubicBezTo>
                <a:lnTo>
                  <a:pt x="166688" y="154781"/>
                </a:lnTo>
                <a:cubicBezTo>
                  <a:pt x="166688" y="167915"/>
                  <a:pt x="156009" y="178594"/>
                  <a:pt x="142875" y="178594"/>
                </a:cubicBezTo>
                <a:lnTo>
                  <a:pt x="23812" y="178594"/>
                </a:lnTo>
                <a:cubicBezTo>
                  <a:pt x="10678" y="178594"/>
                  <a:pt x="0" y="167915"/>
                  <a:pt x="0" y="154781"/>
                </a:cubicBezTo>
                <a:lnTo>
                  <a:pt x="0" y="119063"/>
                </a:lnTo>
                <a:close/>
                <a:moveTo>
                  <a:pt x="142875" y="119063"/>
                </a:moveTo>
                <a:lnTo>
                  <a:pt x="95250" y="119063"/>
                </a:lnTo>
                <a:lnTo>
                  <a:pt x="95250" y="154781"/>
                </a:lnTo>
                <a:lnTo>
                  <a:pt x="142875" y="154781"/>
                </a:lnTo>
                <a:lnTo>
                  <a:pt x="142875" y="119063"/>
                </a:lnTo>
                <a:close/>
                <a:moveTo>
                  <a:pt x="71438" y="154781"/>
                </a:moveTo>
                <a:lnTo>
                  <a:pt x="71438" y="119063"/>
                </a:lnTo>
                <a:lnTo>
                  <a:pt x="23812" y="119063"/>
                </a:lnTo>
                <a:lnTo>
                  <a:pt x="23812" y="154781"/>
                </a:lnTo>
                <a:lnTo>
                  <a:pt x="71438" y="154781"/>
                </a:lnTo>
                <a:close/>
              </a:path>
            </a:pathLst>
          </a:custGeom>
          <a:solidFill>
            <a:srgbClr val="4A5568"/>
          </a:solidFill>
        </p:spPr>
      </p:sp>
      <p:sp>
        <p:nvSpPr>
          <p:cNvPr id="19" name="Text 17"/>
          <p:cNvSpPr/>
          <p:nvPr/>
        </p:nvSpPr>
        <p:spPr>
          <a:xfrm>
            <a:off x="746125" y="2762250"/>
            <a:ext cx="11033125" cy="254000"/>
          </a:xfrm>
          <a:prstGeom prst="rect">
            <a:avLst/>
          </a:prstGeom>
          <a:noFill/>
        </p:spPr>
        <p:txBody>
          <a:bodyPr wrap="square" lIns="0" tIns="0" rIns="0" bIns="0" rtlCol="0" anchor="ctr"/>
          <a:lstStyle/>
          <a:p>
            <a:pPr>
              <a:lnSpc>
                <a:spcPct val="110000"/>
              </a:lnSpc>
            </a:pPr>
            <a:r>
              <a:rPr lang="en-US" sz="1500" b="1" dirty="0">
                <a:solidFill>
                  <a:srgbClr val="2D3748"/>
                </a:solidFill>
                <a:latin typeface="Liter" panose="02000503030000020004" pitchFamily="34" charset="0"/>
                <a:ea typeface="Liter" panose="02000503030000020004" pitchFamily="34" charset="-122"/>
                <a:cs typeface="Liter" panose="02000503030000020004" pitchFamily="34" charset="-120"/>
              </a:rPr>
              <a:t>Test Execution Summary</a:t>
            </a:r>
            <a:endParaRPr lang="en-US" sz="1600" dirty="0"/>
          </a:p>
        </p:txBody>
      </p:sp>
      <p:sp>
        <p:nvSpPr>
          <p:cNvPr id="20" name="Shape 18"/>
          <p:cNvSpPr/>
          <p:nvPr/>
        </p:nvSpPr>
        <p:spPr>
          <a:xfrm>
            <a:off x="510646" y="3145896"/>
            <a:ext cx="11173354" cy="3085042"/>
          </a:xfrm>
          <a:custGeom>
            <a:avLst/>
            <a:gdLst/>
            <a:ahLst/>
            <a:cxnLst/>
            <a:rect l="l" t="t" r="r" b="b"/>
            <a:pathLst>
              <a:path w="11173354" h="3085042">
                <a:moveTo>
                  <a:pt x="63490" y="0"/>
                </a:moveTo>
                <a:lnTo>
                  <a:pt x="11109864" y="0"/>
                </a:lnTo>
                <a:cubicBezTo>
                  <a:pt x="11144929" y="0"/>
                  <a:pt x="11173354" y="28426"/>
                  <a:pt x="11173354" y="63490"/>
                </a:cubicBezTo>
                <a:lnTo>
                  <a:pt x="11173354" y="3021552"/>
                </a:lnTo>
                <a:cubicBezTo>
                  <a:pt x="11173354" y="3056616"/>
                  <a:pt x="11144929" y="3085042"/>
                  <a:pt x="11109864" y="3085042"/>
                </a:cubicBezTo>
                <a:lnTo>
                  <a:pt x="63490" y="3085042"/>
                </a:lnTo>
                <a:cubicBezTo>
                  <a:pt x="28426" y="3085042"/>
                  <a:pt x="0" y="3056616"/>
                  <a:pt x="0" y="3021552"/>
                </a:cubicBezTo>
                <a:lnTo>
                  <a:pt x="0" y="63490"/>
                </a:lnTo>
                <a:cubicBezTo>
                  <a:pt x="0" y="28449"/>
                  <a:pt x="28449" y="0"/>
                  <a:pt x="63490" y="0"/>
                </a:cubicBezTo>
                <a:close/>
              </a:path>
            </a:pathLst>
          </a:custGeom>
          <a:solidFill>
            <a:srgbClr val="000000">
              <a:alpha val="0"/>
            </a:srgbClr>
          </a:solidFill>
          <a:ln w="8467">
            <a:solidFill>
              <a:srgbClr val="718096">
                <a:alpha val="20000"/>
              </a:srgbClr>
            </a:solidFill>
            <a:prstDash val="solid"/>
          </a:ln>
        </p:spPr>
      </p:sp>
      <p:graphicFrame>
        <p:nvGraphicFramePr>
          <p:cNvPr id="21" name="Table 0"/>
          <p:cNvGraphicFramePr>
            <a:graphicFrameLocks noGrp="1"/>
          </p:cNvGraphicFramePr>
          <p:nvPr/>
        </p:nvGraphicFramePr>
        <p:xfrm>
          <a:off x="513292" y="3148544"/>
          <a:ext cx="11168063" cy="3079752"/>
        </p:xfrm>
        <a:graphic>
          <a:graphicData uri="http://schemas.openxmlformats.org/drawingml/2006/table">
            <a:tbl>
              <a:tblPr/>
              <a:tblGrid>
                <a:gridCol w="3743839"/>
                <a:gridCol w="5076392"/>
                <a:gridCol w="1324621"/>
                <a:gridCol w="1023210"/>
              </a:tblGrid>
              <a:tr h="384969">
                <a:tc>
                  <a:txBody>
                    <a:bodyPr/>
                    <a:lstStyle/>
                    <a:p>
                      <a:pPr algn="l"/>
                      <a:r>
                        <a:rPr lang="en-US" sz="1000" b="1" u="none" dirty="0">
                          <a:solidFill>
                            <a:srgbClr val="E2E8F0"/>
                          </a:solidFill>
                          <a:latin typeface="Microsoft YaHei" panose="020B0503020204020204" pitchFamily="34" charset="-122"/>
                          <a:ea typeface="Microsoft YaHei" panose="020B0503020204020204" pitchFamily="34" charset="-122"/>
                          <a:cs typeface="Microsoft YaHei" panose="020B0503020204020204" pitchFamily="34" charset="-120"/>
                        </a:rPr>
                        <a:t>Test Case ID</a:t>
                      </a:r>
                      <a:endParaRPr lang="en-US" sz="1000" dirty="0">
                        <a:latin typeface="Microsoft YaHei" panose="020B0503020204020204" pitchFamily="34" charset="-122"/>
                        <a:ea typeface="Microsoft YaHei" panose="020B0503020204020204" pitchFamily="34" charset="-122"/>
                        <a:cs typeface="Microsoft YaHei" panose="020B0503020204020204" pitchFamily="34" charset="-122"/>
                      </a:endParaRPr>
                    </a:p>
                  </a:txBody>
                  <a:tcPr marL="127000" marR="127000" marT="95250" marB="95250" anchor="ctr">
                    <a:lnL w="0" cap="flat" cmpd="sng" algn="ctr">
                      <a:noFill/>
                    </a:lnL>
                    <a:lnR w="0" cap="flat" cmpd="sng" algn="ctr">
                      <a:noFill/>
                    </a:lnR>
                    <a:lnT w="0" cap="flat" cmpd="sng" algn="ctr">
                      <a:noFill/>
                    </a:lnT>
                    <a:lnB w="0" cap="flat" cmpd="sng" algn="ctr">
                      <a:noFill/>
                    </a:lnB>
                    <a:solidFill>
                      <a:srgbClr val="2D3748"/>
                    </a:solidFill>
                  </a:tcPr>
                </a:tc>
                <a:tc>
                  <a:txBody>
                    <a:bodyPr/>
                    <a:lstStyle/>
                    <a:p>
                      <a:pPr algn="l"/>
                      <a:r>
                        <a:rPr lang="en-US" sz="1000" b="1" u="none" dirty="0">
                          <a:solidFill>
                            <a:srgbClr val="E2E8F0"/>
                          </a:solidFill>
                          <a:latin typeface="Microsoft YaHei" panose="020B0503020204020204" pitchFamily="34" charset="-122"/>
                          <a:ea typeface="Microsoft YaHei" panose="020B0503020204020204" pitchFamily="34" charset="-122"/>
                          <a:cs typeface="Microsoft YaHei" panose="020B0503020204020204" pitchFamily="34" charset="-120"/>
                        </a:rPr>
                        <a:t>Test Scenario</a:t>
                      </a:r>
                      <a:endParaRPr lang="en-US" sz="1000" dirty="0">
                        <a:latin typeface="Microsoft YaHei" panose="020B0503020204020204" pitchFamily="34" charset="-122"/>
                        <a:ea typeface="Microsoft YaHei" panose="020B0503020204020204" pitchFamily="34" charset="-122"/>
                        <a:cs typeface="Microsoft YaHei" panose="020B0503020204020204" pitchFamily="34" charset="-122"/>
                      </a:endParaRPr>
                    </a:p>
                  </a:txBody>
                  <a:tcPr marL="127000" marR="127000" marT="95250" marB="95250" anchor="ctr">
                    <a:lnL w="0" cap="flat" cmpd="sng" algn="ctr">
                      <a:noFill/>
                    </a:lnL>
                    <a:lnR w="0" cap="flat" cmpd="sng" algn="ctr">
                      <a:noFill/>
                    </a:lnR>
                    <a:lnT w="0" cap="flat" cmpd="sng" algn="ctr">
                      <a:noFill/>
                    </a:lnT>
                    <a:lnB w="0" cap="flat" cmpd="sng" algn="ctr">
                      <a:noFill/>
                    </a:lnB>
                    <a:solidFill>
                      <a:srgbClr val="2D3748"/>
                    </a:solidFill>
                  </a:tcPr>
                </a:tc>
                <a:tc>
                  <a:txBody>
                    <a:bodyPr/>
                    <a:lstStyle/>
                    <a:p>
                      <a:pPr algn="ctr"/>
                      <a:r>
                        <a:rPr lang="en-US" sz="1000" b="1" u="none" dirty="0">
                          <a:solidFill>
                            <a:srgbClr val="E2E8F0"/>
                          </a:solidFill>
                          <a:latin typeface="Microsoft YaHei" panose="020B0503020204020204" pitchFamily="34" charset="-122"/>
                          <a:ea typeface="Microsoft YaHei" panose="020B0503020204020204" pitchFamily="34" charset="-122"/>
                          <a:cs typeface="Microsoft YaHei" panose="020B0503020204020204" pitchFamily="34" charset="-120"/>
                        </a:rPr>
                        <a:t>Status</a:t>
                      </a:r>
                      <a:endParaRPr lang="en-US" sz="1000" dirty="0">
                        <a:latin typeface="Microsoft YaHei" panose="020B0503020204020204" pitchFamily="34" charset="-122"/>
                        <a:ea typeface="Microsoft YaHei" panose="020B0503020204020204" pitchFamily="34" charset="-122"/>
                        <a:cs typeface="Microsoft YaHei" panose="020B0503020204020204" pitchFamily="34" charset="-122"/>
                      </a:endParaRPr>
                    </a:p>
                  </a:txBody>
                  <a:tcPr marL="127000" marR="127000" marT="95250" marB="95250" anchor="ctr">
                    <a:lnL w="0" cap="flat" cmpd="sng" algn="ctr">
                      <a:noFill/>
                    </a:lnL>
                    <a:lnR w="0" cap="flat" cmpd="sng" algn="ctr">
                      <a:noFill/>
                    </a:lnR>
                    <a:lnT w="0" cap="flat" cmpd="sng" algn="ctr">
                      <a:noFill/>
                    </a:lnT>
                    <a:lnB w="0" cap="flat" cmpd="sng" algn="ctr">
                      <a:noFill/>
                    </a:lnB>
                    <a:solidFill>
                      <a:srgbClr val="2D3748"/>
                    </a:solidFill>
                  </a:tcPr>
                </a:tc>
                <a:tc>
                  <a:txBody>
                    <a:bodyPr/>
                    <a:lstStyle/>
                    <a:p>
                      <a:pPr algn="ctr"/>
                      <a:endParaRPr lang="en-US" sz="1000" dirty="0">
                        <a:latin typeface="Microsoft YaHei" panose="020B0503020204020204" pitchFamily="34" charset="-122"/>
                        <a:ea typeface="Microsoft YaHei" panose="020B0503020204020204" pitchFamily="34" charset="-122"/>
                        <a:cs typeface="Microsoft YaHei" panose="020B0503020204020204" pitchFamily="34" charset="-122"/>
                      </a:endParaRPr>
                    </a:p>
                  </a:txBody>
                  <a:tcPr marL="127000" marR="127000" marT="95250" marB="95250" anchor="ctr">
                    <a:lnL w="0" cap="flat" cmpd="sng" algn="ctr">
                      <a:noFill/>
                    </a:lnL>
                    <a:lnR w="0" cap="flat" cmpd="sng" algn="ctr">
                      <a:noFill/>
                    </a:lnR>
                    <a:lnT w="0" cap="flat" cmpd="sng" algn="ctr">
                      <a:noFill/>
                    </a:lnT>
                    <a:lnB w="0" cap="flat" cmpd="sng" algn="ctr">
                      <a:noFill/>
                    </a:lnB>
                    <a:solidFill>
                      <a:srgbClr val="2D3748"/>
                    </a:solidFill>
                  </a:tcPr>
                </a:tc>
              </a:tr>
              <a:tr h="384969">
                <a:tc>
                  <a:txBody>
                    <a:bodyPr/>
                    <a:lstStyle/>
                    <a:p>
                      <a:r>
                        <a:rPr lang="en-US" sz="1000" u="none" dirty="0">
                          <a:solidFill>
                            <a:srgbClr val="2D3748"/>
                          </a:solidFill>
                          <a:latin typeface="Microsoft YaHei" panose="020B0503020204020204" pitchFamily="34" charset="-122"/>
                          <a:ea typeface="Microsoft YaHei" panose="020B0503020204020204" pitchFamily="34" charset="-122"/>
                          <a:cs typeface="Microsoft YaHei" panose="020B0503020204020204" pitchFamily="34" charset="-120"/>
                        </a:rPr>
                        <a:t>TC_HomePageLoad_01</a:t>
                      </a:r>
                      <a:endParaRPr lang="en-US" sz="1000" dirty="0">
                        <a:latin typeface="Microsoft YaHei" panose="020B0503020204020204" pitchFamily="34" charset="-122"/>
                        <a:ea typeface="Microsoft YaHei" panose="020B0503020204020204" pitchFamily="34" charset="-122"/>
                        <a:cs typeface="Microsoft YaHei" panose="020B0503020204020204" pitchFamily="34" charset="-122"/>
                      </a:endParaRPr>
                    </a:p>
                  </a:txBody>
                  <a:tcPr marL="127000" marR="127000" marT="95250" marB="95250" anchor="ctr">
                    <a:lnL w="0" cap="flat" cmpd="sng" algn="ctr">
                      <a:noFill/>
                    </a:lnL>
                    <a:lnR w="0" cap="flat" cmpd="sng" algn="ctr">
                      <a:noFill/>
                    </a:lnR>
                    <a:lnT w="0" cap="flat" cmpd="sng" algn="ctr">
                      <a:noFill/>
                    </a:lnT>
                    <a:lnB w="8467"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000" u="none" dirty="0">
                          <a:solidFill>
                            <a:srgbClr val="1A202C"/>
                          </a:solidFill>
                          <a:latin typeface="Microsoft YaHei" panose="020B0503020204020204" pitchFamily="34" charset="-122"/>
                          <a:ea typeface="Microsoft YaHei" panose="020B0503020204020204" pitchFamily="34" charset="-122"/>
                          <a:cs typeface="Microsoft YaHei" panose="020B0503020204020204" pitchFamily="34" charset="-120"/>
                        </a:rPr>
                        <a:t>Verify Amazon homepage loads</a:t>
                      </a:r>
                      <a:endParaRPr lang="en-US" sz="1000" dirty="0">
                        <a:latin typeface="Microsoft YaHei" panose="020B0503020204020204" pitchFamily="34" charset="-122"/>
                        <a:ea typeface="Microsoft YaHei" panose="020B0503020204020204" pitchFamily="34" charset="-122"/>
                        <a:cs typeface="Microsoft YaHei" panose="020B0503020204020204" pitchFamily="34" charset="-122"/>
                      </a:endParaRPr>
                    </a:p>
                  </a:txBody>
                  <a:tcPr marL="127000" marR="127000" marT="95250" marB="95250" anchor="ctr">
                    <a:lnL w="0" cap="flat" cmpd="sng" algn="ctr">
                      <a:noFill/>
                    </a:lnL>
                    <a:lnR w="0" cap="flat" cmpd="sng" algn="ctr">
                      <a:noFill/>
                    </a:lnR>
                    <a:lnT w="0" cap="flat" cmpd="sng" algn="ctr">
                      <a:noFill/>
                    </a:lnT>
                    <a:lnB w="8467"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1000" u="none" dirty="0">
                          <a:solidFill>
                            <a:srgbClr val="1A202C"/>
                          </a:solidFill>
                          <a:latin typeface="Microsoft YaHei" panose="020B0503020204020204" pitchFamily="34" charset="-122"/>
                          <a:ea typeface="Microsoft YaHei" panose="020B0503020204020204" pitchFamily="34" charset="-122"/>
                          <a:cs typeface="Microsoft YaHei" panose="020B0503020204020204" pitchFamily="34" charset="-120"/>
                        </a:rPr>
                        <a:t>Pass</a:t>
                      </a:r>
                      <a:endParaRPr lang="en-US" sz="1000" dirty="0">
                        <a:latin typeface="Microsoft YaHei" panose="020B0503020204020204" pitchFamily="34" charset="-122"/>
                        <a:ea typeface="Microsoft YaHei" panose="020B0503020204020204" pitchFamily="34" charset="-122"/>
                        <a:cs typeface="Microsoft YaHei" panose="020B0503020204020204" pitchFamily="34" charset="-122"/>
                      </a:endParaRPr>
                    </a:p>
                  </a:txBody>
                  <a:tcPr marL="127000" marR="127000" marT="95250" marB="95250" anchor="ctr">
                    <a:lnL w="0" cap="flat" cmpd="sng" algn="ctr">
                      <a:noFill/>
                    </a:lnL>
                    <a:lnR w="0" cap="flat" cmpd="sng" algn="ctr">
                      <a:noFill/>
                    </a:lnR>
                    <a:lnT w="0" cap="flat" cmpd="sng" algn="ctr">
                      <a:noFill/>
                    </a:lnT>
                    <a:lnB w="8467" cap="flat" cmpd="sng" algn="ctr">
                      <a:solidFill>
                        <a:srgbClr val="000000"/>
                      </a:solidFill>
                      <a:prstDash val="solid"/>
                      <a:round/>
                      <a:headEnd type="none" w="med" len="med"/>
                      <a:tailEnd type="none" w="med" len="med"/>
                    </a:lnB>
                    <a:solidFill>
                      <a:srgbClr val="FFFFFF">
                        <a:alpha val="0"/>
                      </a:srgbClr>
                    </a:solidFill>
                  </a:tcPr>
                </a:tc>
                <a:tc>
                  <a:txBody>
                    <a:bodyPr/>
                    <a:lstStyle/>
                    <a:p>
                      <a:pPr algn="ctr"/>
                      <a:endParaRPr lang="en-US" sz="1000" dirty="0">
                        <a:latin typeface="Microsoft YaHei" panose="020B0503020204020204" pitchFamily="34" charset="-122"/>
                        <a:ea typeface="Microsoft YaHei" panose="020B0503020204020204" pitchFamily="34" charset="-122"/>
                        <a:cs typeface="Microsoft YaHei" panose="020B0503020204020204" pitchFamily="34" charset="-122"/>
                      </a:endParaRPr>
                    </a:p>
                  </a:txBody>
                  <a:tcPr marL="127000" marR="127000" marT="95250" marB="95250" anchor="ctr">
                    <a:lnL w="0" cap="flat" cmpd="sng" algn="ctr">
                      <a:noFill/>
                    </a:lnL>
                    <a:lnR w="0" cap="flat" cmpd="sng" algn="ctr">
                      <a:noFill/>
                    </a:lnR>
                    <a:lnT w="0" cap="flat" cmpd="sng" algn="ctr">
                      <a:noFill/>
                    </a:lnT>
                    <a:lnB w="8467" cap="flat" cmpd="sng" algn="ctr">
                      <a:solidFill>
                        <a:srgbClr val="000000"/>
                      </a:solidFill>
                      <a:prstDash val="solid"/>
                      <a:round/>
                      <a:headEnd type="none" w="med" len="med"/>
                      <a:tailEnd type="none" w="med" len="med"/>
                    </a:lnB>
                    <a:solidFill>
                      <a:srgbClr val="FFFFFF">
                        <a:alpha val="0"/>
                      </a:srgbClr>
                    </a:solidFill>
                  </a:tcPr>
                </a:tc>
              </a:tr>
              <a:tr h="384969">
                <a:tc>
                  <a:txBody>
                    <a:bodyPr/>
                    <a:lstStyle/>
                    <a:p>
                      <a:r>
                        <a:rPr lang="en-US" sz="1000" u="none" dirty="0">
                          <a:solidFill>
                            <a:srgbClr val="2D3748"/>
                          </a:solidFill>
                          <a:latin typeface="Microsoft YaHei" panose="020B0503020204020204" pitchFamily="34" charset="-122"/>
                          <a:ea typeface="Microsoft YaHei" panose="020B0503020204020204" pitchFamily="34" charset="-122"/>
                          <a:cs typeface="Microsoft YaHei" panose="020B0503020204020204" pitchFamily="34" charset="-120"/>
                        </a:rPr>
                        <a:t>TC_ProductSearch_02</a:t>
                      </a:r>
                      <a:endParaRPr lang="en-US" sz="1000" dirty="0">
                        <a:latin typeface="Microsoft YaHei" panose="020B0503020204020204" pitchFamily="34" charset="-122"/>
                        <a:ea typeface="Microsoft YaHei" panose="020B0503020204020204" pitchFamily="34" charset="-122"/>
                        <a:cs typeface="Microsoft YaHei" panose="020B0503020204020204" pitchFamily="34" charset="-122"/>
                      </a:endParaRPr>
                    </a:p>
                  </a:txBody>
                  <a:tcPr marL="127000" marR="127000" marT="95250" marB="95250" anchor="ctr">
                    <a:lnL w="0" cap="flat" cmpd="sng" algn="ctr">
                      <a:noFill/>
                    </a:lnL>
                    <a:lnR w="0" cap="flat" cmpd="sng" algn="ctr">
                      <a:noFill/>
                    </a:lnR>
                    <a:lnT w="0" cap="flat" cmpd="sng" algn="ctr">
                      <a:noFill/>
                    </a:lnT>
                    <a:lnB w="8467"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000" u="none" dirty="0">
                          <a:solidFill>
                            <a:srgbClr val="1A202C"/>
                          </a:solidFill>
                          <a:latin typeface="Microsoft YaHei" panose="020B0503020204020204" pitchFamily="34" charset="-122"/>
                          <a:ea typeface="Microsoft YaHei" panose="020B0503020204020204" pitchFamily="34" charset="-122"/>
                          <a:cs typeface="Microsoft YaHei" panose="020B0503020204020204" pitchFamily="34" charset="-120"/>
                        </a:rPr>
                        <a:t>Verify product search with valid keyword</a:t>
                      </a:r>
                      <a:endParaRPr lang="en-US" sz="1000" dirty="0">
                        <a:latin typeface="Microsoft YaHei" panose="020B0503020204020204" pitchFamily="34" charset="-122"/>
                        <a:ea typeface="Microsoft YaHei" panose="020B0503020204020204" pitchFamily="34" charset="-122"/>
                        <a:cs typeface="Microsoft YaHei" panose="020B0503020204020204" pitchFamily="34" charset="-122"/>
                      </a:endParaRPr>
                    </a:p>
                  </a:txBody>
                  <a:tcPr marL="127000" marR="127000" marT="95250" marB="95250" anchor="ctr">
                    <a:lnL w="0" cap="flat" cmpd="sng" algn="ctr">
                      <a:noFill/>
                    </a:lnL>
                    <a:lnR w="0" cap="flat" cmpd="sng" algn="ctr">
                      <a:noFill/>
                    </a:lnR>
                    <a:lnT w="0" cap="flat" cmpd="sng" algn="ctr">
                      <a:noFill/>
                    </a:lnT>
                    <a:lnB w="8467"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1000" u="none" dirty="0">
                          <a:solidFill>
                            <a:srgbClr val="1A202C"/>
                          </a:solidFill>
                          <a:latin typeface="Microsoft YaHei" panose="020B0503020204020204" pitchFamily="34" charset="-122"/>
                          <a:ea typeface="Microsoft YaHei" panose="020B0503020204020204" pitchFamily="34" charset="-122"/>
                          <a:cs typeface="Microsoft YaHei" panose="020B0503020204020204" pitchFamily="34" charset="-120"/>
                        </a:rPr>
                        <a:t>Pass</a:t>
                      </a:r>
                      <a:endParaRPr lang="en-US" sz="1000" dirty="0">
                        <a:latin typeface="Microsoft YaHei" panose="020B0503020204020204" pitchFamily="34" charset="-122"/>
                        <a:ea typeface="Microsoft YaHei" panose="020B0503020204020204" pitchFamily="34" charset="-122"/>
                        <a:cs typeface="Microsoft YaHei" panose="020B0503020204020204" pitchFamily="34" charset="-122"/>
                      </a:endParaRPr>
                    </a:p>
                  </a:txBody>
                  <a:tcPr marL="127000" marR="127000" marT="95250" marB="95250" anchor="ctr">
                    <a:lnL w="0" cap="flat" cmpd="sng" algn="ctr">
                      <a:noFill/>
                    </a:lnL>
                    <a:lnR w="0" cap="flat" cmpd="sng" algn="ctr">
                      <a:noFill/>
                    </a:lnR>
                    <a:lnT w="0" cap="flat" cmpd="sng" algn="ctr">
                      <a:noFill/>
                    </a:lnT>
                    <a:lnB w="8467" cap="flat" cmpd="sng" algn="ctr">
                      <a:solidFill>
                        <a:srgbClr val="000000"/>
                      </a:solidFill>
                      <a:prstDash val="solid"/>
                      <a:round/>
                      <a:headEnd type="none" w="med" len="med"/>
                      <a:tailEnd type="none" w="med" len="med"/>
                    </a:lnB>
                    <a:solidFill>
                      <a:srgbClr val="FFFFFF">
                        <a:alpha val="0"/>
                      </a:srgbClr>
                    </a:solidFill>
                  </a:tcPr>
                </a:tc>
                <a:tc>
                  <a:txBody>
                    <a:bodyPr/>
                    <a:lstStyle/>
                    <a:p>
                      <a:pPr algn="ctr"/>
                      <a:endParaRPr lang="en-US" sz="1000" dirty="0">
                        <a:latin typeface="Microsoft YaHei" panose="020B0503020204020204" pitchFamily="34" charset="-122"/>
                        <a:ea typeface="Microsoft YaHei" panose="020B0503020204020204" pitchFamily="34" charset="-122"/>
                        <a:cs typeface="Microsoft YaHei" panose="020B0503020204020204" pitchFamily="34" charset="-122"/>
                      </a:endParaRPr>
                    </a:p>
                  </a:txBody>
                  <a:tcPr marL="127000" marR="127000" marT="95250" marB="95250" anchor="ctr">
                    <a:lnL w="0" cap="flat" cmpd="sng" algn="ctr">
                      <a:noFill/>
                    </a:lnL>
                    <a:lnR w="0" cap="flat" cmpd="sng" algn="ctr">
                      <a:noFill/>
                    </a:lnR>
                    <a:lnT w="0" cap="flat" cmpd="sng" algn="ctr">
                      <a:noFill/>
                    </a:lnT>
                    <a:lnB w="8467" cap="flat" cmpd="sng" algn="ctr">
                      <a:solidFill>
                        <a:srgbClr val="000000"/>
                      </a:solidFill>
                      <a:prstDash val="solid"/>
                      <a:round/>
                      <a:headEnd type="none" w="med" len="med"/>
                      <a:tailEnd type="none" w="med" len="med"/>
                    </a:lnB>
                    <a:solidFill>
                      <a:srgbClr val="FFFFFF">
                        <a:alpha val="0"/>
                      </a:srgbClr>
                    </a:solidFill>
                  </a:tcPr>
                </a:tc>
              </a:tr>
              <a:tr h="384969">
                <a:tc>
                  <a:txBody>
                    <a:bodyPr/>
                    <a:lstStyle/>
                    <a:p>
                      <a:r>
                        <a:rPr lang="en-US" sz="1000" u="none" dirty="0">
                          <a:solidFill>
                            <a:srgbClr val="2D3748"/>
                          </a:solidFill>
                          <a:latin typeface="Microsoft YaHei" panose="020B0503020204020204" pitchFamily="34" charset="-122"/>
                          <a:ea typeface="Microsoft YaHei" panose="020B0503020204020204" pitchFamily="34" charset="-122"/>
                          <a:cs typeface="Microsoft YaHei" panose="020B0503020204020204" pitchFamily="34" charset="-120"/>
                        </a:rPr>
                        <a:t>TC_InvalidSearch_03</a:t>
                      </a:r>
                      <a:endParaRPr lang="en-US" sz="1000" dirty="0">
                        <a:latin typeface="Microsoft YaHei" panose="020B0503020204020204" pitchFamily="34" charset="-122"/>
                        <a:ea typeface="Microsoft YaHei" panose="020B0503020204020204" pitchFamily="34" charset="-122"/>
                        <a:cs typeface="Microsoft YaHei" panose="020B0503020204020204" pitchFamily="34" charset="-122"/>
                      </a:endParaRPr>
                    </a:p>
                  </a:txBody>
                  <a:tcPr marL="127000" marR="127000" marT="95250" marB="95250" anchor="ctr">
                    <a:lnL w="0" cap="flat" cmpd="sng" algn="ctr">
                      <a:noFill/>
                    </a:lnL>
                    <a:lnR w="0" cap="flat" cmpd="sng" algn="ctr">
                      <a:noFill/>
                    </a:lnR>
                    <a:lnT w="0" cap="flat" cmpd="sng" algn="ctr">
                      <a:noFill/>
                    </a:lnT>
                    <a:lnB w="8467"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000" u="none" dirty="0">
                          <a:solidFill>
                            <a:srgbClr val="1A202C"/>
                          </a:solidFill>
                          <a:latin typeface="Microsoft YaHei" panose="020B0503020204020204" pitchFamily="34" charset="-122"/>
                          <a:ea typeface="Microsoft YaHei" panose="020B0503020204020204" pitchFamily="34" charset="-122"/>
                          <a:cs typeface="Microsoft YaHei" panose="020B0503020204020204" pitchFamily="34" charset="-120"/>
                        </a:rPr>
                        <a:t>Verify search with invalid keyword</a:t>
                      </a:r>
                      <a:endParaRPr lang="en-US" sz="1000" dirty="0">
                        <a:latin typeface="Microsoft YaHei" panose="020B0503020204020204" pitchFamily="34" charset="-122"/>
                        <a:ea typeface="Microsoft YaHei" panose="020B0503020204020204" pitchFamily="34" charset="-122"/>
                        <a:cs typeface="Microsoft YaHei" panose="020B0503020204020204" pitchFamily="34" charset="-122"/>
                      </a:endParaRPr>
                    </a:p>
                  </a:txBody>
                  <a:tcPr marL="127000" marR="127000" marT="95250" marB="95250" anchor="ctr">
                    <a:lnL w="0" cap="flat" cmpd="sng" algn="ctr">
                      <a:noFill/>
                    </a:lnL>
                    <a:lnR w="0" cap="flat" cmpd="sng" algn="ctr">
                      <a:noFill/>
                    </a:lnR>
                    <a:lnT w="0" cap="flat" cmpd="sng" algn="ctr">
                      <a:noFill/>
                    </a:lnT>
                    <a:lnB w="8467"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1000" u="none" dirty="0">
                          <a:solidFill>
                            <a:srgbClr val="1A202C"/>
                          </a:solidFill>
                          <a:latin typeface="Microsoft YaHei" panose="020B0503020204020204" pitchFamily="34" charset="-122"/>
                          <a:ea typeface="Microsoft YaHei" panose="020B0503020204020204" pitchFamily="34" charset="-122"/>
                          <a:cs typeface="Microsoft YaHei" panose="020B0503020204020204" pitchFamily="34" charset="-120"/>
                        </a:rPr>
                        <a:t>Pass</a:t>
                      </a:r>
                      <a:endParaRPr lang="en-US" sz="1000" dirty="0">
                        <a:latin typeface="Microsoft YaHei" panose="020B0503020204020204" pitchFamily="34" charset="-122"/>
                        <a:ea typeface="Microsoft YaHei" panose="020B0503020204020204" pitchFamily="34" charset="-122"/>
                        <a:cs typeface="Microsoft YaHei" panose="020B0503020204020204" pitchFamily="34" charset="-122"/>
                      </a:endParaRPr>
                    </a:p>
                  </a:txBody>
                  <a:tcPr marL="127000" marR="127000" marT="95250" marB="95250" anchor="ctr">
                    <a:lnL w="0" cap="flat" cmpd="sng" algn="ctr">
                      <a:noFill/>
                    </a:lnL>
                    <a:lnR w="0" cap="flat" cmpd="sng" algn="ctr">
                      <a:noFill/>
                    </a:lnR>
                    <a:lnT w="0" cap="flat" cmpd="sng" algn="ctr">
                      <a:noFill/>
                    </a:lnT>
                    <a:lnB w="8467" cap="flat" cmpd="sng" algn="ctr">
                      <a:solidFill>
                        <a:srgbClr val="000000"/>
                      </a:solidFill>
                      <a:prstDash val="solid"/>
                      <a:round/>
                      <a:headEnd type="none" w="med" len="med"/>
                      <a:tailEnd type="none" w="med" len="med"/>
                    </a:lnB>
                    <a:solidFill>
                      <a:srgbClr val="FFFFFF">
                        <a:alpha val="0"/>
                      </a:srgbClr>
                    </a:solidFill>
                  </a:tcPr>
                </a:tc>
                <a:tc>
                  <a:txBody>
                    <a:bodyPr/>
                    <a:lstStyle/>
                    <a:p>
                      <a:pPr algn="ctr"/>
                      <a:endParaRPr lang="en-US" sz="1000" dirty="0">
                        <a:latin typeface="Microsoft YaHei" panose="020B0503020204020204" pitchFamily="34" charset="-122"/>
                        <a:ea typeface="Microsoft YaHei" panose="020B0503020204020204" pitchFamily="34" charset="-122"/>
                        <a:cs typeface="Microsoft YaHei" panose="020B0503020204020204" pitchFamily="34" charset="-122"/>
                      </a:endParaRPr>
                    </a:p>
                  </a:txBody>
                  <a:tcPr marL="127000" marR="127000" marT="95250" marB="95250" anchor="ctr">
                    <a:lnL w="0" cap="flat" cmpd="sng" algn="ctr">
                      <a:noFill/>
                    </a:lnL>
                    <a:lnR w="0" cap="flat" cmpd="sng" algn="ctr">
                      <a:noFill/>
                    </a:lnR>
                    <a:lnT w="0" cap="flat" cmpd="sng" algn="ctr">
                      <a:noFill/>
                    </a:lnT>
                    <a:lnB w="8467" cap="flat" cmpd="sng" algn="ctr">
                      <a:solidFill>
                        <a:srgbClr val="000000"/>
                      </a:solidFill>
                      <a:prstDash val="solid"/>
                      <a:round/>
                      <a:headEnd type="none" w="med" len="med"/>
                      <a:tailEnd type="none" w="med" len="med"/>
                    </a:lnB>
                    <a:solidFill>
                      <a:srgbClr val="FFFFFF">
                        <a:alpha val="0"/>
                      </a:srgbClr>
                    </a:solidFill>
                  </a:tcPr>
                </a:tc>
              </a:tr>
              <a:tr h="384969">
                <a:tc>
                  <a:txBody>
                    <a:bodyPr/>
                    <a:lstStyle/>
                    <a:p>
                      <a:r>
                        <a:rPr lang="en-US" sz="1000" u="none" dirty="0">
                          <a:solidFill>
                            <a:srgbClr val="2D3748"/>
                          </a:solidFill>
                          <a:latin typeface="Microsoft YaHei" panose="020B0503020204020204" pitchFamily="34" charset="-122"/>
                          <a:ea typeface="Microsoft YaHei" panose="020B0503020204020204" pitchFamily="34" charset="-122"/>
                          <a:cs typeface="Microsoft YaHei" panose="020B0503020204020204" pitchFamily="34" charset="-120"/>
                        </a:rPr>
                        <a:t>TC_CategorySelection_04</a:t>
                      </a:r>
                      <a:endParaRPr lang="en-US" sz="1000" dirty="0">
                        <a:latin typeface="Microsoft YaHei" panose="020B0503020204020204" pitchFamily="34" charset="-122"/>
                        <a:ea typeface="Microsoft YaHei" panose="020B0503020204020204" pitchFamily="34" charset="-122"/>
                        <a:cs typeface="Microsoft YaHei" panose="020B0503020204020204" pitchFamily="34" charset="-122"/>
                      </a:endParaRPr>
                    </a:p>
                  </a:txBody>
                  <a:tcPr marL="127000" marR="127000" marT="95250" marB="95250" anchor="ctr">
                    <a:lnL w="0" cap="flat" cmpd="sng" algn="ctr">
                      <a:noFill/>
                    </a:lnL>
                    <a:lnR w="0" cap="flat" cmpd="sng" algn="ctr">
                      <a:noFill/>
                    </a:lnR>
                    <a:lnT w="0" cap="flat" cmpd="sng" algn="ctr">
                      <a:noFill/>
                    </a:lnT>
                    <a:lnB w="8467"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000" u="none" dirty="0">
                          <a:solidFill>
                            <a:srgbClr val="1A202C"/>
                          </a:solidFill>
                          <a:latin typeface="Microsoft YaHei" panose="020B0503020204020204" pitchFamily="34" charset="-122"/>
                          <a:ea typeface="Microsoft YaHei" panose="020B0503020204020204" pitchFamily="34" charset="-122"/>
                          <a:cs typeface="Microsoft YaHei" panose="020B0503020204020204" pitchFamily="34" charset="-120"/>
                        </a:rPr>
                        <a:t>Verify category selection from dropdown</a:t>
                      </a:r>
                      <a:endParaRPr lang="en-US" sz="1000" dirty="0">
                        <a:latin typeface="Microsoft YaHei" panose="020B0503020204020204" pitchFamily="34" charset="-122"/>
                        <a:ea typeface="Microsoft YaHei" panose="020B0503020204020204" pitchFamily="34" charset="-122"/>
                        <a:cs typeface="Microsoft YaHei" panose="020B0503020204020204" pitchFamily="34" charset="-122"/>
                      </a:endParaRPr>
                    </a:p>
                  </a:txBody>
                  <a:tcPr marL="127000" marR="127000" marT="95250" marB="95250" anchor="ctr">
                    <a:lnL w="0" cap="flat" cmpd="sng" algn="ctr">
                      <a:noFill/>
                    </a:lnL>
                    <a:lnR w="0" cap="flat" cmpd="sng" algn="ctr">
                      <a:noFill/>
                    </a:lnR>
                    <a:lnT w="0" cap="flat" cmpd="sng" algn="ctr">
                      <a:noFill/>
                    </a:lnT>
                    <a:lnB w="8467"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1000" u="none" dirty="0">
                          <a:solidFill>
                            <a:srgbClr val="1A202C"/>
                          </a:solidFill>
                          <a:latin typeface="Microsoft YaHei" panose="020B0503020204020204" pitchFamily="34" charset="-122"/>
                          <a:ea typeface="Microsoft YaHei" panose="020B0503020204020204" pitchFamily="34" charset="-122"/>
                          <a:cs typeface="Microsoft YaHei" panose="020B0503020204020204" pitchFamily="34" charset="-120"/>
                        </a:rPr>
                        <a:t>Pass</a:t>
                      </a:r>
                      <a:endParaRPr lang="en-US" sz="1000" dirty="0">
                        <a:latin typeface="Microsoft YaHei" panose="020B0503020204020204" pitchFamily="34" charset="-122"/>
                        <a:ea typeface="Microsoft YaHei" panose="020B0503020204020204" pitchFamily="34" charset="-122"/>
                        <a:cs typeface="Microsoft YaHei" panose="020B0503020204020204" pitchFamily="34" charset="-122"/>
                      </a:endParaRPr>
                    </a:p>
                  </a:txBody>
                  <a:tcPr marL="127000" marR="127000" marT="95250" marB="95250" anchor="ctr">
                    <a:lnL w="0" cap="flat" cmpd="sng" algn="ctr">
                      <a:noFill/>
                    </a:lnL>
                    <a:lnR w="0" cap="flat" cmpd="sng" algn="ctr">
                      <a:noFill/>
                    </a:lnR>
                    <a:lnT w="0" cap="flat" cmpd="sng" algn="ctr">
                      <a:noFill/>
                    </a:lnT>
                    <a:lnB w="8467" cap="flat" cmpd="sng" algn="ctr">
                      <a:solidFill>
                        <a:srgbClr val="000000"/>
                      </a:solidFill>
                      <a:prstDash val="solid"/>
                      <a:round/>
                      <a:headEnd type="none" w="med" len="med"/>
                      <a:tailEnd type="none" w="med" len="med"/>
                    </a:lnB>
                    <a:solidFill>
                      <a:srgbClr val="FFFFFF">
                        <a:alpha val="0"/>
                      </a:srgbClr>
                    </a:solidFill>
                  </a:tcPr>
                </a:tc>
                <a:tc>
                  <a:txBody>
                    <a:bodyPr/>
                    <a:lstStyle/>
                    <a:p>
                      <a:pPr algn="ctr"/>
                      <a:endParaRPr lang="en-US" sz="1000" dirty="0">
                        <a:latin typeface="Microsoft YaHei" panose="020B0503020204020204" pitchFamily="34" charset="-122"/>
                        <a:ea typeface="Microsoft YaHei" panose="020B0503020204020204" pitchFamily="34" charset="-122"/>
                        <a:cs typeface="Microsoft YaHei" panose="020B0503020204020204" pitchFamily="34" charset="-122"/>
                      </a:endParaRPr>
                    </a:p>
                  </a:txBody>
                  <a:tcPr marL="127000" marR="127000" marT="95250" marB="95250" anchor="ctr">
                    <a:lnL w="0" cap="flat" cmpd="sng" algn="ctr">
                      <a:noFill/>
                    </a:lnL>
                    <a:lnR w="0" cap="flat" cmpd="sng" algn="ctr">
                      <a:noFill/>
                    </a:lnR>
                    <a:lnT w="0" cap="flat" cmpd="sng" algn="ctr">
                      <a:noFill/>
                    </a:lnT>
                    <a:lnB w="8467" cap="flat" cmpd="sng" algn="ctr">
                      <a:solidFill>
                        <a:srgbClr val="000000"/>
                      </a:solidFill>
                      <a:prstDash val="solid"/>
                      <a:round/>
                      <a:headEnd type="none" w="med" len="med"/>
                      <a:tailEnd type="none" w="med" len="med"/>
                    </a:lnB>
                    <a:solidFill>
                      <a:srgbClr val="FFFFFF">
                        <a:alpha val="0"/>
                      </a:srgbClr>
                    </a:solidFill>
                  </a:tcPr>
                </a:tc>
              </a:tr>
              <a:tr h="384969">
                <a:tc>
                  <a:txBody>
                    <a:bodyPr/>
                    <a:lstStyle/>
                    <a:p>
                      <a:r>
                        <a:rPr lang="en-US" sz="1000" u="none" dirty="0">
                          <a:solidFill>
                            <a:srgbClr val="2D3748"/>
                          </a:solidFill>
                          <a:latin typeface="Microsoft YaHei" panose="020B0503020204020204" pitchFamily="34" charset="-122"/>
                          <a:ea typeface="Microsoft YaHei" panose="020B0503020204020204" pitchFamily="34" charset="-122"/>
                          <a:cs typeface="Microsoft YaHei" panose="020B0503020204020204" pitchFamily="34" charset="-120"/>
                        </a:rPr>
                        <a:t>TC_ProductDetails_05</a:t>
                      </a:r>
                      <a:endParaRPr lang="en-US" sz="1000" dirty="0">
                        <a:latin typeface="Microsoft YaHei" panose="020B0503020204020204" pitchFamily="34" charset="-122"/>
                        <a:ea typeface="Microsoft YaHei" panose="020B0503020204020204" pitchFamily="34" charset="-122"/>
                        <a:cs typeface="Microsoft YaHei" panose="020B0503020204020204" pitchFamily="34" charset="-122"/>
                      </a:endParaRPr>
                    </a:p>
                  </a:txBody>
                  <a:tcPr marL="127000" marR="127000" marT="95250" marB="95250" anchor="ctr">
                    <a:lnL w="0" cap="flat" cmpd="sng" algn="ctr">
                      <a:noFill/>
                    </a:lnL>
                    <a:lnR w="0" cap="flat" cmpd="sng" algn="ctr">
                      <a:noFill/>
                    </a:lnR>
                    <a:lnT w="0" cap="flat" cmpd="sng" algn="ctr">
                      <a:noFill/>
                    </a:lnT>
                    <a:lnB w="8467"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000" u="none" dirty="0">
                          <a:solidFill>
                            <a:srgbClr val="1A202C"/>
                          </a:solidFill>
                          <a:latin typeface="Microsoft YaHei" panose="020B0503020204020204" pitchFamily="34" charset="-122"/>
                          <a:ea typeface="Microsoft YaHei" panose="020B0503020204020204" pitchFamily="34" charset="-122"/>
                          <a:cs typeface="Microsoft YaHei" panose="020B0503020204020204" pitchFamily="34" charset="-120"/>
                        </a:rPr>
                        <a:t>Verify product details page opens</a:t>
                      </a:r>
                      <a:endParaRPr lang="en-US" sz="1000" dirty="0">
                        <a:latin typeface="Microsoft YaHei" panose="020B0503020204020204" pitchFamily="34" charset="-122"/>
                        <a:ea typeface="Microsoft YaHei" panose="020B0503020204020204" pitchFamily="34" charset="-122"/>
                        <a:cs typeface="Microsoft YaHei" panose="020B0503020204020204" pitchFamily="34" charset="-122"/>
                      </a:endParaRPr>
                    </a:p>
                  </a:txBody>
                  <a:tcPr marL="127000" marR="127000" marT="95250" marB="95250" anchor="ctr">
                    <a:lnL w="0" cap="flat" cmpd="sng" algn="ctr">
                      <a:noFill/>
                    </a:lnL>
                    <a:lnR w="0" cap="flat" cmpd="sng" algn="ctr">
                      <a:noFill/>
                    </a:lnR>
                    <a:lnT w="0" cap="flat" cmpd="sng" algn="ctr">
                      <a:noFill/>
                    </a:lnT>
                    <a:lnB w="8467"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1000" u="none" dirty="0">
                          <a:solidFill>
                            <a:srgbClr val="1A202C"/>
                          </a:solidFill>
                          <a:latin typeface="Microsoft YaHei" panose="020B0503020204020204" pitchFamily="34" charset="-122"/>
                          <a:ea typeface="Microsoft YaHei" panose="020B0503020204020204" pitchFamily="34" charset="-122"/>
                          <a:cs typeface="Microsoft YaHei" panose="020B0503020204020204" pitchFamily="34" charset="-120"/>
                        </a:rPr>
                        <a:t>Pass</a:t>
                      </a:r>
                      <a:endParaRPr lang="en-US" sz="1000" dirty="0">
                        <a:latin typeface="Microsoft YaHei" panose="020B0503020204020204" pitchFamily="34" charset="-122"/>
                        <a:ea typeface="Microsoft YaHei" panose="020B0503020204020204" pitchFamily="34" charset="-122"/>
                        <a:cs typeface="Microsoft YaHei" panose="020B0503020204020204" pitchFamily="34" charset="-122"/>
                      </a:endParaRPr>
                    </a:p>
                  </a:txBody>
                  <a:tcPr marL="127000" marR="127000" marT="95250" marB="95250" anchor="ctr">
                    <a:lnL w="0" cap="flat" cmpd="sng" algn="ctr">
                      <a:noFill/>
                    </a:lnL>
                    <a:lnR w="0" cap="flat" cmpd="sng" algn="ctr">
                      <a:noFill/>
                    </a:lnR>
                    <a:lnT w="0" cap="flat" cmpd="sng" algn="ctr">
                      <a:noFill/>
                    </a:lnT>
                    <a:lnB w="8467" cap="flat" cmpd="sng" algn="ctr">
                      <a:solidFill>
                        <a:srgbClr val="000000"/>
                      </a:solidFill>
                      <a:prstDash val="solid"/>
                      <a:round/>
                      <a:headEnd type="none" w="med" len="med"/>
                      <a:tailEnd type="none" w="med" len="med"/>
                    </a:lnB>
                    <a:solidFill>
                      <a:srgbClr val="FFFFFF">
                        <a:alpha val="0"/>
                      </a:srgbClr>
                    </a:solidFill>
                  </a:tcPr>
                </a:tc>
                <a:tc>
                  <a:txBody>
                    <a:bodyPr/>
                    <a:lstStyle/>
                    <a:p>
                      <a:pPr algn="ctr"/>
                      <a:endParaRPr lang="en-US" sz="1000" dirty="0">
                        <a:latin typeface="Microsoft YaHei" panose="020B0503020204020204" pitchFamily="34" charset="-122"/>
                        <a:ea typeface="Microsoft YaHei" panose="020B0503020204020204" pitchFamily="34" charset="-122"/>
                        <a:cs typeface="Microsoft YaHei" panose="020B0503020204020204" pitchFamily="34" charset="-122"/>
                      </a:endParaRPr>
                    </a:p>
                  </a:txBody>
                  <a:tcPr marL="127000" marR="127000" marT="95250" marB="95250" anchor="ctr">
                    <a:lnL w="0" cap="flat" cmpd="sng" algn="ctr">
                      <a:noFill/>
                    </a:lnL>
                    <a:lnR w="0" cap="flat" cmpd="sng" algn="ctr">
                      <a:noFill/>
                    </a:lnR>
                    <a:lnT w="0" cap="flat" cmpd="sng" algn="ctr">
                      <a:noFill/>
                    </a:lnT>
                    <a:lnB w="8467" cap="flat" cmpd="sng" algn="ctr">
                      <a:solidFill>
                        <a:srgbClr val="000000"/>
                      </a:solidFill>
                      <a:prstDash val="solid"/>
                      <a:round/>
                      <a:headEnd type="none" w="med" len="med"/>
                      <a:tailEnd type="none" w="med" len="med"/>
                    </a:lnB>
                    <a:solidFill>
                      <a:srgbClr val="FFFFFF">
                        <a:alpha val="0"/>
                      </a:srgbClr>
                    </a:solidFill>
                  </a:tcPr>
                </a:tc>
              </a:tr>
              <a:tr h="384969">
                <a:tc>
                  <a:txBody>
                    <a:bodyPr/>
                    <a:lstStyle/>
                    <a:p>
                      <a:r>
                        <a:rPr lang="en-US" sz="1000" u="none" dirty="0">
                          <a:solidFill>
                            <a:srgbClr val="2D3748"/>
                          </a:solidFill>
                          <a:latin typeface="Microsoft YaHei" panose="020B0503020204020204" pitchFamily="34" charset="-122"/>
                          <a:ea typeface="Microsoft YaHei" panose="020B0503020204020204" pitchFamily="34" charset="-122"/>
                          <a:cs typeface="Microsoft YaHei" panose="020B0503020204020204" pitchFamily="34" charset="-120"/>
                        </a:rPr>
                        <a:t>TC_AddToCart_06</a:t>
                      </a:r>
                      <a:endParaRPr lang="en-US" sz="1000" dirty="0">
                        <a:latin typeface="Microsoft YaHei" panose="020B0503020204020204" pitchFamily="34" charset="-122"/>
                        <a:ea typeface="Microsoft YaHei" panose="020B0503020204020204" pitchFamily="34" charset="-122"/>
                        <a:cs typeface="Microsoft YaHei" panose="020B0503020204020204" pitchFamily="34" charset="-122"/>
                      </a:endParaRPr>
                    </a:p>
                  </a:txBody>
                  <a:tcPr marL="127000" marR="127000" marT="95250" marB="95250" anchor="ctr">
                    <a:lnL w="0" cap="flat" cmpd="sng" algn="ctr">
                      <a:noFill/>
                    </a:lnL>
                    <a:lnR w="0" cap="flat" cmpd="sng" algn="ctr">
                      <a:noFill/>
                    </a:lnR>
                    <a:lnT w="0" cap="flat" cmpd="sng" algn="ctr">
                      <a:noFill/>
                    </a:lnT>
                    <a:lnB w="8467"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000" u="none" dirty="0">
                          <a:solidFill>
                            <a:srgbClr val="1A202C"/>
                          </a:solidFill>
                          <a:latin typeface="Microsoft YaHei" panose="020B0503020204020204" pitchFamily="34" charset="-122"/>
                          <a:ea typeface="Microsoft YaHei" panose="020B0503020204020204" pitchFamily="34" charset="-122"/>
                          <a:cs typeface="Microsoft YaHei" panose="020B0503020204020204" pitchFamily="34" charset="-120"/>
                        </a:rPr>
                        <a:t>Verify item can be added to cart</a:t>
                      </a:r>
                      <a:endParaRPr lang="en-US" sz="1000" dirty="0">
                        <a:latin typeface="Microsoft YaHei" panose="020B0503020204020204" pitchFamily="34" charset="-122"/>
                        <a:ea typeface="Microsoft YaHei" panose="020B0503020204020204" pitchFamily="34" charset="-122"/>
                        <a:cs typeface="Microsoft YaHei" panose="020B0503020204020204" pitchFamily="34" charset="-122"/>
                      </a:endParaRPr>
                    </a:p>
                  </a:txBody>
                  <a:tcPr marL="127000" marR="127000" marT="95250" marB="95250" anchor="ctr">
                    <a:lnL w="0" cap="flat" cmpd="sng" algn="ctr">
                      <a:noFill/>
                    </a:lnL>
                    <a:lnR w="0" cap="flat" cmpd="sng" algn="ctr">
                      <a:noFill/>
                    </a:lnR>
                    <a:lnT w="0" cap="flat" cmpd="sng" algn="ctr">
                      <a:noFill/>
                    </a:lnT>
                    <a:lnB w="8467"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1000" u="none" dirty="0">
                          <a:solidFill>
                            <a:srgbClr val="1A202C"/>
                          </a:solidFill>
                          <a:latin typeface="Microsoft YaHei" panose="020B0503020204020204" pitchFamily="34" charset="-122"/>
                          <a:ea typeface="Microsoft YaHei" panose="020B0503020204020204" pitchFamily="34" charset="-122"/>
                          <a:cs typeface="Microsoft YaHei" panose="020B0503020204020204" pitchFamily="34" charset="-120"/>
                        </a:rPr>
                        <a:t>Pass</a:t>
                      </a:r>
                      <a:endParaRPr lang="en-US" sz="1000" dirty="0">
                        <a:latin typeface="Microsoft YaHei" panose="020B0503020204020204" pitchFamily="34" charset="-122"/>
                        <a:ea typeface="Microsoft YaHei" panose="020B0503020204020204" pitchFamily="34" charset="-122"/>
                        <a:cs typeface="Microsoft YaHei" panose="020B0503020204020204" pitchFamily="34" charset="-122"/>
                      </a:endParaRPr>
                    </a:p>
                  </a:txBody>
                  <a:tcPr marL="127000" marR="127000" marT="95250" marB="95250" anchor="ctr">
                    <a:lnL w="0" cap="flat" cmpd="sng" algn="ctr">
                      <a:noFill/>
                    </a:lnL>
                    <a:lnR w="0" cap="flat" cmpd="sng" algn="ctr">
                      <a:noFill/>
                    </a:lnR>
                    <a:lnT w="0" cap="flat" cmpd="sng" algn="ctr">
                      <a:noFill/>
                    </a:lnT>
                    <a:lnB w="8467" cap="flat" cmpd="sng" algn="ctr">
                      <a:solidFill>
                        <a:srgbClr val="000000"/>
                      </a:solidFill>
                      <a:prstDash val="solid"/>
                      <a:round/>
                      <a:headEnd type="none" w="med" len="med"/>
                      <a:tailEnd type="none" w="med" len="med"/>
                    </a:lnB>
                    <a:solidFill>
                      <a:srgbClr val="FFFFFF">
                        <a:alpha val="0"/>
                      </a:srgbClr>
                    </a:solidFill>
                  </a:tcPr>
                </a:tc>
                <a:tc>
                  <a:txBody>
                    <a:bodyPr/>
                    <a:lstStyle/>
                    <a:p>
                      <a:pPr algn="ctr"/>
                      <a:endParaRPr lang="en-US" sz="1000" dirty="0">
                        <a:latin typeface="Microsoft YaHei" panose="020B0503020204020204" pitchFamily="34" charset="-122"/>
                        <a:ea typeface="Microsoft YaHei" panose="020B0503020204020204" pitchFamily="34" charset="-122"/>
                        <a:cs typeface="Microsoft YaHei" panose="020B0503020204020204" pitchFamily="34" charset="-122"/>
                      </a:endParaRPr>
                    </a:p>
                  </a:txBody>
                  <a:tcPr marL="127000" marR="127000" marT="95250" marB="95250" anchor="ctr">
                    <a:lnL w="0" cap="flat" cmpd="sng" algn="ctr">
                      <a:noFill/>
                    </a:lnL>
                    <a:lnR w="0" cap="flat" cmpd="sng" algn="ctr">
                      <a:noFill/>
                    </a:lnR>
                    <a:lnT w="0" cap="flat" cmpd="sng" algn="ctr">
                      <a:noFill/>
                    </a:lnT>
                    <a:lnB w="8467" cap="flat" cmpd="sng" algn="ctr">
                      <a:solidFill>
                        <a:srgbClr val="000000"/>
                      </a:solidFill>
                      <a:prstDash val="solid"/>
                      <a:round/>
                      <a:headEnd type="none" w="med" len="med"/>
                      <a:tailEnd type="none" w="med" len="med"/>
                    </a:lnB>
                    <a:solidFill>
                      <a:srgbClr val="FFFFFF">
                        <a:alpha val="0"/>
                      </a:srgbClr>
                    </a:solidFill>
                  </a:tcPr>
                </a:tc>
              </a:tr>
              <a:tr h="384969">
                <a:tc>
                  <a:txBody>
                    <a:bodyPr/>
                    <a:lstStyle/>
                    <a:p>
                      <a:r>
                        <a:rPr lang="en-US" sz="1000" u="none" dirty="0">
                          <a:solidFill>
                            <a:srgbClr val="2D3748"/>
                          </a:solidFill>
                          <a:latin typeface="Microsoft YaHei" panose="020B0503020204020204" pitchFamily="34" charset="-122"/>
                          <a:ea typeface="Microsoft YaHei" panose="020B0503020204020204" pitchFamily="34" charset="-122"/>
                          <a:cs typeface="Microsoft YaHei" panose="020B0503020204020204" pitchFamily="34" charset="-120"/>
                        </a:rPr>
                        <a:t>TC_RemoveCart_07</a:t>
                      </a:r>
                      <a:endParaRPr lang="en-US" sz="1000" dirty="0">
                        <a:latin typeface="Microsoft YaHei" panose="020B0503020204020204" pitchFamily="34" charset="-122"/>
                        <a:ea typeface="Microsoft YaHei" panose="020B0503020204020204" pitchFamily="34" charset="-122"/>
                        <a:cs typeface="Microsoft YaHei" panose="020B0503020204020204" pitchFamily="34" charset="-122"/>
                      </a:endParaRPr>
                    </a:p>
                  </a:txBody>
                  <a:tcPr marL="127000" marR="127000" marT="95250" marB="9525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r>
                        <a:rPr lang="en-US" sz="1000" u="none" dirty="0">
                          <a:solidFill>
                            <a:srgbClr val="1A202C"/>
                          </a:solidFill>
                          <a:latin typeface="Microsoft YaHei" panose="020B0503020204020204" pitchFamily="34" charset="-122"/>
                          <a:ea typeface="Microsoft YaHei" panose="020B0503020204020204" pitchFamily="34" charset="-122"/>
                          <a:cs typeface="Microsoft YaHei" panose="020B0503020204020204" pitchFamily="34" charset="-120"/>
                        </a:rPr>
                        <a:t>Verify item can be removed from cart</a:t>
                      </a:r>
                      <a:endParaRPr lang="en-US" sz="1000" dirty="0">
                        <a:latin typeface="Microsoft YaHei" panose="020B0503020204020204" pitchFamily="34" charset="-122"/>
                        <a:ea typeface="Microsoft YaHei" panose="020B0503020204020204" pitchFamily="34" charset="-122"/>
                        <a:cs typeface="Microsoft YaHei" panose="020B0503020204020204" pitchFamily="34" charset="-122"/>
                      </a:endParaRPr>
                    </a:p>
                  </a:txBody>
                  <a:tcPr marL="127000" marR="127000" marT="95250" marB="9525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ctr"/>
                      <a:r>
                        <a:rPr lang="en-US" sz="1000" u="none" dirty="0">
                          <a:solidFill>
                            <a:srgbClr val="1A202C"/>
                          </a:solidFill>
                          <a:latin typeface="Microsoft YaHei" panose="020B0503020204020204" pitchFamily="34" charset="-122"/>
                          <a:ea typeface="Microsoft YaHei" panose="020B0503020204020204" pitchFamily="34" charset="-122"/>
                          <a:cs typeface="Microsoft YaHei" panose="020B0503020204020204" pitchFamily="34" charset="-120"/>
                        </a:rPr>
                        <a:t>Pass</a:t>
                      </a:r>
                      <a:endParaRPr lang="en-US" sz="1000" dirty="0">
                        <a:latin typeface="Microsoft YaHei" panose="020B0503020204020204" pitchFamily="34" charset="-122"/>
                        <a:ea typeface="Microsoft YaHei" panose="020B0503020204020204" pitchFamily="34" charset="-122"/>
                        <a:cs typeface="Microsoft YaHei" panose="020B0503020204020204" pitchFamily="34" charset="-122"/>
                      </a:endParaRPr>
                    </a:p>
                  </a:txBody>
                  <a:tcPr marL="127000" marR="127000" marT="95250" marB="9525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ctr"/>
                      <a:endParaRPr lang="en-US" sz="1000" dirty="0">
                        <a:latin typeface="Microsoft YaHei" panose="020B0503020204020204" pitchFamily="34" charset="-122"/>
                        <a:ea typeface="Microsoft YaHei" panose="020B0503020204020204" pitchFamily="34" charset="-122"/>
                        <a:cs typeface="Microsoft YaHei" panose="020B0503020204020204" pitchFamily="34" charset="-122"/>
                      </a:endParaRPr>
                    </a:p>
                  </a:txBody>
                  <a:tcPr marL="127000" marR="127000" marT="95250" marB="95250" anchor="ctr">
                    <a:lnL w="0" cap="flat" cmpd="sng" algn="ctr">
                      <a:noFill/>
                    </a:lnL>
                    <a:lnR w="0" cap="flat" cmpd="sng" algn="ctr">
                      <a:noFill/>
                    </a:lnR>
                    <a:lnT w="0" cap="flat" cmpd="sng" algn="ctr">
                      <a:noFill/>
                    </a:lnT>
                    <a:lnB w="0" cap="flat" cmpd="sng" algn="ctr">
                      <a:noFill/>
                    </a:lnB>
                    <a:solidFill>
                      <a:srgbClr val="FFFFFF">
                        <a:alpha val="0"/>
                      </a:srgbClr>
                    </a:solidFill>
                  </a:tcPr>
                </a:tc>
              </a:tr>
            </a:tbl>
          </a:graphicData>
        </a:graphic>
      </p:graphicFrame>
      <p:sp>
        <p:nvSpPr>
          <p:cNvPr id="22" name="Shape 19"/>
          <p:cNvSpPr/>
          <p:nvPr/>
        </p:nvSpPr>
        <p:spPr>
          <a:xfrm>
            <a:off x="3604038" y="6350000"/>
            <a:ext cx="111125" cy="111125"/>
          </a:xfrm>
          <a:custGeom>
            <a:avLst/>
            <a:gdLst/>
            <a:ahLst/>
            <a:cxnLst/>
            <a:rect l="l" t="t" r="r" b="b"/>
            <a:pathLst>
              <a:path w="111125" h="111125">
                <a:moveTo>
                  <a:pt x="55563" y="111125"/>
                </a:moveTo>
                <a:cubicBezTo>
                  <a:pt x="86228" y="111125"/>
                  <a:pt x="111125" y="86228"/>
                  <a:pt x="111125" y="55563"/>
                </a:cubicBezTo>
                <a:cubicBezTo>
                  <a:pt x="111125" y="24897"/>
                  <a:pt x="86228" y="0"/>
                  <a:pt x="55563" y="0"/>
                </a:cubicBezTo>
                <a:cubicBezTo>
                  <a:pt x="24897" y="0"/>
                  <a:pt x="0" y="24897"/>
                  <a:pt x="0" y="55563"/>
                </a:cubicBezTo>
                <a:cubicBezTo>
                  <a:pt x="0" y="86228"/>
                  <a:pt x="24897" y="111125"/>
                  <a:pt x="55562" y="111125"/>
                </a:cubicBezTo>
                <a:close/>
                <a:moveTo>
                  <a:pt x="48617" y="34727"/>
                </a:moveTo>
                <a:cubicBezTo>
                  <a:pt x="48617" y="30893"/>
                  <a:pt x="51729" y="27781"/>
                  <a:pt x="55563" y="27781"/>
                </a:cubicBezTo>
                <a:cubicBezTo>
                  <a:pt x="59396" y="27781"/>
                  <a:pt x="62508" y="30893"/>
                  <a:pt x="62508" y="34727"/>
                </a:cubicBezTo>
                <a:cubicBezTo>
                  <a:pt x="62508" y="38560"/>
                  <a:pt x="59396" y="41672"/>
                  <a:pt x="55563" y="41672"/>
                </a:cubicBezTo>
                <a:cubicBezTo>
                  <a:pt x="51729" y="41672"/>
                  <a:pt x="48617" y="38560"/>
                  <a:pt x="48617" y="34727"/>
                </a:cubicBezTo>
                <a:close/>
                <a:moveTo>
                  <a:pt x="46881" y="48617"/>
                </a:moveTo>
                <a:lnTo>
                  <a:pt x="57299" y="48617"/>
                </a:lnTo>
                <a:cubicBezTo>
                  <a:pt x="60185" y="48617"/>
                  <a:pt x="62508" y="50940"/>
                  <a:pt x="62508" y="53826"/>
                </a:cubicBezTo>
                <a:lnTo>
                  <a:pt x="62508" y="72926"/>
                </a:lnTo>
                <a:lnTo>
                  <a:pt x="64244" y="72926"/>
                </a:lnTo>
                <a:cubicBezTo>
                  <a:pt x="67131" y="72926"/>
                  <a:pt x="69453" y="75248"/>
                  <a:pt x="69453" y="78135"/>
                </a:cubicBezTo>
                <a:cubicBezTo>
                  <a:pt x="69453" y="81021"/>
                  <a:pt x="67131" y="83344"/>
                  <a:pt x="64244" y="83344"/>
                </a:cubicBezTo>
                <a:lnTo>
                  <a:pt x="46881" y="83344"/>
                </a:lnTo>
                <a:cubicBezTo>
                  <a:pt x="43994" y="83344"/>
                  <a:pt x="41672" y="81021"/>
                  <a:pt x="41672" y="78135"/>
                </a:cubicBezTo>
                <a:cubicBezTo>
                  <a:pt x="41672" y="75248"/>
                  <a:pt x="43994" y="72926"/>
                  <a:pt x="46881" y="72926"/>
                </a:cubicBezTo>
                <a:lnTo>
                  <a:pt x="52090" y="72926"/>
                </a:lnTo>
                <a:lnTo>
                  <a:pt x="52090" y="59035"/>
                </a:lnTo>
                <a:lnTo>
                  <a:pt x="46881" y="59035"/>
                </a:lnTo>
                <a:cubicBezTo>
                  <a:pt x="43994" y="59035"/>
                  <a:pt x="41672" y="56713"/>
                  <a:pt x="41672" y="53826"/>
                </a:cubicBezTo>
                <a:cubicBezTo>
                  <a:pt x="41672" y="50940"/>
                  <a:pt x="43994" y="48617"/>
                  <a:pt x="46881" y="48617"/>
                </a:cubicBezTo>
                <a:close/>
              </a:path>
            </a:pathLst>
          </a:custGeom>
          <a:solidFill>
            <a:srgbClr val="718096"/>
          </a:solidFill>
        </p:spPr>
      </p:sp>
      <p:sp>
        <p:nvSpPr>
          <p:cNvPr id="23" name="Text 20"/>
          <p:cNvSpPr/>
          <p:nvPr/>
        </p:nvSpPr>
        <p:spPr>
          <a:xfrm>
            <a:off x="662781" y="6328839"/>
            <a:ext cx="11049000" cy="158750"/>
          </a:xfrm>
          <a:prstGeom prst="rect">
            <a:avLst/>
          </a:prstGeom>
          <a:noFill/>
        </p:spPr>
        <p:txBody>
          <a:bodyPr wrap="square" lIns="0" tIns="0" rIns="0" bIns="0" rtlCol="0" anchor="ctr"/>
          <a:lstStyle/>
          <a:p>
            <a:pPr algn="ctr">
              <a:lnSpc>
                <a:spcPct val="120000"/>
              </a:lnSpc>
            </a:pPr>
            <a:r>
              <a:rPr lang="en-US" sz="875" dirty="0">
                <a:solidFill>
                  <a:srgbClr val="718096"/>
                </a:solidFill>
                <a:latin typeface="Quattrocento Sans" panose="020B0502050000020003" pitchFamily="34" charset="0"/>
                <a:ea typeface="Quattrocento Sans" panose="020B0502050000020003" pitchFamily="34" charset="-122"/>
                <a:cs typeface="Quattrocento Sans" panose="020B0502050000020003" pitchFamily="34" charset="-120"/>
              </a:rPr>
              <a:t>All execution logs verified successfully for both Selenium IDE and Python Selenium implementations</a:t>
            </a:r>
            <a:endParaRPr lang="en-US" sz="1600" dirty="0"/>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sp>
        <p:nvSpPr>
          <p:cNvPr id="2" name="Text 0"/>
          <p:cNvSpPr/>
          <p:nvPr/>
        </p:nvSpPr>
        <p:spPr>
          <a:xfrm>
            <a:off x="317500" y="317500"/>
            <a:ext cx="6262688" cy="381000"/>
          </a:xfrm>
          <a:prstGeom prst="rect">
            <a:avLst/>
          </a:prstGeom>
          <a:noFill/>
        </p:spPr>
        <p:txBody>
          <a:bodyPr wrap="square" lIns="0" tIns="0" rIns="0" bIns="0" rtlCol="0" anchor="ctr"/>
          <a:lstStyle/>
          <a:p>
            <a:pPr>
              <a:lnSpc>
                <a:spcPct val="80000"/>
              </a:lnSpc>
            </a:pPr>
            <a:r>
              <a:rPr lang="en-US" sz="3000" b="1" dirty="0">
                <a:solidFill>
                  <a:srgbClr val="2D3748"/>
                </a:solidFill>
                <a:latin typeface="Hedvig Letters Sans" pitchFamily="34" charset="0"/>
                <a:ea typeface="Hedvig Letters Sans" pitchFamily="34" charset="-122"/>
                <a:cs typeface="Hedvig Letters Sans" pitchFamily="34" charset="-120"/>
              </a:rPr>
              <a:t>Issues Faced &amp; Learning Outcomes</a:t>
            </a:r>
            <a:endParaRPr lang="en-US" sz="1600" dirty="0"/>
          </a:p>
        </p:txBody>
      </p:sp>
      <p:sp>
        <p:nvSpPr>
          <p:cNvPr id="3" name="Shape 1"/>
          <p:cNvSpPr/>
          <p:nvPr/>
        </p:nvSpPr>
        <p:spPr>
          <a:xfrm>
            <a:off x="317500" y="762000"/>
            <a:ext cx="762000" cy="31750"/>
          </a:xfrm>
          <a:custGeom>
            <a:avLst/>
            <a:gdLst/>
            <a:ahLst/>
            <a:cxnLst/>
            <a:rect l="l" t="t" r="r" b="b"/>
            <a:pathLst>
              <a:path w="762000" h="31750">
                <a:moveTo>
                  <a:pt x="0" y="0"/>
                </a:moveTo>
                <a:lnTo>
                  <a:pt x="762000" y="0"/>
                </a:lnTo>
                <a:lnTo>
                  <a:pt x="762000" y="31750"/>
                </a:lnTo>
                <a:lnTo>
                  <a:pt x="0" y="31750"/>
                </a:lnTo>
                <a:lnTo>
                  <a:pt x="0" y="0"/>
                </a:lnTo>
                <a:close/>
              </a:path>
            </a:pathLst>
          </a:custGeom>
          <a:solidFill>
            <a:srgbClr val="4A5568"/>
          </a:solidFill>
        </p:spPr>
      </p:sp>
      <p:sp>
        <p:nvSpPr>
          <p:cNvPr id="4" name="Shape 2"/>
          <p:cNvSpPr/>
          <p:nvPr/>
        </p:nvSpPr>
        <p:spPr>
          <a:xfrm>
            <a:off x="11398250" y="317500"/>
            <a:ext cx="357188" cy="476250"/>
          </a:xfrm>
          <a:custGeom>
            <a:avLst/>
            <a:gdLst/>
            <a:ahLst/>
            <a:cxnLst/>
            <a:rect l="l" t="t" r="r" b="b"/>
            <a:pathLst>
              <a:path w="357188" h="476250">
                <a:moveTo>
                  <a:pt x="272448" y="357188"/>
                </a:moveTo>
                <a:cubicBezTo>
                  <a:pt x="279239" y="336445"/>
                  <a:pt x="292819" y="317655"/>
                  <a:pt x="308167" y="301470"/>
                </a:cubicBezTo>
                <a:cubicBezTo>
                  <a:pt x="338584" y="269472"/>
                  <a:pt x="357187" y="226219"/>
                  <a:pt x="357187" y="178594"/>
                </a:cubicBezTo>
                <a:cubicBezTo>
                  <a:pt x="357187" y="79995"/>
                  <a:pt x="277192" y="0"/>
                  <a:pt x="178594" y="0"/>
                </a:cubicBezTo>
                <a:cubicBezTo>
                  <a:pt x="79995" y="0"/>
                  <a:pt x="0" y="79995"/>
                  <a:pt x="0" y="178594"/>
                </a:cubicBezTo>
                <a:cubicBezTo>
                  <a:pt x="0" y="226219"/>
                  <a:pt x="18604" y="269472"/>
                  <a:pt x="49020" y="301470"/>
                </a:cubicBezTo>
                <a:cubicBezTo>
                  <a:pt x="64368" y="317655"/>
                  <a:pt x="78042" y="336445"/>
                  <a:pt x="84739" y="357188"/>
                </a:cubicBezTo>
                <a:lnTo>
                  <a:pt x="272355" y="357188"/>
                </a:lnTo>
                <a:close/>
                <a:moveTo>
                  <a:pt x="267891" y="401836"/>
                </a:moveTo>
                <a:lnTo>
                  <a:pt x="89297" y="401836"/>
                </a:lnTo>
                <a:lnTo>
                  <a:pt x="89297" y="416719"/>
                </a:lnTo>
                <a:cubicBezTo>
                  <a:pt x="89297" y="457833"/>
                  <a:pt x="122597" y="491133"/>
                  <a:pt x="163711" y="491133"/>
                </a:cubicBezTo>
                <a:lnTo>
                  <a:pt x="193477" y="491133"/>
                </a:lnTo>
                <a:cubicBezTo>
                  <a:pt x="234590" y="491133"/>
                  <a:pt x="267891" y="457833"/>
                  <a:pt x="267891" y="416719"/>
                </a:cubicBezTo>
                <a:lnTo>
                  <a:pt x="267891" y="401836"/>
                </a:lnTo>
                <a:close/>
                <a:moveTo>
                  <a:pt x="171152" y="104180"/>
                </a:moveTo>
                <a:cubicBezTo>
                  <a:pt x="134131" y="104180"/>
                  <a:pt x="104180" y="134131"/>
                  <a:pt x="104180" y="171152"/>
                </a:cubicBezTo>
                <a:cubicBezTo>
                  <a:pt x="104180" y="183524"/>
                  <a:pt x="94227" y="193477"/>
                  <a:pt x="81855" y="193477"/>
                </a:cubicBezTo>
                <a:cubicBezTo>
                  <a:pt x="69484" y="193477"/>
                  <a:pt x="59531" y="183524"/>
                  <a:pt x="59531" y="171152"/>
                </a:cubicBezTo>
                <a:cubicBezTo>
                  <a:pt x="59531" y="109482"/>
                  <a:pt x="109482" y="59531"/>
                  <a:pt x="171152" y="59531"/>
                </a:cubicBezTo>
                <a:cubicBezTo>
                  <a:pt x="183524" y="59531"/>
                  <a:pt x="193477" y="69484"/>
                  <a:pt x="193477" y="81855"/>
                </a:cubicBezTo>
                <a:cubicBezTo>
                  <a:pt x="193477" y="94227"/>
                  <a:pt x="183524" y="104180"/>
                  <a:pt x="171152" y="104180"/>
                </a:cubicBezTo>
                <a:close/>
              </a:path>
            </a:pathLst>
          </a:custGeom>
          <a:solidFill>
            <a:srgbClr val="718096">
              <a:alpha val="30196"/>
            </a:srgbClr>
          </a:solidFill>
        </p:spPr>
      </p:sp>
      <p:sp>
        <p:nvSpPr>
          <p:cNvPr id="5" name="Shape 3"/>
          <p:cNvSpPr/>
          <p:nvPr/>
        </p:nvSpPr>
        <p:spPr>
          <a:xfrm>
            <a:off x="317500" y="1000125"/>
            <a:ext cx="5651500" cy="1285875"/>
          </a:xfrm>
          <a:custGeom>
            <a:avLst/>
            <a:gdLst/>
            <a:ahLst/>
            <a:cxnLst/>
            <a:rect l="l" t="t" r="r" b="b"/>
            <a:pathLst>
              <a:path w="5651500" h="1285875">
                <a:moveTo>
                  <a:pt x="31750" y="0"/>
                </a:moveTo>
                <a:lnTo>
                  <a:pt x="5619750" y="0"/>
                </a:lnTo>
                <a:cubicBezTo>
                  <a:pt x="5637273" y="0"/>
                  <a:pt x="5651500" y="14227"/>
                  <a:pt x="5651500" y="31750"/>
                </a:cubicBezTo>
                <a:lnTo>
                  <a:pt x="5651500" y="1222378"/>
                </a:lnTo>
                <a:cubicBezTo>
                  <a:pt x="5651500" y="1257447"/>
                  <a:pt x="5623072" y="1285875"/>
                  <a:pt x="5588003" y="1285875"/>
                </a:cubicBezTo>
                <a:lnTo>
                  <a:pt x="63497" y="1285875"/>
                </a:lnTo>
                <a:cubicBezTo>
                  <a:pt x="28428" y="1285875"/>
                  <a:pt x="0" y="1257447"/>
                  <a:pt x="0" y="1222378"/>
                </a:cubicBezTo>
                <a:lnTo>
                  <a:pt x="0" y="31750"/>
                </a:lnTo>
                <a:cubicBezTo>
                  <a:pt x="0" y="14227"/>
                  <a:pt x="14227" y="0"/>
                  <a:pt x="31750" y="0"/>
                </a:cubicBezTo>
                <a:close/>
              </a:path>
            </a:pathLst>
          </a:custGeom>
          <a:solidFill>
            <a:srgbClr val="FFFFFF"/>
          </a:solidFill>
          <a:effectLst>
            <a:outerShdw blurRad="23813" dist="7938" dir="5400000" algn="bl" rotWithShape="0">
              <a:srgbClr val="000000">
                <a:alpha val="10196"/>
              </a:srgbClr>
            </a:outerShdw>
          </a:effectLst>
        </p:spPr>
      </p:sp>
      <p:sp>
        <p:nvSpPr>
          <p:cNvPr id="6" name="Shape 4"/>
          <p:cNvSpPr/>
          <p:nvPr/>
        </p:nvSpPr>
        <p:spPr>
          <a:xfrm>
            <a:off x="317500" y="1000125"/>
            <a:ext cx="5651500" cy="31750"/>
          </a:xfrm>
          <a:custGeom>
            <a:avLst/>
            <a:gdLst/>
            <a:ahLst/>
            <a:cxnLst/>
            <a:rect l="l" t="t" r="r" b="b"/>
            <a:pathLst>
              <a:path w="5651500" h="31750">
                <a:moveTo>
                  <a:pt x="31750" y="0"/>
                </a:moveTo>
                <a:lnTo>
                  <a:pt x="5619750" y="0"/>
                </a:lnTo>
                <a:cubicBezTo>
                  <a:pt x="5637273" y="0"/>
                  <a:pt x="5651500" y="14227"/>
                  <a:pt x="5651500" y="31750"/>
                </a:cubicBezTo>
                <a:lnTo>
                  <a:pt x="5651500" y="31750"/>
                </a:lnTo>
                <a:lnTo>
                  <a:pt x="0" y="31750"/>
                </a:lnTo>
                <a:lnTo>
                  <a:pt x="0" y="31750"/>
                </a:lnTo>
                <a:cubicBezTo>
                  <a:pt x="0" y="14227"/>
                  <a:pt x="14227" y="0"/>
                  <a:pt x="31750" y="0"/>
                </a:cubicBezTo>
                <a:close/>
              </a:path>
            </a:pathLst>
          </a:custGeom>
          <a:solidFill>
            <a:srgbClr val="2D3748"/>
          </a:solidFill>
        </p:spPr>
      </p:sp>
      <p:sp>
        <p:nvSpPr>
          <p:cNvPr id="7" name="Shape 5"/>
          <p:cNvSpPr/>
          <p:nvPr/>
        </p:nvSpPr>
        <p:spPr>
          <a:xfrm>
            <a:off x="531813" y="1238250"/>
            <a:ext cx="190500" cy="190500"/>
          </a:xfrm>
          <a:custGeom>
            <a:avLst/>
            <a:gdLst/>
            <a:ahLst/>
            <a:cxnLst/>
            <a:rect l="l" t="t" r="r" b="b"/>
            <a:pathLst>
              <a:path w="190500" h="190500">
                <a:moveTo>
                  <a:pt x="95250" y="0"/>
                </a:moveTo>
                <a:cubicBezTo>
                  <a:pt x="100719" y="0"/>
                  <a:pt x="105742" y="3014"/>
                  <a:pt x="108347" y="7813"/>
                </a:cubicBezTo>
                <a:lnTo>
                  <a:pt x="188714" y="156642"/>
                </a:lnTo>
                <a:cubicBezTo>
                  <a:pt x="191207" y="161255"/>
                  <a:pt x="191095" y="166836"/>
                  <a:pt x="188416" y="171338"/>
                </a:cubicBezTo>
                <a:cubicBezTo>
                  <a:pt x="185737" y="175840"/>
                  <a:pt x="180863" y="178594"/>
                  <a:pt x="175617" y="178594"/>
                </a:cubicBezTo>
                <a:lnTo>
                  <a:pt x="14883" y="178594"/>
                </a:lnTo>
                <a:cubicBezTo>
                  <a:pt x="9637" y="178594"/>
                  <a:pt x="4800" y="175840"/>
                  <a:pt x="2084" y="171338"/>
                </a:cubicBezTo>
                <a:cubicBezTo>
                  <a:pt x="-633" y="166836"/>
                  <a:pt x="-707" y="161255"/>
                  <a:pt x="1786" y="156642"/>
                </a:cubicBezTo>
                <a:lnTo>
                  <a:pt x="82153" y="7813"/>
                </a:lnTo>
                <a:cubicBezTo>
                  <a:pt x="84758" y="3014"/>
                  <a:pt x="89781" y="0"/>
                  <a:pt x="95250" y="0"/>
                </a:cubicBezTo>
                <a:close/>
                <a:moveTo>
                  <a:pt x="95250" y="62508"/>
                </a:moveTo>
                <a:cubicBezTo>
                  <a:pt x="90301" y="62508"/>
                  <a:pt x="86320" y="66489"/>
                  <a:pt x="86320" y="71438"/>
                </a:cubicBezTo>
                <a:lnTo>
                  <a:pt x="86320" y="113109"/>
                </a:lnTo>
                <a:cubicBezTo>
                  <a:pt x="86320" y="118058"/>
                  <a:pt x="90301" y="122039"/>
                  <a:pt x="95250" y="122039"/>
                </a:cubicBezTo>
                <a:cubicBezTo>
                  <a:pt x="100199" y="122039"/>
                  <a:pt x="104180" y="118058"/>
                  <a:pt x="104180" y="113109"/>
                </a:cubicBezTo>
                <a:lnTo>
                  <a:pt x="104180" y="71438"/>
                </a:lnTo>
                <a:cubicBezTo>
                  <a:pt x="104180" y="66489"/>
                  <a:pt x="100199" y="62508"/>
                  <a:pt x="95250" y="62508"/>
                </a:cubicBezTo>
                <a:close/>
                <a:moveTo>
                  <a:pt x="105184" y="142875"/>
                </a:moveTo>
                <a:cubicBezTo>
                  <a:pt x="105410" y="139188"/>
                  <a:pt x="103571" y="135679"/>
                  <a:pt x="100410" y="133767"/>
                </a:cubicBezTo>
                <a:cubicBezTo>
                  <a:pt x="97249" y="131855"/>
                  <a:pt x="93288" y="131855"/>
                  <a:pt x="90127" y="133767"/>
                </a:cubicBezTo>
                <a:cubicBezTo>
                  <a:pt x="86966" y="135679"/>
                  <a:pt x="85127" y="139188"/>
                  <a:pt x="85353" y="142875"/>
                </a:cubicBezTo>
                <a:cubicBezTo>
                  <a:pt x="85127" y="146562"/>
                  <a:pt x="86966" y="150071"/>
                  <a:pt x="90127" y="151983"/>
                </a:cubicBezTo>
                <a:cubicBezTo>
                  <a:pt x="93288" y="153895"/>
                  <a:pt x="97249" y="153895"/>
                  <a:pt x="100410" y="151983"/>
                </a:cubicBezTo>
                <a:cubicBezTo>
                  <a:pt x="103571" y="150071"/>
                  <a:pt x="105410" y="146562"/>
                  <a:pt x="105184" y="142875"/>
                </a:cubicBezTo>
                <a:close/>
              </a:path>
            </a:pathLst>
          </a:custGeom>
          <a:solidFill>
            <a:srgbClr val="2D3748"/>
          </a:solidFill>
        </p:spPr>
      </p:sp>
      <p:sp>
        <p:nvSpPr>
          <p:cNvPr id="8" name="Text 6"/>
          <p:cNvSpPr/>
          <p:nvPr/>
        </p:nvSpPr>
        <p:spPr>
          <a:xfrm>
            <a:off x="746125" y="1206500"/>
            <a:ext cx="5127625" cy="254000"/>
          </a:xfrm>
          <a:prstGeom prst="rect">
            <a:avLst/>
          </a:prstGeom>
          <a:noFill/>
        </p:spPr>
        <p:txBody>
          <a:bodyPr wrap="square" lIns="0" tIns="0" rIns="0" bIns="0" rtlCol="0" anchor="ctr"/>
          <a:lstStyle/>
          <a:p>
            <a:pPr>
              <a:lnSpc>
                <a:spcPct val="110000"/>
              </a:lnSpc>
            </a:pPr>
            <a:r>
              <a:rPr lang="en-US" sz="1500" b="1" dirty="0">
                <a:solidFill>
                  <a:srgbClr val="2D3748"/>
                </a:solidFill>
                <a:latin typeface="Liter" panose="02000503030000020004" pitchFamily="34" charset="0"/>
                <a:ea typeface="Liter" panose="02000503030000020004" pitchFamily="34" charset="-122"/>
                <a:cs typeface="Liter" panose="02000503030000020004" pitchFamily="34" charset="-120"/>
              </a:rPr>
              <a:t>Issues Faced</a:t>
            </a:r>
            <a:endParaRPr lang="en-US" sz="1600" dirty="0"/>
          </a:p>
        </p:txBody>
      </p:sp>
      <p:sp>
        <p:nvSpPr>
          <p:cNvPr id="9" name="Text 7"/>
          <p:cNvSpPr/>
          <p:nvPr/>
        </p:nvSpPr>
        <p:spPr>
          <a:xfrm>
            <a:off x="508000" y="1587500"/>
            <a:ext cx="5334000" cy="381000"/>
          </a:xfrm>
          <a:prstGeom prst="rect">
            <a:avLst/>
          </a:prstGeom>
          <a:noFill/>
        </p:spPr>
        <p:txBody>
          <a:bodyPr wrap="square" lIns="0" tIns="0" rIns="0" bIns="0" rtlCol="0" anchor="ctr"/>
          <a:lstStyle/>
          <a:p>
            <a:pPr>
              <a:lnSpc>
                <a:spcPct val="130000"/>
              </a:lnSpc>
            </a:pPr>
            <a:r>
              <a:rPr lang="en-US" sz="1000" dirty="0">
                <a:solidFill>
                  <a:srgbClr val="1A202C"/>
                </a:solidFill>
                <a:latin typeface="Quattrocento Sans" panose="020B0502050000020003" pitchFamily="34" charset="0"/>
                <a:ea typeface="Quattrocento Sans" panose="020B0502050000020003" pitchFamily="34" charset="-122"/>
                <a:cs typeface="Quattrocento Sans" panose="020B0502050000020003" pitchFamily="34" charset="-120"/>
              </a:rPr>
              <a:t>Several technical challenges were encountered and resolved during the automation implementation.</a:t>
            </a:r>
            <a:endParaRPr lang="en-US" sz="1600" dirty="0"/>
          </a:p>
        </p:txBody>
      </p:sp>
      <p:sp>
        <p:nvSpPr>
          <p:cNvPr id="10" name="Shape 8"/>
          <p:cNvSpPr/>
          <p:nvPr/>
        </p:nvSpPr>
        <p:spPr>
          <a:xfrm>
            <a:off x="333375" y="2476500"/>
            <a:ext cx="5635625" cy="1016000"/>
          </a:xfrm>
          <a:custGeom>
            <a:avLst/>
            <a:gdLst/>
            <a:ahLst/>
            <a:cxnLst/>
            <a:rect l="l" t="t" r="r" b="b"/>
            <a:pathLst>
              <a:path w="5635625" h="1016000">
                <a:moveTo>
                  <a:pt x="31750" y="0"/>
                </a:moveTo>
                <a:lnTo>
                  <a:pt x="5572125" y="0"/>
                </a:lnTo>
                <a:cubicBezTo>
                  <a:pt x="5607172" y="0"/>
                  <a:pt x="5635625" y="28453"/>
                  <a:pt x="5635625" y="63500"/>
                </a:cubicBezTo>
                <a:lnTo>
                  <a:pt x="5635625" y="952500"/>
                </a:lnTo>
                <a:cubicBezTo>
                  <a:pt x="5635625" y="987547"/>
                  <a:pt x="5607172" y="1016000"/>
                  <a:pt x="5572125" y="1016000"/>
                </a:cubicBezTo>
                <a:lnTo>
                  <a:pt x="31750" y="1016000"/>
                </a:lnTo>
                <a:cubicBezTo>
                  <a:pt x="14227" y="1016000"/>
                  <a:pt x="0" y="1001773"/>
                  <a:pt x="0" y="984250"/>
                </a:cubicBezTo>
                <a:lnTo>
                  <a:pt x="0" y="31750"/>
                </a:lnTo>
                <a:cubicBezTo>
                  <a:pt x="0" y="14227"/>
                  <a:pt x="14227" y="0"/>
                  <a:pt x="31750" y="0"/>
                </a:cubicBezTo>
                <a:close/>
              </a:path>
            </a:pathLst>
          </a:custGeom>
          <a:solidFill>
            <a:srgbClr val="2D3748">
              <a:alpha val="5098"/>
            </a:srgbClr>
          </a:solidFill>
        </p:spPr>
      </p:sp>
      <p:sp>
        <p:nvSpPr>
          <p:cNvPr id="11" name="Shape 9"/>
          <p:cNvSpPr/>
          <p:nvPr/>
        </p:nvSpPr>
        <p:spPr>
          <a:xfrm>
            <a:off x="333375" y="2476500"/>
            <a:ext cx="31750" cy="1016000"/>
          </a:xfrm>
          <a:custGeom>
            <a:avLst/>
            <a:gdLst/>
            <a:ahLst/>
            <a:cxnLst/>
            <a:rect l="l" t="t" r="r" b="b"/>
            <a:pathLst>
              <a:path w="31750" h="1016000">
                <a:moveTo>
                  <a:pt x="31750" y="0"/>
                </a:moveTo>
                <a:lnTo>
                  <a:pt x="31750" y="0"/>
                </a:lnTo>
                <a:lnTo>
                  <a:pt x="31750" y="1016000"/>
                </a:lnTo>
                <a:lnTo>
                  <a:pt x="31750" y="1016000"/>
                </a:lnTo>
                <a:cubicBezTo>
                  <a:pt x="14227" y="1016000"/>
                  <a:pt x="0" y="1001773"/>
                  <a:pt x="0" y="984250"/>
                </a:cubicBezTo>
                <a:lnTo>
                  <a:pt x="0" y="31750"/>
                </a:lnTo>
                <a:cubicBezTo>
                  <a:pt x="0" y="14227"/>
                  <a:pt x="14227" y="0"/>
                  <a:pt x="31750" y="0"/>
                </a:cubicBezTo>
                <a:close/>
              </a:path>
            </a:pathLst>
          </a:custGeom>
          <a:solidFill>
            <a:srgbClr val="2D3748"/>
          </a:solidFill>
        </p:spPr>
      </p:sp>
      <p:sp>
        <p:nvSpPr>
          <p:cNvPr id="12" name="Shape 10"/>
          <p:cNvSpPr/>
          <p:nvPr/>
        </p:nvSpPr>
        <p:spPr>
          <a:xfrm>
            <a:off x="523875" y="2667000"/>
            <a:ext cx="158750" cy="158750"/>
          </a:xfrm>
          <a:custGeom>
            <a:avLst/>
            <a:gdLst/>
            <a:ahLst/>
            <a:cxnLst/>
            <a:rect l="l" t="t" r="r" b="b"/>
            <a:pathLst>
              <a:path w="158750" h="158750">
                <a:moveTo>
                  <a:pt x="148859" y="59531"/>
                </a:moveTo>
                <a:lnTo>
                  <a:pt x="151309" y="59531"/>
                </a:lnTo>
                <a:cubicBezTo>
                  <a:pt x="155432" y="59531"/>
                  <a:pt x="158750" y="56214"/>
                  <a:pt x="158750" y="52090"/>
                </a:cubicBezTo>
                <a:lnTo>
                  <a:pt x="158750" y="7441"/>
                </a:lnTo>
                <a:cubicBezTo>
                  <a:pt x="158750" y="4434"/>
                  <a:pt x="156952" y="1705"/>
                  <a:pt x="154161" y="558"/>
                </a:cubicBezTo>
                <a:cubicBezTo>
                  <a:pt x="151371" y="-589"/>
                  <a:pt x="148177" y="62"/>
                  <a:pt x="146038" y="2170"/>
                </a:cubicBezTo>
                <a:lnTo>
                  <a:pt x="130008" y="18231"/>
                </a:lnTo>
                <a:cubicBezTo>
                  <a:pt x="116272" y="6852"/>
                  <a:pt x="98599" y="0"/>
                  <a:pt x="79375" y="0"/>
                </a:cubicBezTo>
                <a:cubicBezTo>
                  <a:pt x="39377" y="0"/>
                  <a:pt x="6294" y="29580"/>
                  <a:pt x="806" y="68058"/>
                </a:cubicBezTo>
                <a:cubicBezTo>
                  <a:pt x="31" y="73484"/>
                  <a:pt x="3783" y="78507"/>
                  <a:pt x="9209" y="79282"/>
                </a:cubicBezTo>
                <a:cubicBezTo>
                  <a:pt x="14635" y="80057"/>
                  <a:pt x="19658" y="76274"/>
                  <a:pt x="20433" y="70879"/>
                </a:cubicBezTo>
                <a:cubicBezTo>
                  <a:pt x="24557" y="42013"/>
                  <a:pt x="49392" y="19844"/>
                  <a:pt x="79375" y="19844"/>
                </a:cubicBezTo>
                <a:cubicBezTo>
                  <a:pt x="93142" y="19844"/>
                  <a:pt x="105792" y="24495"/>
                  <a:pt x="115869" y="32339"/>
                </a:cubicBezTo>
                <a:lnTo>
                  <a:pt x="101389" y="46819"/>
                </a:lnTo>
                <a:cubicBezTo>
                  <a:pt x="99250" y="48958"/>
                  <a:pt x="98630" y="52152"/>
                  <a:pt x="99777" y="54942"/>
                </a:cubicBezTo>
                <a:cubicBezTo>
                  <a:pt x="100924" y="57733"/>
                  <a:pt x="103653" y="59531"/>
                  <a:pt x="106660" y="59531"/>
                </a:cubicBezTo>
                <a:lnTo>
                  <a:pt x="148859" y="59531"/>
                </a:lnTo>
                <a:close/>
                <a:moveTo>
                  <a:pt x="157975" y="90692"/>
                </a:moveTo>
                <a:cubicBezTo>
                  <a:pt x="158750" y="85266"/>
                  <a:pt x="154967" y="80243"/>
                  <a:pt x="149572" y="79468"/>
                </a:cubicBezTo>
                <a:cubicBezTo>
                  <a:pt x="144177" y="78693"/>
                  <a:pt x="139123" y="82476"/>
                  <a:pt x="138348" y="87871"/>
                </a:cubicBezTo>
                <a:cubicBezTo>
                  <a:pt x="134224" y="116706"/>
                  <a:pt x="109389" y="138875"/>
                  <a:pt x="79406" y="138875"/>
                </a:cubicBezTo>
                <a:cubicBezTo>
                  <a:pt x="65639" y="138875"/>
                  <a:pt x="52989" y="134224"/>
                  <a:pt x="42912" y="126380"/>
                </a:cubicBezTo>
                <a:lnTo>
                  <a:pt x="57361" y="111931"/>
                </a:lnTo>
                <a:cubicBezTo>
                  <a:pt x="59500" y="109792"/>
                  <a:pt x="60120" y="106598"/>
                  <a:pt x="58973" y="103808"/>
                </a:cubicBezTo>
                <a:cubicBezTo>
                  <a:pt x="57826" y="101017"/>
                  <a:pt x="55097" y="99219"/>
                  <a:pt x="52090" y="99219"/>
                </a:cubicBezTo>
                <a:lnTo>
                  <a:pt x="7441" y="99219"/>
                </a:lnTo>
                <a:cubicBezTo>
                  <a:pt x="3318" y="99219"/>
                  <a:pt x="0" y="102536"/>
                  <a:pt x="0" y="106660"/>
                </a:cubicBezTo>
                <a:lnTo>
                  <a:pt x="0" y="151309"/>
                </a:lnTo>
                <a:cubicBezTo>
                  <a:pt x="0" y="154316"/>
                  <a:pt x="1798" y="157045"/>
                  <a:pt x="4589" y="158192"/>
                </a:cubicBezTo>
                <a:cubicBezTo>
                  <a:pt x="7379" y="159339"/>
                  <a:pt x="10573" y="158688"/>
                  <a:pt x="12712" y="156580"/>
                </a:cubicBezTo>
                <a:lnTo>
                  <a:pt x="28773" y="140519"/>
                </a:lnTo>
                <a:cubicBezTo>
                  <a:pt x="42478" y="151898"/>
                  <a:pt x="60151" y="158750"/>
                  <a:pt x="79375" y="158750"/>
                </a:cubicBezTo>
                <a:cubicBezTo>
                  <a:pt x="119373" y="158750"/>
                  <a:pt x="152456" y="129170"/>
                  <a:pt x="157944" y="90692"/>
                </a:cubicBezTo>
                <a:close/>
              </a:path>
            </a:pathLst>
          </a:custGeom>
          <a:solidFill>
            <a:srgbClr val="2D3748"/>
          </a:solidFill>
        </p:spPr>
      </p:sp>
      <p:sp>
        <p:nvSpPr>
          <p:cNvPr id="13" name="Text 11"/>
          <p:cNvSpPr/>
          <p:nvPr/>
        </p:nvSpPr>
        <p:spPr>
          <a:xfrm>
            <a:off x="791518" y="2635250"/>
            <a:ext cx="5087938" cy="222250"/>
          </a:xfrm>
          <a:prstGeom prst="rect">
            <a:avLst/>
          </a:prstGeom>
          <a:noFill/>
        </p:spPr>
        <p:txBody>
          <a:bodyPr wrap="square" lIns="0" tIns="0" rIns="0" bIns="0" rtlCol="0" anchor="ctr"/>
          <a:lstStyle/>
          <a:p>
            <a:pPr>
              <a:lnSpc>
                <a:spcPct val="130000"/>
              </a:lnSpc>
            </a:pPr>
            <a:r>
              <a:rPr lang="en-US" sz="1125" b="1" dirty="0">
                <a:solidFill>
                  <a:srgbClr val="2D3748"/>
                </a:solidFill>
                <a:latin typeface="Liter" panose="02000503030000020004" pitchFamily="34" charset="0"/>
                <a:ea typeface="Liter" panose="02000503030000020004" pitchFamily="34" charset="-122"/>
                <a:cs typeface="Liter" panose="02000503030000020004" pitchFamily="34" charset="-120"/>
              </a:rPr>
              <a:t>Dynamic Element Locators</a:t>
            </a:r>
            <a:endParaRPr lang="en-US" sz="1600" dirty="0"/>
          </a:p>
        </p:txBody>
      </p:sp>
      <p:sp>
        <p:nvSpPr>
          <p:cNvPr id="14" name="Text 12"/>
          <p:cNvSpPr/>
          <p:nvPr/>
        </p:nvSpPr>
        <p:spPr>
          <a:xfrm>
            <a:off x="791518" y="2921000"/>
            <a:ext cx="5080000" cy="412750"/>
          </a:xfrm>
          <a:prstGeom prst="rect">
            <a:avLst/>
          </a:prstGeom>
          <a:noFill/>
        </p:spPr>
        <p:txBody>
          <a:bodyPr wrap="square" lIns="0" tIns="0" rIns="0" bIns="0" rtlCol="0" anchor="ctr"/>
          <a:lstStyle/>
          <a:p>
            <a:pPr>
              <a:lnSpc>
                <a:spcPct val="140000"/>
              </a:lnSpc>
            </a:pPr>
            <a:r>
              <a:rPr lang="en-US" sz="1000" dirty="0">
                <a:solidFill>
                  <a:srgbClr val="1A202C"/>
                </a:solidFill>
                <a:latin typeface="Quattrocento Sans" panose="020B0502050000020003" pitchFamily="34" charset="0"/>
                <a:ea typeface="Quattrocento Sans" panose="020B0502050000020003" pitchFamily="34" charset="-122"/>
                <a:cs typeface="Quattrocento Sans" panose="020B0502050000020003" pitchFamily="34" charset="-120"/>
              </a:rPr>
              <a:t>Element locators changed frequently especially on Amazon, requiring adaptive locator strategies.</a:t>
            </a:r>
            <a:endParaRPr lang="en-US" sz="1600" dirty="0"/>
          </a:p>
        </p:txBody>
      </p:sp>
      <p:sp>
        <p:nvSpPr>
          <p:cNvPr id="15" name="Shape 13"/>
          <p:cNvSpPr/>
          <p:nvPr/>
        </p:nvSpPr>
        <p:spPr>
          <a:xfrm>
            <a:off x="333375" y="3619500"/>
            <a:ext cx="5635625" cy="1016000"/>
          </a:xfrm>
          <a:custGeom>
            <a:avLst/>
            <a:gdLst/>
            <a:ahLst/>
            <a:cxnLst/>
            <a:rect l="l" t="t" r="r" b="b"/>
            <a:pathLst>
              <a:path w="5635625" h="1016000">
                <a:moveTo>
                  <a:pt x="31750" y="0"/>
                </a:moveTo>
                <a:lnTo>
                  <a:pt x="5572125" y="0"/>
                </a:lnTo>
                <a:cubicBezTo>
                  <a:pt x="5607172" y="0"/>
                  <a:pt x="5635625" y="28453"/>
                  <a:pt x="5635625" y="63500"/>
                </a:cubicBezTo>
                <a:lnTo>
                  <a:pt x="5635625" y="952500"/>
                </a:lnTo>
                <a:cubicBezTo>
                  <a:pt x="5635625" y="987547"/>
                  <a:pt x="5607172" y="1016000"/>
                  <a:pt x="5572125" y="1016000"/>
                </a:cubicBezTo>
                <a:lnTo>
                  <a:pt x="31750" y="1016000"/>
                </a:lnTo>
                <a:cubicBezTo>
                  <a:pt x="14227" y="1016000"/>
                  <a:pt x="0" y="1001773"/>
                  <a:pt x="0" y="984250"/>
                </a:cubicBezTo>
                <a:lnTo>
                  <a:pt x="0" y="31750"/>
                </a:lnTo>
                <a:cubicBezTo>
                  <a:pt x="0" y="14227"/>
                  <a:pt x="14227" y="0"/>
                  <a:pt x="31750" y="0"/>
                </a:cubicBezTo>
                <a:close/>
              </a:path>
            </a:pathLst>
          </a:custGeom>
          <a:solidFill>
            <a:srgbClr val="4A5568">
              <a:alpha val="5098"/>
            </a:srgbClr>
          </a:solidFill>
        </p:spPr>
      </p:sp>
      <p:sp>
        <p:nvSpPr>
          <p:cNvPr id="16" name="Shape 14"/>
          <p:cNvSpPr/>
          <p:nvPr/>
        </p:nvSpPr>
        <p:spPr>
          <a:xfrm>
            <a:off x="333375" y="3619500"/>
            <a:ext cx="31750" cy="1016000"/>
          </a:xfrm>
          <a:custGeom>
            <a:avLst/>
            <a:gdLst/>
            <a:ahLst/>
            <a:cxnLst/>
            <a:rect l="l" t="t" r="r" b="b"/>
            <a:pathLst>
              <a:path w="31750" h="1016000">
                <a:moveTo>
                  <a:pt x="31750" y="0"/>
                </a:moveTo>
                <a:lnTo>
                  <a:pt x="31750" y="0"/>
                </a:lnTo>
                <a:lnTo>
                  <a:pt x="31750" y="1016000"/>
                </a:lnTo>
                <a:lnTo>
                  <a:pt x="31750" y="1016000"/>
                </a:lnTo>
                <a:cubicBezTo>
                  <a:pt x="14227" y="1016000"/>
                  <a:pt x="0" y="1001773"/>
                  <a:pt x="0" y="984250"/>
                </a:cubicBezTo>
                <a:lnTo>
                  <a:pt x="0" y="31750"/>
                </a:lnTo>
                <a:cubicBezTo>
                  <a:pt x="0" y="14227"/>
                  <a:pt x="14227" y="0"/>
                  <a:pt x="31750" y="0"/>
                </a:cubicBezTo>
                <a:close/>
              </a:path>
            </a:pathLst>
          </a:custGeom>
          <a:solidFill>
            <a:srgbClr val="4A5568"/>
          </a:solidFill>
        </p:spPr>
      </p:sp>
      <p:sp>
        <p:nvSpPr>
          <p:cNvPr id="17" name="Shape 15"/>
          <p:cNvSpPr/>
          <p:nvPr/>
        </p:nvSpPr>
        <p:spPr>
          <a:xfrm>
            <a:off x="535781" y="3810000"/>
            <a:ext cx="119063" cy="158750"/>
          </a:xfrm>
          <a:custGeom>
            <a:avLst/>
            <a:gdLst/>
            <a:ahLst/>
            <a:cxnLst/>
            <a:rect l="l" t="t" r="r" b="b"/>
            <a:pathLst>
              <a:path w="119063" h="158750">
                <a:moveTo>
                  <a:pt x="9922" y="0"/>
                </a:moveTo>
                <a:cubicBezTo>
                  <a:pt x="4434" y="0"/>
                  <a:pt x="0" y="4434"/>
                  <a:pt x="0" y="9922"/>
                </a:cubicBezTo>
                <a:cubicBezTo>
                  <a:pt x="0" y="15410"/>
                  <a:pt x="4434" y="19844"/>
                  <a:pt x="9922" y="19844"/>
                </a:cubicBezTo>
                <a:lnTo>
                  <a:pt x="9922" y="23254"/>
                </a:lnTo>
                <a:cubicBezTo>
                  <a:pt x="9922" y="36401"/>
                  <a:pt x="15162" y="49020"/>
                  <a:pt x="24464" y="58322"/>
                </a:cubicBezTo>
                <a:lnTo>
                  <a:pt x="45517" y="79375"/>
                </a:lnTo>
                <a:lnTo>
                  <a:pt x="24464" y="100428"/>
                </a:lnTo>
                <a:cubicBezTo>
                  <a:pt x="15162" y="109730"/>
                  <a:pt x="9922" y="122349"/>
                  <a:pt x="9922" y="135496"/>
                </a:cubicBezTo>
                <a:lnTo>
                  <a:pt x="9922" y="138906"/>
                </a:lnTo>
                <a:cubicBezTo>
                  <a:pt x="4434" y="138906"/>
                  <a:pt x="0" y="143340"/>
                  <a:pt x="0" y="148828"/>
                </a:cubicBezTo>
                <a:cubicBezTo>
                  <a:pt x="0" y="154316"/>
                  <a:pt x="4434" y="158750"/>
                  <a:pt x="9922" y="158750"/>
                </a:cubicBezTo>
                <a:lnTo>
                  <a:pt x="109141" y="158750"/>
                </a:lnTo>
                <a:cubicBezTo>
                  <a:pt x="114629" y="158750"/>
                  <a:pt x="119062" y="154316"/>
                  <a:pt x="119062" y="148828"/>
                </a:cubicBezTo>
                <a:cubicBezTo>
                  <a:pt x="119062" y="143340"/>
                  <a:pt x="114629" y="138906"/>
                  <a:pt x="109141" y="138906"/>
                </a:cubicBezTo>
                <a:lnTo>
                  <a:pt x="109141" y="135496"/>
                </a:lnTo>
                <a:cubicBezTo>
                  <a:pt x="109141" y="122349"/>
                  <a:pt x="103901" y="109730"/>
                  <a:pt x="94599" y="100428"/>
                </a:cubicBezTo>
                <a:lnTo>
                  <a:pt x="73546" y="79375"/>
                </a:lnTo>
                <a:lnTo>
                  <a:pt x="94599" y="58322"/>
                </a:lnTo>
                <a:cubicBezTo>
                  <a:pt x="103901" y="49020"/>
                  <a:pt x="109141" y="36401"/>
                  <a:pt x="109141" y="23254"/>
                </a:cubicBezTo>
                <a:lnTo>
                  <a:pt x="109141" y="19844"/>
                </a:lnTo>
                <a:cubicBezTo>
                  <a:pt x="114629" y="19844"/>
                  <a:pt x="119062" y="15410"/>
                  <a:pt x="119062" y="9922"/>
                </a:cubicBezTo>
                <a:cubicBezTo>
                  <a:pt x="119062" y="4434"/>
                  <a:pt x="114629" y="0"/>
                  <a:pt x="109141" y="0"/>
                </a:cubicBezTo>
                <a:lnTo>
                  <a:pt x="9922" y="0"/>
                </a:lnTo>
                <a:close/>
                <a:moveTo>
                  <a:pt x="29766" y="23254"/>
                </a:moveTo>
                <a:lnTo>
                  <a:pt x="29766" y="19844"/>
                </a:lnTo>
                <a:lnTo>
                  <a:pt x="89297" y="19844"/>
                </a:lnTo>
                <a:lnTo>
                  <a:pt x="89297" y="23254"/>
                </a:lnTo>
                <a:cubicBezTo>
                  <a:pt x="89297" y="29146"/>
                  <a:pt x="87561" y="34851"/>
                  <a:pt x="84336" y="39688"/>
                </a:cubicBezTo>
                <a:lnTo>
                  <a:pt x="34727" y="39688"/>
                </a:lnTo>
                <a:cubicBezTo>
                  <a:pt x="31533" y="34851"/>
                  <a:pt x="29766" y="29146"/>
                  <a:pt x="29766" y="23254"/>
                </a:cubicBezTo>
                <a:close/>
                <a:moveTo>
                  <a:pt x="34727" y="119062"/>
                </a:moveTo>
                <a:cubicBezTo>
                  <a:pt x="35812" y="117419"/>
                  <a:pt x="37083" y="115869"/>
                  <a:pt x="38478" y="114443"/>
                </a:cubicBezTo>
                <a:lnTo>
                  <a:pt x="59531" y="93390"/>
                </a:lnTo>
                <a:lnTo>
                  <a:pt x="80584" y="114443"/>
                </a:lnTo>
                <a:cubicBezTo>
                  <a:pt x="82010" y="115869"/>
                  <a:pt x="83251" y="117419"/>
                  <a:pt x="84367" y="119062"/>
                </a:cubicBezTo>
                <a:lnTo>
                  <a:pt x="34727" y="119062"/>
                </a:lnTo>
                <a:close/>
              </a:path>
            </a:pathLst>
          </a:custGeom>
          <a:solidFill>
            <a:srgbClr val="4A5568"/>
          </a:solidFill>
        </p:spPr>
      </p:sp>
      <p:sp>
        <p:nvSpPr>
          <p:cNvPr id="18" name="Text 16"/>
          <p:cNvSpPr/>
          <p:nvPr/>
        </p:nvSpPr>
        <p:spPr>
          <a:xfrm>
            <a:off x="777627" y="3778250"/>
            <a:ext cx="5103813" cy="222250"/>
          </a:xfrm>
          <a:prstGeom prst="rect">
            <a:avLst/>
          </a:prstGeom>
          <a:noFill/>
        </p:spPr>
        <p:txBody>
          <a:bodyPr wrap="square" lIns="0" tIns="0" rIns="0" bIns="0" rtlCol="0" anchor="ctr"/>
          <a:lstStyle/>
          <a:p>
            <a:pPr>
              <a:lnSpc>
                <a:spcPct val="130000"/>
              </a:lnSpc>
            </a:pPr>
            <a:r>
              <a:rPr lang="en-US" sz="1125" b="1" dirty="0">
                <a:solidFill>
                  <a:srgbClr val="2D3748"/>
                </a:solidFill>
                <a:latin typeface="Liter" panose="02000503030000020004" pitchFamily="34" charset="0"/>
                <a:ea typeface="Liter" panose="02000503030000020004" pitchFamily="34" charset="-122"/>
                <a:cs typeface="Liter" panose="02000503030000020004" pitchFamily="34" charset="-120"/>
              </a:rPr>
              <a:t>Page Loading Delays</a:t>
            </a:r>
            <a:endParaRPr lang="en-US" sz="1600" dirty="0"/>
          </a:p>
        </p:txBody>
      </p:sp>
      <p:sp>
        <p:nvSpPr>
          <p:cNvPr id="19" name="Text 17"/>
          <p:cNvSpPr/>
          <p:nvPr/>
        </p:nvSpPr>
        <p:spPr>
          <a:xfrm>
            <a:off x="777627" y="4064000"/>
            <a:ext cx="5095875" cy="412750"/>
          </a:xfrm>
          <a:prstGeom prst="rect">
            <a:avLst/>
          </a:prstGeom>
          <a:noFill/>
        </p:spPr>
        <p:txBody>
          <a:bodyPr wrap="square" lIns="0" tIns="0" rIns="0" bIns="0" rtlCol="0" anchor="ctr"/>
          <a:lstStyle/>
          <a:p>
            <a:pPr>
              <a:lnSpc>
                <a:spcPct val="140000"/>
              </a:lnSpc>
            </a:pPr>
            <a:r>
              <a:rPr lang="en-US" sz="1000" dirty="0">
                <a:solidFill>
                  <a:srgbClr val="1A202C"/>
                </a:solidFill>
                <a:latin typeface="Quattrocento Sans" panose="020B0502050000020003" pitchFamily="34" charset="0"/>
                <a:ea typeface="Quattrocento Sans" panose="020B0502050000020003" pitchFamily="34" charset="-122"/>
                <a:cs typeface="Quattrocento Sans" panose="020B0502050000020003" pitchFamily="34" charset="-120"/>
              </a:rPr>
              <a:t>Page loading delays required implementation of explicit and implicit wait commands for synchronization.</a:t>
            </a:r>
            <a:endParaRPr lang="en-US" sz="1600" dirty="0"/>
          </a:p>
        </p:txBody>
      </p:sp>
      <p:sp>
        <p:nvSpPr>
          <p:cNvPr id="20" name="Shape 18"/>
          <p:cNvSpPr/>
          <p:nvPr/>
        </p:nvSpPr>
        <p:spPr>
          <a:xfrm>
            <a:off x="333375" y="4762500"/>
            <a:ext cx="5635625" cy="1016000"/>
          </a:xfrm>
          <a:custGeom>
            <a:avLst/>
            <a:gdLst/>
            <a:ahLst/>
            <a:cxnLst/>
            <a:rect l="l" t="t" r="r" b="b"/>
            <a:pathLst>
              <a:path w="5635625" h="1016000">
                <a:moveTo>
                  <a:pt x="31750" y="0"/>
                </a:moveTo>
                <a:lnTo>
                  <a:pt x="5572125" y="0"/>
                </a:lnTo>
                <a:cubicBezTo>
                  <a:pt x="5607172" y="0"/>
                  <a:pt x="5635625" y="28453"/>
                  <a:pt x="5635625" y="63500"/>
                </a:cubicBezTo>
                <a:lnTo>
                  <a:pt x="5635625" y="952500"/>
                </a:lnTo>
                <a:cubicBezTo>
                  <a:pt x="5635625" y="987547"/>
                  <a:pt x="5607172" y="1016000"/>
                  <a:pt x="5572125" y="1016000"/>
                </a:cubicBezTo>
                <a:lnTo>
                  <a:pt x="31750" y="1016000"/>
                </a:lnTo>
                <a:cubicBezTo>
                  <a:pt x="14227" y="1016000"/>
                  <a:pt x="0" y="1001773"/>
                  <a:pt x="0" y="984250"/>
                </a:cubicBezTo>
                <a:lnTo>
                  <a:pt x="0" y="31750"/>
                </a:lnTo>
                <a:cubicBezTo>
                  <a:pt x="0" y="14227"/>
                  <a:pt x="14227" y="0"/>
                  <a:pt x="31750" y="0"/>
                </a:cubicBezTo>
                <a:close/>
              </a:path>
            </a:pathLst>
          </a:custGeom>
          <a:solidFill>
            <a:srgbClr val="2D3748">
              <a:alpha val="5098"/>
            </a:srgbClr>
          </a:solidFill>
        </p:spPr>
      </p:sp>
      <p:sp>
        <p:nvSpPr>
          <p:cNvPr id="21" name="Shape 19"/>
          <p:cNvSpPr/>
          <p:nvPr/>
        </p:nvSpPr>
        <p:spPr>
          <a:xfrm>
            <a:off x="333375" y="4762500"/>
            <a:ext cx="31750" cy="1016000"/>
          </a:xfrm>
          <a:custGeom>
            <a:avLst/>
            <a:gdLst/>
            <a:ahLst/>
            <a:cxnLst/>
            <a:rect l="l" t="t" r="r" b="b"/>
            <a:pathLst>
              <a:path w="31750" h="1016000">
                <a:moveTo>
                  <a:pt x="31750" y="0"/>
                </a:moveTo>
                <a:lnTo>
                  <a:pt x="31750" y="0"/>
                </a:lnTo>
                <a:lnTo>
                  <a:pt x="31750" y="1016000"/>
                </a:lnTo>
                <a:lnTo>
                  <a:pt x="31750" y="1016000"/>
                </a:lnTo>
                <a:cubicBezTo>
                  <a:pt x="14227" y="1016000"/>
                  <a:pt x="0" y="1001773"/>
                  <a:pt x="0" y="984250"/>
                </a:cubicBezTo>
                <a:lnTo>
                  <a:pt x="0" y="31750"/>
                </a:lnTo>
                <a:cubicBezTo>
                  <a:pt x="0" y="14227"/>
                  <a:pt x="14227" y="0"/>
                  <a:pt x="31750" y="0"/>
                </a:cubicBezTo>
                <a:close/>
              </a:path>
            </a:pathLst>
          </a:custGeom>
          <a:solidFill>
            <a:srgbClr val="2D3748"/>
          </a:solidFill>
        </p:spPr>
      </p:sp>
      <p:sp>
        <p:nvSpPr>
          <p:cNvPr id="22" name="Shape 20"/>
          <p:cNvSpPr/>
          <p:nvPr/>
        </p:nvSpPr>
        <p:spPr>
          <a:xfrm>
            <a:off x="523875" y="4953000"/>
            <a:ext cx="158750" cy="158750"/>
          </a:xfrm>
          <a:custGeom>
            <a:avLst/>
            <a:gdLst/>
            <a:ahLst/>
            <a:cxnLst/>
            <a:rect l="l" t="t" r="r" b="b"/>
            <a:pathLst>
              <a:path w="158750" h="158750">
                <a:moveTo>
                  <a:pt x="19844" y="19844"/>
                </a:moveTo>
                <a:cubicBezTo>
                  <a:pt x="8899" y="19844"/>
                  <a:pt x="0" y="28742"/>
                  <a:pt x="0" y="39688"/>
                </a:cubicBezTo>
                <a:lnTo>
                  <a:pt x="0" y="119062"/>
                </a:lnTo>
                <a:cubicBezTo>
                  <a:pt x="0" y="130008"/>
                  <a:pt x="8899" y="138906"/>
                  <a:pt x="19844" y="138906"/>
                </a:cubicBezTo>
                <a:lnTo>
                  <a:pt x="138906" y="138906"/>
                </a:lnTo>
                <a:cubicBezTo>
                  <a:pt x="149851" y="138906"/>
                  <a:pt x="158750" y="130008"/>
                  <a:pt x="158750" y="119062"/>
                </a:cubicBezTo>
                <a:lnTo>
                  <a:pt x="158750" y="39688"/>
                </a:lnTo>
                <a:cubicBezTo>
                  <a:pt x="158750" y="28742"/>
                  <a:pt x="149851" y="19844"/>
                  <a:pt x="138906" y="19844"/>
                </a:cubicBezTo>
                <a:lnTo>
                  <a:pt x="19844" y="19844"/>
                </a:lnTo>
                <a:close/>
                <a:moveTo>
                  <a:pt x="51780" y="51780"/>
                </a:moveTo>
                <a:cubicBezTo>
                  <a:pt x="54694" y="48865"/>
                  <a:pt x="59407" y="48865"/>
                  <a:pt x="62291" y="51780"/>
                </a:cubicBezTo>
                <a:lnTo>
                  <a:pt x="79344" y="68833"/>
                </a:lnTo>
                <a:lnTo>
                  <a:pt x="96397" y="51780"/>
                </a:lnTo>
                <a:cubicBezTo>
                  <a:pt x="99312" y="48865"/>
                  <a:pt x="104025" y="48865"/>
                  <a:pt x="106908" y="51780"/>
                </a:cubicBezTo>
                <a:cubicBezTo>
                  <a:pt x="109792" y="54694"/>
                  <a:pt x="109823" y="59407"/>
                  <a:pt x="106908" y="62291"/>
                </a:cubicBezTo>
                <a:lnTo>
                  <a:pt x="89855" y="79344"/>
                </a:lnTo>
                <a:lnTo>
                  <a:pt x="106908" y="96397"/>
                </a:lnTo>
                <a:cubicBezTo>
                  <a:pt x="109823" y="99312"/>
                  <a:pt x="109823" y="104025"/>
                  <a:pt x="106908" y="106908"/>
                </a:cubicBezTo>
                <a:cubicBezTo>
                  <a:pt x="103994" y="109792"/>
                  <a:pt x="99281" y="109823"/>
                  <a:pt x="96397" y="106908"/>
                </a:cubicBezTo>
                <a:lnTo>
                  <a:pt x="79344" y="89855"/>
                </a:lnTo>
                <a:lnTo>
                  <a:pt x="62291" y="106908"/>
                </a:lnTo>
                <a:cubicBezTo>
                  <a:pt x="59376" y="109823"/>
                  <a:pt x="54663" y="109823"/>
                  <a:pt x="51780" y="106908"/>
                </a:cubicBezTo>
                <a:cubicBezTo>
                  <a:pt x="48896" y="103994"/>
                  <a:pt x="48865" y="99281"/>
                  <a:pt x="51780" y="96397"/>
                </a:cubicBezTo>
                <a:lnTo>
                  <a:pt x="68833" y="79344"/>
                </a:lnTo>
                <a:lnTo>
                  <a:pt x="51780" y="62291"/>
                </a:lnTo>
                <a:cubicBezTo>
                  <a:pt x="48865" y="59376"/>
                  <a:pt x="48865" y="54663"/>
                  <a:pt x="51780" y="51780"/>
                </a:cubicBezTo>
                <a:close/>
              </a:path>
            </a:pathLst>
          </a:custGeom>
          <a:solidFill>
            <a:srgbClr val="2D3748"/>
          </a:solidFill>
        </p:spPr>
      </p:sp>
      <p:sp>
        <p:nvSpPr>
          <p:cNvPr id="23" name="Text 21"/>
          <p:cNvSpPr/>
          <p:nvPr/>
        </p:nvSpPr>
        <p:spPr>
          <a:xfrm>
            <a:off x="795486" y="4921250"/>
            <a:ext cx="5087938" cy="222250"/>
          </a:xfrm>
          <a:prstGeom prst="rect">
            <a:avLst/>
          </a:prstGeom>
          <a:noFill/>
        </p:spPr>
        <p:txBody>
          <a:bodyPr wrap="square" lIns="0" tIns="0" rIns="0" bIns="0" rtlCol="0" anchor="ctr"/>
          <a:lstStyle/>
          <a:p>
            <a:pPr>
              <a:lnSpc>
                <a:spcPct val="130000"/>
              </a:lnSpc>
            </a:pPr>
            <a:r>
              <a:rPr lang="en-US" sz="1125" b="1" dirty="0">
                <a:solidFill>
                  <a:srgbClr val="2D3748"/>
                </a:solidFill>
                <a:latin typeface="Liter" panose="02000503030000020004" pitchFamily="34" charset="0"/>
                <a:ea typeface="Liter" panose="02000503030000020004" pitchFamily="34" charset="-122"/>
                <a:cs typeface="Liter" panose="02000503030000020004" pitchFamily="34" charset="-120"/>
              </a:rPr>
              <a:t>Pop-ups &amp; Dynamic Banners</a:t>
            </a:r>
            <a:endParaRPr lang="en-US" sz="1600" dirty="0"/>
          </a:p>
        </p:txBody>
      </p:sp>
      <p:sp>
        <p:nvSpPr>
          <p:cNvPr id="24" name="Text 22"/>
          <p:cNvSpPr/>
          <p:nvPr/>
        </p:nvSpPr>
        <p:spPr>
          <a:xfrm>
            <a:off x="795486" y="5207000"/>
            <a:ext cx="5080000" cy="412750"/>
          </a:xfrm>
          <a:prstGeom prst="rect">
            <a:avLst/>
          </a:prstGeom>
          <a:noFill/>
        </p:spPr>
        <p:txBody>
          <a:bodyPr wrap="square" lIns="0" tIns="0" rIns="0" bIns="0" rtlCol="0" anchor="ctr"/>
          <a:lstStyle/>
          <a:p>
            <a:pPr>
              <a:lnSpc>
                <a:spcPct val="140000"/>
              </a:lnSpc>
            </a:pPr>
            <a:r>
              <a:rPr lang="en-US" sz="1000" dirty="0">
                <a:solidFill>
                  <a:srgbClr val="1A202C"/>
                </a:solidFill>
                <a:latin typeface="Quattrocento Sans" panose="020B0502050000020003" pitchFamily="34" charset="0"/>
                <a:ea typeface="Quattrocento Sans" panose="020B0502050000020003" pitchFamily="34" charset="-122"/>
                <a:cs typeface="Quattrocento Sans" panose="020B0502050000020003" pitchFamily="34" charset="-120"/>
              </a:rPr>
              <a:t>Pop-ups and dynamic banners interfered with recordings, requiring manual handling in scripts.</a:t>
            </a:r>
            <a:endParaRPr lang="en-US" sz="1600" dirty="0"/>
          </a:p>
        </p:txBody>
      </p:sp>
      <p:sp>
        <p:nvSpPr>
          <p:cNvPr id="25" name="Shape 23"/>
          <p:cNvSpPr/>
          <p:nvPr/>
        </p:nvSpPr>
        <p:spPr>
          <a:xfrm>
            <a:off x="6223000" y="984250"/>
            <a:ext cx="5651500" cy="1174750"/>
          </a:xfrm>
          <a:custGeom>
            <a:avLst/>
            <a:gdLst/>
            <a:ahLst/>
            <a:cxnLst/>
            <a:rect l="l" t="t" r="r" b="b"/>
            <a:pathLst>
              <a:path w="5651500" h="1174750">
                <a:moveTo>
                  <a:pt x="63495" y="0"/>
                </a:moveTo>
                <a:lnTo>
                  <a:pt x="5588005" y="0"/>
                </a:lnTo>
                <a:cubicBezTo>
                  <a:pt x="5623072" y="0"/>
                  <a:pt x="5651500" y="28428"/>
                  <a:pt x="5651500" y="63495"/>
                </a:cubicBezTo>
                <a:lnTo>
                  <a:pt x="5651500" y="1111255"/>
                </a:lnTo>
                <a:cubicBezTo>
                  <a:pt x="5651500" y="1146322"/>
                  <a:pt x="5623072" y="1174750"/>
                  <a:pt x="5588005" y="1174750"/>
                </a:cubicBezTo>
                <a:lnTo>
                  <a:pt x="63495" y="1174750"/>
                </a:lnTo>
                <a:cubicBezTo>
                  <a:pt x="28428" y="1174750"/>
                  <a:pt x="0" y="1146322"/>
                  <a:pt x="0" y="1111255"/>
                </a:cubicBezTo>
                <a:lnTo>
                  <a:pt x="0" y="63495"/>
                </a:lnTo>
                <a:cubicBezTo>
                  <a:pt x="0" y="28428"/>
                  <a:pt x="28428" y="0"/>
                  <a:pt x="63495" y="0"/>
                </a:cubicBezTo>
                <a:close/>
              </a:path>
            </a:pathLst>
          </a:custGeom>
          <a:gradFill flip="none" rotWithShape="1">
            <a:gsLst>
              <a:gs pos="0">
                <a:srgbClr val="2D3748"/>
              </a:gs>
              <a:gs pos="100000">
                <a:srgbClr val="4A5568"/>
              </a:gs>
            </a:gsLst>
            <a:lin ang="2700000" scaled="1"/>
          </a:gradFill>
        </p:spPr>
      </p:sp>
      <p:sp>
        <p:nvSpPr>
          <p:cNvPr id="26" name="Shape 24"/>
          <p:cNvSpPr/>
          <p:nvPr/>
        </p:nvSpPr>
        <p:spPr>
          <a:xfrm>
            <a:off x="6425406" y="1206500"/>
            <a:ext cx="214313" cy="190500"/>
          </a:xfrm>
          <a:custGeom>
            <a:avLst/>
            <a:gdLst/>
            <a:ahLst/>
            <a:cxnLst/>
            <a:rect l="l" t="t" r="r" b="b"/>
            <a:pathLst>
              <a:path w="214313" h="190500">
                <a:moveTo>
                  <a:pt x="17859" y="72851"/>
                </a:moveTo>
                <a:lnTo>
                  <a:pt x="95696" y="104887"/>
                </a:lnTo>
                <a:cubicBezTo>
                  <a:pt x="99343" y="106375"/>
                  <a:pt x="103212" y="107156"/>
                  <a:pt x="107156" y="107156"/>
                </a:cubicBezTo>
                <a:cubicBezTo>
                  <a:pt x="111100" y="107156"/>
                  <a:pt x="114970" y="106375"/>
                  <a:pt x="118616" y="104887"/>
                </a:cubicBezTo>
                <a:lnTo>
                  <a:pt x="208806" y="67754"/>
                </a:lnTo>
                <a:cubicBezTo>
                  <a:pt x="212154" y="66377"/>
                  <a:pt x="214313" y="63140"/>
                  <a:pt x="214313" y="59531"/>
                </a:cubicBezTo>
                <a:cubicBezTo>
                  <a:pt x="214313" y="55922"/>
                  <a:pt x="212154" y="52685"/>
                  <a:pt x="208806" y="51308"/>
                </a:cubicBezTo>
                <a:lnTo>
                  <a:pt x="118616" y="14176"/>
                </a:lnTo>
                <a:cubicBezTo>
                  <a:pt x="114970" y="12688"/>
                  <a:pt x="111100" y="11906"/>
                  <a:pt x="107156" y="11906"/>
                </a:cubicBezTo>
                <a:cubicBezTo>
                  <a:pt x="103212" y="11906"/>
                  <a:pt x="99343" y="12688"/>
                  <a:pt x="95696" y="14176"/>
                </a:cubicBezTo>
                <a:lnTo>
                  <a:pt x="5507" y="51308"/>
                </a:lnTo>
                <a:cubicBezTo>
                  <a:pt x="2158" y="52685"/>
                  <a:pt x="0" y="55922"/>
                  <a:pt x="0" y="59531"/>
                </a:cubicBezTo>
                <a:lnTo>
                  <a:pt x="0" y="169664"/>
                </a:lnTo>
                <a:cubicBezTo>
                  <a:pt x="0" y="174613"/>
                  <a:pt x="3981" y="178594"/>
                  <a:pt x="8930" y="178594"/>
                </a:cubicBezTo>
                <a:cubicBezTo>
                  <a:pt x="13878" y="178594"/>
                  <a:pt x="17859" y="174613"/>
                  <a:pt x="17859" y="169664"/>
                </a:cubicBezTo>
                <a:lnTo>
                  <a:pt x="17859" y="72851"/>
                </a:lnTo>
                <a:close/>
                <a:moveTo>
                  <a:pt x="35719" y="99529"/>
                </a:moveTo>
                <a:lnTo>
                  <a:pt x="35719" y="142875"/>
                </a:lnTo>
                <a:cubicBezTo>
                  <a:pt x="35719" y="162595"/>
                  <a:pt x="67717" y="178594"/>
                  <a:pt x="107156" y="178594"/>
                </a:cubicBezTo>
                <a:cubicBezTo>
                  <a:pt x="146596" y="178594"/>
                  <a:pt x="178594" y="162595"/>
                  <a:pt x="178594" y="142875"/>
                </a:cubicBezTo>
                <a:lnTo>
                  <a:pt x="178594" y="99492"/>
                </a:lnTo>
                <a:lnTo>
                  <a:pt x="125425" y="121407"/>
                </a:lnTo>
                <a:cubicBezTo>
                  <a:pt x="119621" y="123788"/>
                  <a:pt x="113444" y="125016"/>
                  <a:pt x="107156" y="125016"/>
                </a:cubicBezTo>
                <a:cubicBezTo>
                  <a:pt x="100868" y="125016"/>
                  <a:pt x="94692" y="123788"/>
                  <a:pt x="88888" y="121407"/>
                </a:cubicBezTo>
                <a:lnTo>
                  <a:pt x="35719" y="99492"/>
                </a:lnTo>
                <a:close/>
              </a:path>
            </a:pathLst>
          </a:custGeom>
          <a:solidFill>
            <a:srgbClr val="E2E8F0"/>
          </a:solidFill>
        </p:spPr>
      </p:sp>
      <p:sp>
        <p:nvSpPr>
          <p:cNvPr id="27" name="Text 25"/>
          <p:cNvSpPr/>
          <p:nvPr/>
        </p:nvSpPr>
        <p:spPr>
          <a:xfrm>
            <a:off x="6651625" y="1174750"/>
            <a:ext cx="5127625" cy="254000"/>
          </a:xfrm>
          <a:prstGeom prst="rect">
            <a:avLst/>
          </a:prstGeom>
          <a:noFill/>
        </p:spPr>
        <p:txBody>
          <a:bodyPr wrap="square" lIns="0" tIns="0" rIns="0" bIns="0" rtlCol="0" anchor="ctr"/>
          <a:lstStyle/>
          <a:p>
            <a:pPr>
              <a:lnSpc>
                <a:spcPct val="110000"/>
              </a:lnSpc>
            </a:pPr>
            <a:r>
              <a:rPr lang="en-US" sz="1500" b="1" dirty="0">
                <a:solidFill>
                  <a:srgbClr val="E2E8F0"/>
                </a:solidFill>
                <a:latin typeface="Liter" panose="02000503030000020004" pitchFamily="34" charset="0"/>
                <a:ea typeface="Liter" panose="02000503030000020004" pitchFamily="34" charset="-122"/>
                <a:cs typeface="Liter" panose="02000503030000020004" pitchFamily="34" charset="-120"/>
              </a:rPr>
              <a:t>Learning Outcomes</a:t>
            </a:r>
            <a:endParaRPr lang="en-US" sz="1600" dirty="0"/>
          </a:p>
        </p:txBody>
      </p:sp>
      <p:sp>
        <p:nvSpPr>
          <p:cNvPr id="28" name="Text 26"/>
          <p:cNvSpPr/>
          <p:nvPr/>
        </p:nvSpPr>
        <p:spPr>
          <a:xfrm>
            <a:off x="6413500" y="1555750"/>
            <a:ext cx="5334000" cy="412750"/>
          </a:xfrm>
          <a:prstGeom prst="rect">
            <a:avLst/>
          </a:prstGeom>
          <a:noFill/>
        </p:spPr>
        <p:txBody>
          <a:bodyPr wrap="square" lIns="0" tIns="0" rIns="0" bIns="0" rtlCol="0" anchor="ctr"/>
          <a:lstStyle/>
          <a:p>
            <a:pPr>
              <a:lnSpc>
                <a:spcPct val="140000"/>
              </a:lnSpc>
            </a:pPr>
            <a:r>
              <a:rPr lang="en-US" sz="1000" dirty="0">
                <a:solidFill>
                  <a:srgbClr val="E2E8F0"/>
                </a:solidFill>
                <a:latin typeface="Quattrocento Sans" panose="020B0502050000020003" pitchFamily="34" charset="0"/>
                <a:ea typeface="Quattrocento Sans" panose="020B0502050000020003" pitchFamily="34" charset="-122"/>
                <a:cs typeface="Quattrocento Sans" panose="020B0502050000020003" pitchFamily="34" charset="-120"/>
              </a:rPr>
              <a:t>The project provided valuable hands-on experience and deep understanding of automated testing concepts.</a:t>
            </a:r>
            <a:endParaRPr lang="en-US" sz="1600" dirty="0"/>
          </a:p>
        </p:txBody>
      </p:sp>
      <p:sp>
        <p:nvSpPr>
          <p:cNvPr id="29" name="Shape 27"/>
          <p:cNvSpPr/>
          <p:nvPr/>
        </p:nvSpPr>
        <p:spPr>
          <a:xfrm>
            <a:off x="6223000" y="2349500"/>
            <a:ext cx="5651500" cy="809625"/>
          </a:xfrm>
          <a:custGeom>
            <a:avLst/>
            <a:gdLst/>
            <a:ahLst/>
            <a:cxnLst/>
            <a:rect l="l" t="t" r="r" b="b"/>
            <a:pathLst>
              <a:path w="5651500" h="809625">
                <a:moveTo>
                  <a:pt x="63499" y="0"/>
                </a:moveTo>
                <a:lnTo>
                  <a:pt x="5588001" y="0"/>
                </a:lnTo>
                <a:cubicBezTo>
                  <a:pt x="5623071" y="0"/>
                  <a:pt x="5651500" y="28429"/>
                  <a:pt x="5651500" y="63499"/>
                </a:cubicBezTo>
                <a:lnTo>
                  <a:pt x="5651500" y="746126"/>
                </a:lnTo>
                <a:cubicBezTo>
                  <a:pt x="5651500" y="781196"/>
                  <a:pt x="5623071" y="809625"/>
                  <a:pt x="5588001" y="809625"/>
                </a:cubicBezTo>
                <a:lnTo>
                  <a:pt x="63499" y="809625"/>
                </a:lnTo>
                <a:cubicBezTo>
                  <a:pt x="28429" y="809625"/>
                  <a:pt x="0" y="781196"/>
                  <a:pt x="0" y="746126"/>
                </a:cubicBezTo>
                <a:lnTo>
                  <a:pt x="0" y="63499"/>
                </a:lnTo>
                <a:cubicBezTo>
                  <a:pt x="0" y="28453"/>
                  <a:pt x="28453" y="0"/>
                  <a:pt x="63499" y="0"/>
                </a:cubicBezTo>
                <a:close/>
              </a:path>
            </a:pathLst>
          </a:custGeom>
          <a:solidFill>
            <a:srgbClr val="FFFFFF"/>
          </a:solidFill>
          <a:effectLst>
            <a:outerShdw blurRad="23813" dist="7938" dir="5400000" algn="bl" rotWithShape="0">
              <a:srgbClr val="000000">
                <a:alpha val="10196"/>
              </a:srgbClr>
            </a:outerShdw>
          </a:effectLst>
        </p:spPr>
      </p:sp>
      <p:sp>
        <p:nvSpPr>
          <p:cNvPr id="30" name="Shape 28"/>
          <p:cNvSpPr/>
          <p:nvPr/>
        </p:nvSpPr>
        <p:spPr>
          <a:xfrm>
            <a:off x="6381750" y="2508250"/>
            <a:ext cx="317500" cy="317500"/>
          </a:xfrm>
          <a:custGeom>
            <a:avLst/>
            <a:gdLst/>
            <a:ahLst/>
            <a:cxnLst/>
            <a:rect l="l" t="t" r="r" b="b"/>
            <a:pathLst>
              <a:path w="317500" h="317500">
                <a:moveTo>
                  <a:pt x="158750" y="0"/>
                </a:moveTo>
                <a:lnTo>
                  <a:pt x="158750" y="0"/>
                </a:lnTo>
                <a:cubicBezTo>
                  <a:pt x="246367" y="0"/>
                  <a:pt x="317500" y="71133"/>
                  <a:pt x="317500" y="158750"/>
                </a:cubicBezTo>
                <a:lnTo>
                  <a:pt x="317500" y="158750"/>
                </a:lnTo>
                <a:cubicBezTo>
                  <a:pt x="317500" y="246367"/>
                  <a:pt x="246367" y="317500"/>
                  <a:pt x="158750" y="317500"/>
                </a:cubicBezTo>
                <a:lnTo>
                  <a:pt x="158750" y="317500"/>
                </a:lnTo>
                <a:cubicBezTo>
                  <a:pt x="71133" y="317500"/>
                  <a:pt x="0" y="246367"/>
                  <a:pt x="0" y="158750"/>
                </a:cubicBezTo>
                <a:lnTo>
                  <a:pt x="0" y="158750"/>
                </a:lnTo>
                <a:cubicBezTo>
                  <a:pt x="0" y="71133"/>
                  <a:pt x="71133" y="0"/>
                  <a:pt x="158750" y="0"/>
                </a:cubicBezTo>
                <a:close/>
              </a:path>
            </a:pathLst>
          </a:custGeom>
          <a:solidFill>
            <a:srgbClr val="2D3748"/>
          </a:solidFill>
        </p:spPr>
      </p:sp>
      <p:sp>
        <p:nvSpPr>
          <p:cNvPr id="31" name="Shape 29"/>
          <p:cNvSpPr/>
          <p:nvPr/>
        </p:nvSpPr>
        <p:spPr>
          <a:xfrm>
            <a:off x="6469063" y="2603500"/>
            <a:ext cx="142875" cy="127000"/>
          </a:xfrm>
          <a:custGeom>
            <a:avLst/>
            <a:gdLst/>
            <a:ahLst/>
            <a:cxnLst/>
            <a:rect l="l" t="t" r="r" b="b"/>
            <a:pathLst>
              <a:path w="142875" h="127000">
                <a:moveTo>
                  <a:pt x="66700" y="13196"/>
                </a:moveTo>
                <a:lnTo>
                  <a:pt x="37778" y="45343"/>
                </a:lnTo>
                <a:cubicBezTo>
                  <a:pt x="36637" y="46608"/>
                  <a:pt x="36686" y="48568"/>
                  <a:pt x="37902" y="49783"/>
                </a:cubicBezTo>
                <a:cubicBezTo>
                  <a:pt x="45467" y="57348"/>
                  <a:pt x="57745" y="57348"/>
                  <a:pt x="65311" y="49783"/>
                </a:cubicBezTo>
                <a:lnTo>
                  <a:pt x="73199" y="41895"/>
                </a:lnTo>
                <a:cubicBezTo>
                  <a:pt x="74240" y="40853"/>
                  <a:pt x="75555" y="40283"/>
                  <a:pt x="76895" y="40184"/>
                </a:cubicBezTo>
                <a:cubicBezTo>
                  <a:pt x="78581" y="40035"/>
                  <a:pt x="80318" y="40605"/>
                  <a:pt x="81607" y="41895"/>
                </a:cubicBezTo>
                <a:lnTo>
                  <a:pt x="125413" y="85328"/>
                </a:lnTo>
                <a:lnTo>
                  <a:pt x="142875" y="71438"/>
                </a:lnTo>
                <a:lnTo>
                  <a:pt x="142875" y="0"/>
                </a:lnTo>
                <a:lnTo>
                  <a:pt x="115094" y="15875"/>
                </a:lnTo>
                <a:lnTo>
                  <a:pt x="109190" y="11931"/>
                </a:lnTo>
                <a:cubicBezTo>
                  <a:pt x="105271" y="9327"/>
                  <a:pt x="100682" y="7938"/>
                  <a:pt x="95969" y="7938"/>
                </a:cubicBezTo>
                <a:lnTo>
                  <a:pt x="78507" y="7938"/>
                </a:lnTo>
                <a:cubicBezTo>
                  <a:pt x="78234" y="7938"/>
                  <a:pt x="77936" y="7938"/>
                  <a:pt x="77663" y="7962"/>
                </a:cubicBezTo>
                <a:cubicBezTo>
                  <a:pt x="73471" y="8186"/>
                  <a:pt x="69528" y="10071"/>
                  <a:pt x="66700" y="13196"/>
                </a:cubicBezTo>
                <a:close/>
                <a:moveTo>
                  <a:pt x="28922" y="37381"/>
                </a:moveTo>
                <a:lnTo>
                  <a:pt x="55414" y="7938"/>
                </a:lnTo>
                <a:lnTo>
                  <a:pt x="45591" y="7938"/>
                </a:lnTo>
                <a:cubicBezTo>
                  <a:pt x="39266" y="7938"/>
                  <a:pt x="33213" y="10443"/>
                  <a:pt x="28749" y="14908"/>
                </a:cubicBezTo>
                <a:lnTo>
                  <a:pt x="0" y="47625"/>
                </a:lnTo>
                <a:lnTo>
                  <a:pt x="0" y="134938"/>
                </a:lnTo>
                <a:lnTo>
                  <a:pt x="35719" y="101203"/>
                </a:lnTo>
                <a:lnTo>
                  <a:pt x="38795" y="103758"/>
                </a:lnTo>
                <a:cubicBezTo>
                  <a:pt x="44500" y="108521"/>
                  <a:pt x="51693" y="111125"/>
                  <a:pt x="59110" y="111125"/>
                </a:cubicBezTo>
                <a:lnTo>
                  <a:pt x="63004" y="111125"/>
                </a:lnTo>
                <a:lnTo>
                  <a:pt x="61268" y="109389"/>
                </a:lnTo>
                <a:cubicBezTo>
                  <a:pt x="58936" y="107057"/>
                  <a:pt x="58936" y="103287"/>
                  <a:pt x="61268" y="100980"/>
                </a:cubicBezTo>
                <a:cubicBezTo>
                  <a:pt x="63599" y="98673"/>
                  <a:pt x="67370" y="98648"/>
                  <a:pt x="69676" y="100980"/>
                </a:cubicBezTo>
                <a:lnTo>
                  <a:pt x="79846" y="111150"/>
                </a:lnTo>
                <a:lnTo>
                  <a:pt x="82079" y="111150"/>
                </a:lnTo>
                <a:cubicBezTo>
                  <a:pt x="86816" y="111150"/>
                  <a:pt x="91455" y="110083"/>
                  <a:pt x="95672" y="108099"/>
                </a:cubicBezTo>
                <a:lnTo>
                  <a:pt x="89049" y="101451"/>
                </a:lnTo>
                <a:cubicBezTo>
                  <a:pt x="86717" y="99120"/>
                  <a:pt x="86717" y="95349"/>
                  <a:pt x="89049" y="93042"/>
                </a:cubicBezTo>
                <a:cubicBezTo>
                  <a:pt x="91380" y="90736"/>
                  <a:pt x="95151" y="90711"/>
                  <a:pt x="97458" y="93042"/>
                </a:cubicBezTo>
                <a:lnTo>
                  <a:pt x="105395" y="100980"/>
                </a:lnTo>
                <a:lnTo>
                  <a:pt x="109736" y="96639"/>
                </a:lnTo>
                <a:cubicBezTo>
                  <a:pt x="111944" y="94431"/>
                  <a:pt x="112588" y="91232"/>
                  <a:pt x="111621" y="88429"/>
                </a:cubicBezTo>
                <a:lnTo>
                  <a:pt x="77415" y="54496"/>
                </a:lnTo>
                <a:lnTo>
                  <a:pt x="73720" y="58192"/>
                </a:lnTo>
                <a:cubicBezTo>
                  <a:pt x="61491" y="70421"/>
                  <a:pt x="41697" y="70421"/>
                  <a:pt x="29468" y="58192"/>
                </a:cubicBezTo>
                <a:cubicBezTo>
                  <a:pt x="23763" y="52487"/>
                  <a:pt x="23540" y="43334"/>
                  <a:pt x="28922" y="37356"/>
                </a:cubicBezTo>
                <a:close/>
              </a:path>
            </a:pathLst>
          </a:custGeom>
          <a:solidFill>
            <a:srgbClr val="E2E8F0"/>
          </a:solidFill>
        </p:spPr>
      </p:sp>
      <p:sp>
        <p:nvSpPr>
          <p:cNvPr id="32" name="Text 30"/>
          <p:cNvSpPr/>
          <p:nvPr/>
        </p:nvSpPr>
        <p:spPr>
          <a:xfrm>
            <a:off x="6794500" y="2508250"/>
            <a:ext cx="4810125" cy="222250"/>
          </a:xfrm>
          <a:prstGeom prst="rect">
            <a:avLst/>
          </a:prstGeom>
          <a:noFill/>
        </p:spPr>
        <p:txBody>
          <a:bodyPr wrap="square" lIns="0" tIns="0" rIns="0" bIns="0" rtlCol="0" anchor="ctr"/>
          <a:lstStyle/>
          <a:p>
            <a:pPr>
              <a:lnSpc>
                <a:spcPct val="130000"/>
              </a:lnSpc>
            </a:pPr>
            <a:r>
              <a:rPr lang="en-US" sz="1125" b="1" dirty="0">
                <a:solidFill>
                  <a:srgbClr val="2D3748"/>
                </a:solidFill>
                <a:latin typeface="Liter" panose="02000503030000020004" pitchFamily="34" charset="0"/>
                <a:ea typeface="Liter" panose="02000503030000020004" pitchFamily="34" charset="-122"/>
                <a:cs typeface="Liter" panose="02000503030000020004" pitchFamily="34" charset="-120"/>
              </a:rPr>
              <a:t>Hands-on Experience</a:t>
            </a:r>
            <a:endParaRPr lang="en-US" sz="1600" dirty="0"/>
          </a:p>
        </p:txBody>
      </p:sp>
      <p:sp>
        <p:nvSpPr>
          <p:cNvPr id="33" name="Text 31"/>
          <p:cNvSpPr/>
          <p:nvPr/>
        </p:nvSpPr>
        <p:spPr>
          <a:xfrm>
            <a:off x="6794500" y="2794000"/>
            <a:ext cx="4802188" cy="206375"/>
          </a:xfrm>
          <a:prstGeom prst="rect">
            <a:avLst/>
          </a:prstGeom>
          <a:noFill/>
        </p:spPr>
        <p:txBody>
          <a:bodyPr wrap="square" lIns="0" tIns="0" rIns="0" bIns="0" rtlCol="0" anchor="ctr"/>
          <a:lstStyle/>
          <a:p>
            <a:pPr>
              <a:lnSpc>
                <a:spcPct val="140000"/>
              </a:lnSpc>
            </a:pPr>
            <a:r>
              <a:rPr lang="en-US" sz="1000" dirty="0">
                <a:solidFill>
                  <a:srgbClr val="1A202C"/>
                </a:solidFill>
                <a:latin typeface="Quattrocento Sans" panose="020B0502050000020003" pitchFamily="34" charset="0"/>
                <a:ea typeface="Quattrocento Sans" panose="020B0502050000020003" pitchFamily="34" charset="-122"/>
                <a:cs typeface="Quattrocento Sans" panose="020B0502050000020003" pitchFamily="34" charset="-120"/>
              </a:rPr>
              <a:t>Gained practical experience with Selenium IDE for rapid test automation development.</a:t>
            </a:r>
            <a:endParaRPr lang="en-US" sz="1600" dirty="0"/>
          </a:p>
        </p:txBody>
      </p:sp>
      <p:sp>
        <p:nvSpPr>
          <p:cNvPr id="34" name="Shape 32"/>
          <p:cNvSpPr/>
          <p:nvPr/>
        </p:nvSpPr>
        <p:spPr>
          <a:xfrm>
            <a:off x="6223000" y="3286125"/>
            <a:ext cx="5651500" cy="1016000"/>
          </a:xfrm>
          <a:custGeom>
            <a:avLst/>
            <a:gdLst/>
            <a:ahLst/>
            <a:cxnLst/>
            <a:rect l="l" t="t" r="r" b="b"/>
            <a:pathLst>
              <a:path w="5651500" h="1016000">
                <a:moveTo>
                  <a:pt x="63500" y="0"/>
                </a:moveTo>
                <a:lnTo>
                  <a:pt x="5588000" y="0"/>
                </a:lnTo>
                <a:cubicBezTo>
                  <a:pt x="5623047" y="0"/>
                  <a:pt x="5651500" y="28453"/>
                  <a:pt x="5651500" y="63500"/>
                </a:cubicBezTo>
                <a:lnTo>
                  <a:pt x="5651500" y="952500"/>
                </a:lnTo>
                <a:cubicBezTo>
                  <a:pt x="5651500" y="987547"/>
                  <a:pt x="5623047" y="1016000"/>
                  <a:pt x="5588000" y="1016000"/>
                </a:cubicBezTo>
                <a:lnTo>
                  <a:pt x="63500" y="1016000"/>
                </a:lnTo>
                <a:cubicBezTo>
                  <a:pt x="28453" y="1016000"/>
                  <a:pt x="0" y="987547"/>
                  <a:pt x="0" y="952500"/>
                </a:cubicBezTo>
                <a:lnTo>
                  <a:pt x="0" y="63500"/>
                </a:lnTo>
                <a:cubicBezTo>
                  <a:pt x="0" y="28453"/>
                  <a:pt x="28453" y="0"/>
                  <a:pt x="63500" y="0"/>
                </a:cubicBezTo>
                <a:close/>
              </a:path>
            </a:pathLst>
          </a:custGeom>
          <a:solidFill>
            <a:srgbClr val="FFFFFF"/>
          </a:solidFill>
          <a:effectLst>
            <a:outerShdw blurRad="23813" dist="7938" dir="5400000" algn="bl" rotWithShape="0">
              <a:srgbClr val="000000">
                <a:alpha val="10196"/>
              </a:srgbClr>
            </a:outerShdw>
          </a:effectLst>
        </p:spPr>
      </p:sp>
      <p:sp>
        <p:nvSpPr>
          <p:cNvPr id="35" name="Shape 33"/>
          <p:cNvSpPr/>
          <p:nvPr/>
        </p:nvSpPr>
        <p:spPr>
          <a:xfrm>
            <a:off x="6381750" y="3444875"/>
            <a:ext cx="317500" cy="317500"/>
          </a:xfrm>
          <a:custGeom>
            <a:avLst/>
            <a:gdLst/>
            <a:ahLst/>
            <a:cxnLst/>
            <a:rect l="l" t="t" r="r" b="b"/>
            <a:pathLst>
              <a:path w="317500" h="317500">
                <a:moveTo>
                  <a:pt x="158750" y="0"/>
                </a:moveTo>
                <a:lnTo>
                  <a:pt x="158750" y="0"/>
                </a:lnTo>
                <a:cubicBezTo>
                  <a:pt x="246367" y="0"/>
                  <a:pt x="317500" y="71133"/>
                  <a:pt x="317500" y="158750"/>
                </a:cubicBezTo>
                <a:lnTo>
                  <a:pt x="317500" y="158750"/>
                </a:lnTo>
                <a:cubicBezTo>
                  <a:pt x="317500" y="246367"/>
                  <a:pt x="246367" y="317500"/>
                  <a:pt x="158750" y="317500"/>
                </a:cubicBezTo>
                <a:lnTo>
                  <a:pt x="158750" y="317500"/>
                </a:lnTo>
                <a:cubicBezTo>
                  <a:pt x="71133" y="317500"/>
                  <a:pt x="0" y="246367"/>
                  <a:pt x="0" y="158750"/>
                </a:cubicBezTo>
                <a:lnTo>
                  <a:pt x="0" y="158750"/>
                </a:lnTo>
                <a:cubicBezTo>
                  <a:pt x="0" y="71133"/>
                  <a:pt x="71133" y="0"/>
                  <a:pt x="158750" y="0"/>
                </a:cubicBezTo>
                <a:close/>
              </a:path>
            </a:pathLst>
          </a:custGeom>
          <a:solidFill>
            <a:srgbClr val="4A5568"/>
          </a:solidFill>
        </p:spPr>
      </p:sp>
      <p:sp>
        <p:nvSpPr>
          <p:cNvPr id="36" name="Shape 34"/>
          <p:cNvSpPr/>
          <p:nvPr/>
        </p:nvSpPr>
        <p:spPr>
          <a:xfrm>
            <a:off x="6477000" y="3540125"/>
            <a:ext cx="127000" cy="127000"/>
          </a:xfrm>
          <a:custGeom>
            <a:avLst/>
            <a:gdLst/>
            <a:ahLst/>
            <a:cxnLst/>
            <a:rect l="l" t="t" r="r" b="b"/>
            <a:pathLst>
              <a:path w="127000" h="127000">
                <a:moveTo>
                  <a:pt x="29766" y="13891"/>
                </a:moveTo>
                <a:cubicBezTo>
                  <a:pt x="29766" y="6226"/>
                  <a:pt x="35992" y="0"/>
                  <a:pt x="43656" y="0"/>
                </a:cubicBezTo>
                <a:lnTo>
                  <a:pt x="49609" y="0"/>
                </a:lnTo>
                <a:cubicBezTo>
                  <a:pt x="54000" y="0"/>
                  <a:pt x="57547" y="3547"/>
                  <a:pt x="57547" y="7938"/>
                </a:cubicBezTo>
                <a:lnTo>
                  <a:pt x="57547" y="119063"/>
                </a:lnTo>
                <a:cubicBezTo>
                  <a:pt x="57547" y="123453"/>
                  <a:pt x="54000" y="127000"/>
                  <a:pt x="49609" y="127000"/>
                </a:cubicBezTo>
                <a:lnTo>
                  <a:pt x="41672" y="127000"/>
                </a:lnTo>
                <a:cubicBezTo>
                  <a:pt x="34280" y="127000"/>
                  <a:pt x="28054" y="121940"/>
                  <a:pt x="26293" y="115094"/>
                </a:cubicBezTo>
                <a:cubicBezTo>
                  <a:pt x="26119" y="115094"/>
                  <a:pt x="25971" y="115094"/>
                  <a:pt x="25797" y="115094"/>
                </a:cubicBezTo>
                <a:cubicBezTo>
                  <a:pt x="14833" y="115094"/>
                  <a:pt x="5953" y="106214"/>
                  <a:pt x="5953" y="95250"/>
                </a:cubicBezTo>
                <a:cubicBezTo>
                  <a:pt x="5953" y="90785"/>
                  <a:pt x="7441" y="86668"/>
                  <a:pt x="9922" y="83344"/>
                </a:cubicBezTo>
                <a:cubicBezTo>
                  <a:pt x="5110" y="79722"/>
                  <a:pt x="1984" y="73968"/>
                  <a:pt x="1984" y="67469"/>
                </a:cubicBezTo>
                <a:cubicBezTo>
                  <a:pt x="1984" y="59804"/>
                  <a:pt x="6350" y="53132"/>
                  <a:pt x="12700" y="49833"/>
                </a:cubicBezTo>
                <a:cubicBezTo>
                  <a:pt x="10939" y="46856"/>
                  <a:pt x="9922" y="43383"/>
                  <a:pt x="9922" y="39688"/>
                </a:cubicBezTo>
                <a:cubicBezTo>
                  <a:pt x="9922" y="28724"/>
                  <a:pt x="18802" y="19844"/>
                  <a:pt x="29766" y="19844"/>
                </a:cubicBezTo>
                <a:lnTo>
                  <a:pt x="29766" y="13891"/>
                </a:lnTo>
                <a:close/>
                <a:moveTo>
                  <a:pt x="97234" y="13891"/>
                </a:moveTo>
                <a:lnTo>
                  <a:pt x="97234" y="19844"/>
                </a:lnTo>
                <a:cubicBezTo>
                  <a:pt x="108198" y="19844"/>
                  <a:pt x="117078" y="28724"/>
                  <a:pt x="117078" y="39688"/>
                </a:cubicBezTo>
                <a:cubicBezTo>
                  <a:pt x="117078" y="43408"/>
                  <a:pt x="116061" y="46881"/>
                  <a:pt x="114300" y="49833"/>
                </a:cubicBezTo>
                <a:cubicBezTo>
                  <a:pt x="120675" y="53132"/>
                  <a:pt x="125016" y="59779"/>
                  <a:pt x="125016" y="67469"/>
                </a:cubicBezTo>
                <a:cubicBezTo>
                  <a:pt x="125016" y="73968"/>
                  <a:pt x="121890" y="79722"/>
                  <a:pt x="117078" y="83344"/>
                </a:cubicBezTo>
                <a:cubicBezTo>
                  <a:pt x="119559" y="86668"/>
                  <a:pt x="121047" y="90785"/>
                  <a:pt x="121047" y="95250"/>
                </a:cubicBezTo>
                <a:cubicBezTo>
                  <a:pt x="121047" y="106214"/>
                  <a:pt x="112167" y="115094"/>
                  <a:pt x="101203" y="115094"/>
                </a:cubicBezTo>
                <a:cubicBezTo>
                  <a:pt x="101029" y="115094"/>
                  <a:pt x="100881" y="115094"/>
                  <a:pt x="100707" y="115094"/>
                </a:cubicBezTo>
                <a:cubicBezTo>
                  <a:pt x="98946" y="121940"/>
                  <a:pt x="92720" y="127000"/>
                  <a:pt x="85328" y="127000"/>
                </a:cubicBezTo>
                <a:lnTo>
                  <a:pt x="77391" y="127000"/>
                </a:lnTo>
                <a:cubicBezTo>
                  <a:pt x="73000" y="127000"/>
                  <a:pt x="69453" y="123453"/>
                  <a:pt x="69453" y="119063"/>
                </a:cubicBezTo>
                <a:lnTo>
                  <a:pt x="69453" y="7938"/>
                </a:lnTo>
                <a:cubicBezTo>
                  <a:pt x="69453" y="3547"/>
                  <a:pt x="73000" y="0"/>
                  <a:pt x="77391" y="0"/>
                </a:cubicBezTo>
                <a:lnTo>
                  <a:pt x="83344" y="0"/>
                </a:lnTo>
                <a:cubicBezTo>
                  <a:pt x="91008" y="0"/>
                  <a:pt x="97234" y="6226"/>
                  <a:pt x="97234" y="13891"/>
                </a:cubicBezTo>
                <a:close/>
              </a:path>
            </a:pathLst>
          </a:custGeom>
          <a:solidFill>
            <a:srgbClr val="E2E8F0"/>
          </a:solidFill>
        </p:spPr>
      </p:sp>
      <p:sp>
        <p:nvSpPr>
          <p:cNvPr id="37" name="Text 35"/>
          <p:cNvSpPr/>
          <p:nvPr/>
        </p:nvSpPr>
        <p:spPr>
          <a:xfrm>
            <a:off x="6794500" y="3444875"/>
            <a:ext cx="4992688" cy="222250"/>
          </a:xfrm>
          <a:prstGeom prst="rect">
            <a:avLst/>
          </a:prstGeom>
          <a:noFill/>
        </p:spPr>
        <p:txBody>
          <a:bodyPr wrap="square" lIns="0" tIns="0" rIns="0" bIns="0" rtlCol="0" anchor="ctr"/>
          <a:lstStyle/>
          <a:p>
            <a:pPr>
              <a:lnSpc>
                <a:spcPct val="130000"/>
              </a:lnSpc>
            </a:pPr>
            <a:r>
              <a:rPr lang="en-US" sz="1125" b="1" dirty="0">
                <a:solidFill>
                  <a:srgbClr val="2D3748"/>
                </a:solidFill>
                <a:latin typeface="Liter" panose="02000503030000020004" pitchFamily="34" charset="0"/>
                <a:ea typeface="Liter" panose="02000503030000020004" pitchFamily="34" charset="-122"/>
                <a:cs typeface="Liter" panose="02000503030000020004" pitchFamily="34" charset="-120"/>
              </a:rPr>
              <a:t>Functional Testing Concepts</a:t>
            </a:r>
            <a:endParaRPr lang="en-US" sz="1600" dirty="0"/>
          </a:p>
        </p:txBody>
      </p:sp>
      <p:sp>
        <p:nvSpPr>
          <p:cNvPr id="38" name="Text 36"/>
          <p:cNvSpPr/>
          <p:nvPr/>
        </p:nvSpPr>
        <p:spPr>
          <a:xfrm>
            <a:off x="6794500" y="3730625"/>
            <a:ext cx="4984750" cy="412750"/>
          </a:xfrm>
          <a:prstGeom prst="rect">
            <a:avLst/>
          </a:prstGeom>
          <a:noFill/>
        </p:spPr>
        <p:txBody>
          <a:bodyPr wrap="square" lIns="0" tIns="0" rIns="0" bIns="0" rtlCol="0" anchor="ctr"/>
          <a:lstStyle/>
          <a:p>
            <a:pPr>
              <a:lnSpc>
                <a:spcPct val="140000"/>
              </a:lnSpc>
            </a:pPr>
            <a:r>
              <a:rPr lang="en-US" sz="1000" dirty="0">
                <a:solidFill>
                  <a:srgbClr val="1A202C"/>
                </a:solidFill>
                <a:latin typeface="Quattrocento Sans" panose="020B0502050000020003" pitchFamily="34" charset="0"/>
                <a:ea typeface="Quattrocento Sans" panose="020B0502050000020003" pitchFamily="34" charset="-122"/>
                <a:cs typeface="Quattrocento Sans" panose="020B0502050000020003" pitchFamily="34" charset="-120"/>
              </a:rPr>
              <a:t>Developed deep understanding of automated functional testing principles and best practices.</a:t>
            </a:r>
            <a:endParaRPr lang="en-US" sz="1600" dirty="0"/>
          </a:p>
        </p:txBody>
      </p:sp>
      <p:sp>
        <p:nvSpPr>
          <p:cNvPr id="39" name="Shape 37"/>
          <p:cNvSpPr/>
          <p:nvPr/>
        </p:nvSpPr>
        <p:spPr>
          <a:xfrm>
            <a:off x="6223000" y="4429125"/>
            <a:ext cx="5651500" cy="809625"/>
          </a:xfrm>
          <a:custGeom>
            <a:avLst/>
            <a:gdLst/>
            <a:ahLst/>
            <a:cxnLst/>
            <a:rect l="l" t="t" r="r" b="b"/>
            <a:pathLst>
              <a:path w="5651500" h="809625">
                <a:moveTo>
                  <a:pt x="63499" y="0"/>
                </a:moveTo>
                <a:lnTo>
                  <a:pt x="5588001" y="0"/>
                </a:lnTo>
                <a:cubicBezTo>
                  <a:pt x="5623071" y="0"/>
                  <a:pt x="5651500" y="28429"/>
                  <a:pt x="5651500" y="63499"/>
                </a:cubicBezTo>
                <a:lnTo>
                  <a:pt x="5651500" y="746126"/>
                </a:lnTo>
                <a:cubicBezTo>
                  <a:pt x="5651500" y="781196"/>
                  <a:pt x="5623071" y="809625"/>
                  <a:pt x="5588001" y="809625"/>
                </a:cubicBezTo>
                <a:lnTo>
                  <a:pt x="63499" y="809625"/>
                </a:lnTo>
                <a:cubicBezTo>
                  <a:pt x="28429" y="809625"/>
                  <a:pt x="0" y="781196"/>
                  <a:pt x="0" y="746126"/>
                </a:cubicBezTo>
                <a:lnTo>
                  <a:pt x="0" y="63499"/>
                </a:lnTo>
                <a:cubicBezTo>
                  <a:pt x="0" y="28453"/>
                  <a:pt x="28453" y="0"/>
                  <a:pt x="63499" y="0"/>
                </a:cubicBezTo>
                <a:close/>
              </a:path>
            </a:pathLst>
          </a:custGeom>
          <a:solidFill>
            <a:srgbClr val="FFFFFF"/>
          </a:solidFill>
          <a:effectLst>
            <a:outerShdw blurRad="23813" dist="7938" dir="5400000" algn="bl" rotWithShape="0">
              <a:srgbClr val="000000">
                <a:alpha val="10196"/>
              </a:srgbClr>
            </a:outerShdw>
          </a:effectLst>
        </p:spPr>
      </p:sp>
      <p:sp>
        <p:nvSpPr>
          <p:cNvPr id="40" name="Shape 38"/>
          <p:cNvSpPr/>
          <p:nvPr/>
        </p:nvSpPr>
        <p:spPr>
          <a:xfrm>
            <a:off x="6381750" y="4587875"/>
            <a:ext cx="317500" cy="317500"/>
          </a:xfrm>
          <a:custGeom>
            <a:avLst/>
            <a:gdLst/>
            <a:ahLst/>
            <a:cxnLst/>
            <a:rect l="l" t="t" r="r" b="b"/>
            <a:pathLst>
              <a:path w="317500" h="317500">
                <a:moveTo>
                  <a:pt x="158750" y="0"/>
                </a:moveTo>
                <a:lnTo>
                  <a:pt x="158750" y="0"/>
                </a:lnTo>
                <a:cubicBezTo>
                  <a:pt x="246367" y="0"/>
                  <a:pt x="317500" y="71133"/>
                  <a:pt x="317500" y="158750"/>
                </a:cubicBezTo>
                <a:lnTo>
                  <a:pt x="317500" y="158750"/>
                </a:lnTo>
                <a:cubicBezTo>
                  <a:pt x="317500" y="246367"/>
                  <a:pt x="246367" y="317500"/>
                  <a:pt x="158750" y="317500"/>
                </a:cubicBezTo>
                <a:lnTo>
                  <a:pt x="158750" y="317500"/>
                </a:lnTo>
                <a:cubicBezTo>
                  <a:pt x="71133" y="317500"/>
                  <a:pt x="0" y="246367"/>
                  <a:pt x="0" y="158750"/>
                </a:cubicBezTo>
                <a:lnTo>
                  <a:pt x="0" y="158750"/>
                </a:lnTo>
                <a:cubicBezTo>
                  <a:pt x="0" y="71133"/>
                  <a:pt x="71133" y="0"/>
                  <a:pt x="158750" y="0"/>
                </a:cubicBezTo>
                <a:close/>
              </a:path>
            </a:pathLst>
          </a:custGeom>
          <a:solidFill>
            <a:srgbClr val="2D3748"/>
          </a:solidFill>
        </p:spPr>
      </p:sp>
      <p:sp>
        <p:nvSpPr>
          <p:cNvPr id="41" name="Shape 39"/>
          <p:cNvSpPr/>
          <p:nvPr/>
        </p:nvSpPr>
        <p:spPr>
          <a:xfrm>
            <a:off x="6492875" y="4683125"/>
            <a:ext cx="95250" cy="127000"/>
          </a:xfrm>
          <a:custGeom>
            <a:avLst/>
            <a:gdLst/>
            <a:ahLst/>
            <a:cxnLst/>
            <a:rect l="l" t="t" r="r" b="b"/>
            <a:pathLst>
              <a:path w="95250" h="127000">
                <a:moveTo>
                  <a:pt x="61987" y="16570"/>
                </a:moveTo>
                <a:cubicBezTo>
                  <a:pt x="64567" y="13022"/>
                  <a:pt x="63773" y="8062"/>
                  <a:pt x="60226" y="5482"/>
                </a:cubicBezTo>
                <a:cubicBezTo>
                  <a:pt x="56679" y="2902"/>
                  <a:pt x="51718" y="3696"/>
                  <a:pt x="49138" y="7243"/>
                </a:cubicBezTo>
                <a:lnTo>
                  <a:pt x="22845" y="43383"/>
                </a:lnTo>
                <a:lnTo>
                  <a:pt x="13543" y="34082"/>
                </a:lnTo>
                <a:cubicBezTo>
                  <a:pt x="10443" y="30981"/>
                  <a:pt x="5407" y="30981"/>
                  <a:pt x="2307" y="34082"/>
                </a:cubicBezTo>
                <a:cubicBezTo>
                  <a:pt x="-794" y="37182"/>
                  <a:pt x="-794" y="42218"/>
                  <a:pt x="2307" y="45318"/>
                </a:cubicBezTo>
                <a:lnTo>
                  <a:pt x="18182" y="61193"/>
                </a:lnTo>
                <a:cubicBezTo>
                  <a:pt x="19819" y="62830"/>
                  <a:pt x="22101" y="63674"/>
                  <a:pt x="24408" y="63500"/>
                </a:cubicBezTo>
                <a:cubicBezTo>
                  <a:pt x="26715" y="63326"/>
                  <a:pt x="28848" y="62136"/>
                  <a:pt x="30212" y="60251"/>
                </a:cubicBezTo>
                <a:lnTo>
                  <a:pt x="61962" y="16594"/>
                </a:lnTo>
                <a:close/>
                <a:moveTo>
                  <a:pt x="93737" y="50304"/>
                </a:moveTo>
                <a:cubicBezTo>
                  <a:pt x="96317" y="46757"/>
                  <a:pt x="95523" y="41796"/>
                  <a:pt x="91976" y="39216"/>
                </a:cubicBezTo>
                <a:cubicBezTo>
                  <a:pt x="88429" y="36637"/>
                  <a:pt x="83468" y="37430"/>
                  <a:pt x="80888" y="40977"/>
                </a:cubicBezTo>
                <a:lnTo>
                  <a:pt x="38720" y="98946"/>
                </a:lnTo>
                <a:lnTo>
                  <a:pt x="21481" y="81707"/>
                </a:lnTo>
                <a:cubicBezTo>
                  <a:pt x="18380" y="78606"/>
                  <a:pt x="13345" y="78606"/>
                  <a:pt x="10244" y="81707"/>
                </a:cubicBezTo>
                <a:cubicBezTo>
                  <a:pt x="7144" y="84807"/>
                  <a:pt x="7144" y="89843"/>
                  <a:pt x="10244" y="92943"/>
                </a:cubicBezTo>
                <a:lnTo>
                  <a:pt x="34057" y="116756"/>
                </a:lnTo>
                <a:cubicBezTo>
                  <a:pt x="35694" y="118393"/>
                  <a:pt x="37976" y="119236"/>
                  <a:pt x="40283" y="119063"/>
                </a:cubicBezTo>
                <a:cubicBezTo>
                  <a:pt x="42590" y="118889"/>
                  <a:pt x="44723" y="117698"/>
                  <a:pt x="46087" y="115813"/>
                </a:cubicBezTo>
                <a:lnTo>
                  <a:pt x="93712" y="50329"/>
                </a:lnTo>
                <a:close/>
              </a:path>
            </a:pathLst>
          </a:custGeom>
          <a:solidFill>
            <a:srgbClr val="E2E8F0"/>
          </a:solidFill>
        </p:spPr>
      </p:sp>
      <p:sp>
        <p:nvSpPr>
          <p:cNvPr id="42" name="Text 40"/>
          <p:cNvSpPr/>
          <p:nvPr/>
        </p:nvSpPr>
        <p:spPr>
          <a:xfrm>
            <a:off x="6794500" y="4587875"/>
            <a:ext cx="4310063" cy="222250"/>
          </a:xfrm>
          <a:prstGeom prst="rect">
            <a:avLst/>
          </a:prstGeom>
          <a:noFill/>
        </p:spPr>
        <p:txBody>
          <a:bodyPr wrap="square" lIns="0" tIns="0" rIns="0" bIns="0" rtlCol="0" anchor="ctr"/>
          <a:lstStyle/>
          <a:p>
            <a:pPr>
              <a:lnSpc>
                <a:spcPct val="130000"/>
              </a:lnSpc>
            </a:pPr>
            <a:r>
              <a:rPr lang="en-US" sz="1125" b="1" dirty="0">
                <a:solidFill>
                  <a:srgbClr val="2D3748"/>
                </a:solidFill>
                <a:latin typeface="Liter" panose="02000503030000020004" pitchFamily="34" charset="0"/>
                <a:ea typeface="Liter" panose="02000503030000020004" pitchFamily="34" charset="-122"/>
                <a:cs typeface="Liter" panose="02000503030000020004" pitchFamily="34" charset="-120"/>
              </a:rPr>
              <a:t>Importance of Assertions</a:t>
            </a:r>
            <a:endParaRPr lang="en-US" sz="1600" dirty="0"/>
          </a:p>
        </p:txBody>
      </p:sp>
      <p:sp>
        <p:nvSpPr>
          <p:cNvPr id="43" name="Text 41"/>
          <p:cNvSpPr/>
          <p:nvPr/>
        </p:nvSpPr>
        <p:spPr>
          <a:xfrm>
            <a:off x="6794500" y="4873625"/>
            <a:ext cx="4302125" cy="206375"/>
          </a:xfrm>
          <a:prstGeom prst="rect">
            <a:avLst/>
          </a:prstGeom>
          <a:noFill/>
        </p:spPr>
        <p:txBody>
          <a:bodyPr wrap="square" lIns="0" tIns="0" rIns="0" bIns="0" rtlCol="0" anchor="ctr"/>
          <a:lstStyle/>
          <a:p>
            <a:pPr>
              <a:lnSpc>
                <a:spcPct val="140000"/>
              </a:lnSpc>
            </a:pPr>
            <a:r>
              <a:rPr lang="en-US" sz="1000" dirty="0">
                <a:solidFill>
                  <a:srgbClr val="1A202C"/>
                </a:solidFill>
                <a:latin typeface="Quattrocento Sans" panose="020B0502050000020003" pitchFamily="34" charset="0"/>
                <a:ea typeface="Quattrocento Sans" panose="020B0502050000020003" pitchFamily="34" charset="-122"/>
                <a:cs typeface="Quattrocento Sans" panose="020B0502050000020003" pitchFamily="34" charset="-120"/>
              </a:rPr>
              <a:t>Learned the critical role of assertions in automation for reliable test validation.</a:t>
            </a:r>
            <a:endParaRPr lang="en-US" sz="1600" dirty="0"/>
          </a:p>
        </p:txBody>
      </p:sp>
      <p:sp>
        <p:nvSpPr>
          <p:cNvPr id="44" name="Shape 42"/>
          <p:cNvSpPr/>
          <p:nvPr/>
        </p:nvSpPr>
        <p:spPr>
          <a:xfrm>
            <a:off x="6223000" y="5365750"/>
            <a:ext cx="5651500" cy="1016000"/>
          </a:xfrm>
          <a:custGeom>
            <a:avLst/>
            <a:gdLst/>
            <a:ahLst/>
            <a:cxnLst/>
            <a:rect l="l" t="t" r="r" b="b"/>
            <a:pathLst>
              <a:path w="5651500" h="1016000">
                <a:moveTo>
                  <a:pt x="63500" y="0"/>
                </a:moveTo>
                <a:lnTo>
                  <a:pt x="5588000" y="0"/>
                </a:lnTo>
                <a:cubicBezTo>
                  <a:pt x="5623047" y="0"/>
                  <a:pt x="5651500" y="28453"/>
                  <a:pt x="5651500" y="63500"/>
                </a:cubicBezTo>
                <a:lnTo>
                  <a:pt x="5651500" y="952500"/>
                </a:lnTo>
                <a:cubicBezTo>
                  <a:pt x="5651500" y="987547"/>
                  <a:pt x="5623047" y="1016000"/>
                  <a:pt x="5588000" y="1016000"/>
                </a:cubicBezTo>
                <a:lnTo>
                  <a:pt x="63500" y="1016000"/>
                </a:lnTo>
                <a:cubicBezTo>
                  <a:pt x="28453" y="1016000"/>
                  <a:pt x="0" y="987547"/>
                  <a:pt x="0" y="952500"/>
                </a:cubicBezTo>
                <a:lnTo>
                  <a:pt x="0" y="63500"/>
                </a:lnTo>
                <a:cubicBezTo>
                  <a:pt x="0" y="28453"/>
                  <a:pt x="28453" y="0"/>
                  <a:pt x="63500" y="0"/>
                </a:cubicBezTo>
                <a:close/>
              </a:path>
            </a:pathLst>
          </a:custGeom>
          <a:solidFill>
            <a:srgbClr val="FFFFFF"/>
          </a:solidFill>
          <a:effectLst>
            <a:outerShdw blurRad="23813" dist="7938" dir="5400000" algn="bl" rotWithShape="0">
              <a:srgbClr val="000000">
                <a:alpha val="10196"/>
              </a:srgbClr>
            </a:outerShdw>
          </a:effectLst>
        </p:spPr>
      </p:sp>
      <p:sp>
        <p:nvSpPr>
          <p:cNvPr id="45" name="Shape 43"/>
          <p:cNvSpPr/>
          <p:nvPr/>
        </p:nvSpPr>
        <p:spPr>
          <a:xfrm>
            <a:off x="6381750" y="5524500"/>
            <a:ext cx="317500" cy="317500"/>
          </a:xfrm>
          <a:custGeom>
            <a:avLst/>
            <a:gdLst/>
            <a:ahLst/>
            <a:cxnLst/>
            <a:rect l="l" t="t" r="r" b="b"/>
            <a:pathLst>
              <a:path w="317500" h="317500">
                <a:moveTo>
                  <a:pt x="158750" y="0"/>
                </a:moveTo>
                <a:lnTo>
                  <a:pt x="158750" y="0"/>
                </a:lnTo>
                <a:cubicBezTo>
                  <a:pt x="246367" y="0"/>
                  <a:pt x="317500" y="71133"/>
                  <a:pt x="317500" y="158750"/>
                </a:cubicBezTo>
                <a:lnTo>
                  <a:pt x="317500" y="158750"/>
                </a:lnTo>
                <a:cubicBezTo>
                  <a:pt x="317500" y="246367"/>
                  <a:pt x="246367" y="317500"/>
                  <a:pt x="158750" y="317500"/>
                </a:cubicBezTo>
                <a:lnTo>
                  <a:pt x="158750" y="317500"/>
                </a:lnTo>
                <a:cubicBezTo>
                  <a:pt x="71133" y="317500"/>
                  <a:pt x="0" y="246367"/>
                  <a:pt x="0" y="158750"/>
                </a:cubicBezTo>
                <a:lnTo>
                  <a:pt x="0" y="158750"/>
                </a:lnTo>
                <a:cubicBezTo>
                  <a:pt x="0" y="71133"/>
                  <a:pt x="71133" y="0"/>
                  <a:pt x="158750" y="0"/>
                </a:cubicBezTo>
                <a:close/>
              </a:path>
            </a:pathLst>
          </a:custGeom>
          <a:solidFill>
            <a:srgbClr val="4A5568"/>
          </a:solidFill>
        </p:spPr>
      </p:sp>
      <p:sp>
        <p:nvSpPr>
          <p:cNvPr id="46" name="Shape 44"/>
          <p:cNvSpPr/>
          <p:nvPr/>
        </p:nvSpPr>
        <p:spPr>
          <a:xfrm>
            <a:off x="6477000" y="5619750"/>
            <a:ext cx="127000" cy="127000"/>
          </a:xfrm>
          <a:custGeom>
            <a:avLst/>
            <a:gdLst/>
            <a:ahLst/>
            <a:cxnLst/>
            <a:rect l="l" t="t" r="r" b="b"/>
            <a:pathLst>
              <a:path w="127000" h="127000">
                <a:moveTo>
                  <a:pt x="116979" y="5383"/>
                </a:moveTo>
                <a:cubicBezTo>
                  <a:pt x="111547" y="-50"/>
                  <a:pt x="102766" y="-50"/>
                  <a:pt x="97334" y="5383"/>
                </a:cubicBezTo>
                <a:lnTo>
                  <a:pt x="91281" y="11435"/>
                </a:lnTo>
                <a:lnTo>
                  <a:pt x="115565" y="35719"/>
                </a:lnTo>
                <a:lnTo>
                  <a:pt x="121617" y="29666"/>
                </a:lnTo>
                <a:cubicBezTo>
                  <a:pt x="127050" y="24234"/>
                  <a:pt x="127050" y="15453"/>
                  <a:pt x="121617" y="10021"/>
                </a:cubicBezTo>
                <a:lnTo>
                  <a:pt x="116979" y="5383"/>
                </a:lnTo>
                <a:close/>
                <a:moveTo>
                  <a:pt x="42763" y="59953"/>
                </a:moveTo>
                <a:cubicBezTo>
                  <a:pt x="41250" y="61466"/>
                  <a:pt x="40084" y="63326"/>
                  <a:pt x="39415" y="65385"/>
                </a:cubicBezTo>
                <a:lnTo>
                  <a:pt x="32072" y="87412"/>
                </a:lnTo>
                <a:cubicBezTo>
                  <a:pt x="31353" y="89545"/>
                  <a:pt x="31924" y="91901"/>
                  <a:pt x="33511" y="93514"/>
                </a:cubicBezTo>
                <a:cubicBezTo>
                  <a:pt x="35099" y="95126"/>
                  <a:pt x="37455" y="95672"/>
                  <a:pt x="39613" y="94952"/>
                </a:cubicBezTo>
                <a:lnTo>
                  <a:pt x="61640" y="87610"/>
                </a:lnTo>
                <a:cubicBezTo>
                  <a:pt x="63674" y="86940"/>
                  <a:pt x="65534" y="85775"/>
                  <a:pt x="67072" y="84262"/>
                </a:cubicBezTo>
                <a:lnTo>
                  <a:pt x="107156" y="44128"/>
                </a:lnTo>
                <a:lnTo>
                  <a:pt x="82872" y="19844"/>
                </a:lnTo>
                <a:lnTo>
                  <a:pt x="42763" y="59953"/>
                </a:lnTo>
                <a:close/>
                <a:moveTo>
                  <a:pt x="23812" y="15875"/>
                </a:moveTo>
                <a:cubicBezTo>
                  <a:pt x="10666" y="15875"/>
                  <a:pt x="0" y="26541"/>
                  <a:pt x="0" y="39688"/>
                </a:cubicBezTo>
                <a:lnTo>
                  <a:pt x="0" y="103188"/>
                </a:lnTo>
                <a:cubicBezTo>
                  <a:pt x="0" y="116334"/>
                  <a:pt x="10666" y="127000"/>
                  <a:pt x="23812" y="127000"/>
                </a:cubicBezTo>
                <a:lnTo>
                  <a:pt x="87313" y="127000"/>
                </a:lnTo>
                <a:cubicBezTo>
                  <a:pt x="100459" y="127000"/>
                  <a:pt x="111125" y="116334"/>
                  <a:pt x="111125" y="103188"/>
                </a:cubicBezTo>
                <a:lnTo>
                  <a:pt x="111125" y="79375"/>
                </a:lnTo>
                <a:cubicBezTo>
                  <a:pt x="111125" y="74985"/>
                  <a:pt x="107578" y="71438"/>
                  <a:pt x="103188" y="71438"/>
                </a:cubicBezTo>
                <a:cubicBezTo>
                  <a:pt x="98797" y="71438"/>
                  <a:pt x="95250" y="74985"/>
                  <a:pt x="95250" y="79375"/>
                </a:cubicBezTo>
                <a:lnTo>
                  <a:pt x="95250" y="103188"/>
                </a:lnTo>
                <a:cubicBezTo>
                  <a:pt x="95250" y="107578"/>
                  <a:pt x="91703" y="111125"/>
                  <a:pt x="87313" y="111125"/>
                </a:cubicBezTo>
                <a:lnTo>
                  <a:pt x="23812" y="111125"/>
                </a:lnTo>
                <a:cubicBezTo>
                  <a:pt x="19422" y="111125"/>
                  <a:pt x="15875" y="107578"/>
                  <a:pt x="15875" y="103188"/>
                </a:cubicBezTo>
                <a:lnTo>
                  <a:pt x="15875" y="39688"/>
                </a:lnTo>
                <a:cubicBezTo>
                  <a:pt x="15875" y="35297"/>
                  <a:pt x="19422" y="31750"/>
                  <a:pt x="23812" y="31750"/>
                </a:cubicBezTo>
                <a:lnTo>
                  <a:pt x="47625" y="31750"/>
                </a:lnTo>
                <a:cubicBezTo>
                  <a:pt x="52015" y="31750"/>
                  <a:pt x="55563" y="28203"/>
                  <a:pt x="55563" y="23812"/>
                </a:cubicBezTo>
                <a:cubicBezTo>
                  <a:pt x="55563" y="19422"/>
                  <a:pt x="52015" y="15875"/>
                  <a:pt x="47625" y="15875"/>
                </a:cubicBezTo>
                <a:lnTo>
                  <a:pt x="23812" y="15875"/>
                </a:lnTo>
                <a:close/>
              </a:path>
            </a:pathLst>
          </a:custGeom>
          <a:solidFill>
            <a:srgbClr val="E2E8F0"/>
          </a:solidFill>
        </p:spPr>
      </p:sp>
      <p:sp>
        <p:nvSpPr>
          <p:cNvPr id="47" name="Text 45"/>
          <p:cNvSpPr/>
          <p:nvPr/>
        </p:nvSpPr>
        <p:spPr>
          <a:xfrm>
            <a:off x="6794500" y="5524500"/>
            <a:ext cx="4992688" cy="222250"/>
          </a:xfrm>
          <a:prstGeom prst="rect">
            <a:avLst/>
          </a:prstGeom>
          <a:noFill/>
        </p:spPr>
        <p:txBody>
          <a:bodyPr wrap="square" lIns="0" tIns="0" rIns="0" bIns="0" rtlCol="0" anchor="ctr"/>
          <a:lstStyle/>
          <a:p>
            <a:pPr>
              <a:lnSpc>
                <a:spcPct val="130000"/>
              </a:lnSpc>
            </a:pPr>
            <a:r>
              <a:rPr lang="en-US" sz="1125" b="1" dirty="0">
                <a:solidFill>
                  <a:srgbClr val="2D3748"/>
                </a:solidFill>
                <a:latin typeface="Liter" panose="02000503030000020004" pitchFamily="34" charset="0"/>
                <a:ea typeface="Liter" panose="02000503030000020004" pitchFamily="34" charset="-122"/>
                <a:cs typeface="Liter" panose="02000503030000020004" pitchFamily="34" charset="-120"/>
              </a:rPr>
              <a:t>Test Case Design Skills</a:t>
            </a:r>
            <a:endParaRPr lang="en-US" sz="1600" dirty="0"/>
          </a:p>
        </p:txBody>
      </p:sp>
      <p:sp>
        <p:nvSpPr>
          <p:cNvPr id="48" name="Text 46"/>
          <p:cNvSpPr/>
          <p:nvPr/>
        </p:nvSpPr>
        <p:spPr>
          <a:xfrm>
            <a:off x="6794500" y="5810250"/>
            <a:ext cx="4984750" cy="412750"/>
          </a:xfrm>
          <a:prstGeom prst="rect">
            <a:avLst/>
          </a:prstGeom>
          <a:noFill/>
        </p:spPr>
        <p:txBody>
          <a:bodyPr wrap="square" lIns="0" tIns="0" rIns="0" bIns="0" rtlCol="0" anchor="ctr"/>
          <a:lstStyle/>
          <a:p>
            <a:pPr>
              <a:lnSpc>
                <a:spcPct val="140000"/>
              </a:lnSpc>
            </a:pPr>
            <a:r>
              <a:rPr lang="en-US" sz="1000" dirty="0">
                <a:solidFill>
                  <a:srgbClr val="1A202C"/>
                </a:solidFill>
                <a:latin typeface="Quattrocento Sans" panose="020B0502050000020003" pitchFamily="34" charset="0"/>
                <a:ea typeface="Quattrocento Sans" panose="020B0502050000020003" pitchFamily="34" charset="-122"/>
                <a:cs typeface="Quattrocento Sans" panose="020B0502050000020003" pitchFamily="34" charset="-120"/>
              </a:rPr>
              <a:t>Improved test case design skills through structured manual and automated test development.</a:t>
            </a:r>
            <a:endParaRPr lang="en-US" sz="1600" dirty="0"/>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sp>
        <p:nvSpPr>
          <p:cNvPr id="2" name="Text 0"/>
          <p:cNvSpPr/>
          <p:nvPr/>
        </p:nvSpPr>
        <p:spPr>
          <a:xfrm>
            <a:off x="153670" y="3505200"/>
            <a:ext cx="11885930" cy="457200"/>
          </a:xfrm>
          <a:prstGeom prst="rect">
            <a:avLst/>
          </a:prstGeom>
          <a:noFill/>
        </p:spPr>
        <p:txBody>
          <a:bodyPr wrap="square" lIns="0" tIns="0" rIns="0" bIns="0" rtlCol="0" anchor="ctr"/>
          <a:lstStyle/>
          <a:p>
            <a:pPr algn="ctr">
              <a:lnSpc>
                <a:spcPct val="80000"/>
              </a:lnSpc>
            </a:pPr>
            <a:r>
              <a:rPr lang="en-US" sz="4800" dirty="0">
                <a:solidFill>
                  <a:srgbClr val="2D3748"/>
                </a:solidFill>
                <a:latin typeface="Hedvig Letters Sans" pitchFamily="34" charset="0"/>
                <a:ea typeface="Hedvig Letters Sans" pitchFamily="34" charset="-122"/>
                <a:cs typeface="Hedvig Letters Sans" pitchFamily="34" charset="-120"/>
              </a:rPr>
              <a:t>Testing Vidoes With</a:t>
            </a:r>
            <a:endParaRPr lang="en-US" sz="4800" dirty="0">
              <a:solidFill>
                <a:srgbClr val="2D3748"/>
              </a:solidFill>
              <a:latin typeface="Hedvig Letters Sans" pitchFamily="34" charset="0"/>
              <a:ea typeface="Hedvig Letters Sans" pitchFamily="34" charset="-122"/>
              <a:cs typeface="Hedvig Letters Sans" pitchFamily="34" charset="-120"/>
            </a:endParaRPr>
          </a:p>
          <a:p>
            <a:pPr algn="ctr">
              <a:lnSpc>
                <a:spcPct val="80000"/>
              </a:lnSpc>
            </a:pPr>
            <a:r>
              <a:rPr lang="en-US" sz="4800" dirty="0">
                <a:solidFill>
                  <a:srgbClr val="2D3748"/>
                </a:solidFill>
                <a:latin typeface="Hedvig Letters Sans" pitchFamily="34" charset="0"/>
                <a:ea typeface="Hedvig Letters Sans" pitchFamily="34" charset="-122"/>
                <a:cs typeface="Hedvig Letters Sans" pitchFamily="34" charset="-120"/>
              </a:rPr>
              <a:t> </a:t>
            </a:r>
            <a:r>
              <a:rPr lang="en-US" sz="4800" b="1" dirty="0">
                <a:solidFill>
                  <a:srgbClr val="2D3748"/>
                </a:solidFill>
                <a:latin typeface="Hedvig Letters Sans" pitchFamily="34" charset="0"/>
                <a:ea typeface="Hedvig Letters Sans" pitchFamily="34" charset="-122"/>
                <a:cs typeface="Hedvig Letters Sans" pitchFamily="34" charset="-120"/>
              </a:rPr>
              <a:t>Selenium IDE Extension</a:t>
            </a:r>
            <a:endParaRPr lang="en-US" sz="4800" b="1" dirty="0">
              <a:solidFill>
                <a:srgbClr val="2D3748"/>
              </a:solidFill>
              <a:latin typeface="Hedvig Letters Sans" pitchFamily="34" charset="0"/>
              <a:ea typeface="Hedvig Letters Sans" pitchFamily="34" charset="-122"/>
              <a:cs typeface="Hedvig Letters Sans" pitchFamily="34" charset="-120"/>
            </a:endParaRPr>
          </a:p>
        </p:txBody>
      </p:sp>
      <p:sp>
        <p:nvSpPr>
          <p:cNvPr id="3" name="Shape 1"/>
          <p:cNvSpPr/>
          <p:nvPr/>
        </p:nvSpPr>
        <p:spPr>
          <a:xfrm>
            <a:off x="3442970" y="4373880"/>
            <a:ext cx="5610860" cy="76200"/>
          </a:xfrm>
          <a:custGeom>
            <a:avLst/>
            <a:gdLst/>
            <a:ahLst/>
            <a:cxnLst/>
            <a:rect l="l" t="t" r="r" b="b"/>
            <a:pathLst>
              <a:path w="914400" h="38100">
                <a:moveTo>
                  <a:pt x="0" y="0"/>
                </a:moveTo>
                <a:lnTo>
                  <a:pt x="914400" y="0"/>
                </a:lnTo>
                <a:lnTo>
                  <a:pt x="914400" y="38100"/>
                </a:lnTo>
                <a:lnTo>
                  <a:pt x="0" y="38100"/>
                </a:lnTo>
                <a:lnTo>
                  <a:pt x="0" y="0"/>
                </a:lnTo>
                <a:close/>
              </a:path>
            </a:pathLst>
          </a:custGeom>
          <a:solidFill>
            <a:srgbClr val="4A5568"/>
          </a:solidFill>
        </p:spPr>
      </p:sp>
      <p:sp>
        <p:nvSpPr>
          <p:cNvPr id="4" name="Shape 2"/>
          <p:cNvSpPr/>
          <p:nvPr/>
        </p:nvSpPr>
        <p:spPr>
          <a:xfrm>
            <a:off x="11132344" y="381000"/>
            <a:ext cx="642938" cy="571500"/>
          </a:xfrm>
          <a:custGeom>
            <a:avLst/>
            <a:gdLst/>
            <a:ahLst/>
            <a:cxnLst/>
            <a:rect l="l" t="t" r="r" b="b"/>
            <a:pathLst>
              <a:path w="642938" h="571500">
                <a:moveTo>
                  <a:pt x="107156" y="71438"/>
                </a:moveTo>
                <a:cubicBezTo>
                  <a:pt x="67754" y="71438"/>
                  <a:pt x="35719" y="103473"/>
                  <a:pt x="35719" y="142875"/>
                </a:cubicBezTo>
                <a:lnTo>
                  <a:pt x="35719" y="428625"/>
                </a:lnTo>
                <a:cubicBezTo>
                  <a:pt x="35719" y="468027"/>
                  <a:pt x="67754" y="500063"/>
                  <a:pt x="107156" y="500063"/>
                </a:cubicBezTo>
                <a:lnTo>
                  <a:pt x="392906" y="500063"/>
                </a:lnTo>
                <a:cubicBezTo>
                  <a:pt x="432308" y="500063"/>
                  <a:pt x="464344" y="468027"/>
                  <a:pt x="464344" y="428625"/>
                </a:cubicBezTo>
                <a:lnTo>
                  <a:pt x="464344" y="142875"/>
                </a:lnTo>
                <a:cubicBezTo>
                  <a:pt x="464344" y="103473"/>
                  <a:pt x="432308" y="71438"/>
                  <a:pt x="392906" y="71438"/>
                </a:cubicBezTo>
                <a:lnTo>
                  <a:pt x="107156" y="71438"/>
                </a:lnTo>
                <a:close/>
                <a:moveTo>
                  <a:pt x="517922" y="375047"/>
                </a:moveTo>
                <a:lnTo>
                  <a:pt x="599963" y="440680"/>
                </a:lnTo>
                <a:cubicBezTo>
                  <a:pt x="604651" y="444475"/>
                  <a:pt x="610456" y="446484"/>
                  <a:pt x="616483" y="446484"/>
                </a:cubicBezTo>
                <a:cubicBezTo>
                  <a:pt x="631106" y="446484"/>
                  <a:pt x="642938" y="434653"/>
                  <a:pt x="642938" y="420030"/>
                </a:cubicBezTo>
                <a:lnTo>
                  <a:pt x="642938" y="151470"/>
                </a:lnTo>
                <a:cubicBezTo>
                  <a:pt x="642938" y="136847"/>
                  <a:pt x="631106" y="125016"/>
                  <a:pt x="616483" y="125016"/>
                </a:cubicBezTo>
                <a:cubicBezTo>
                  <a:pt x="610456" y="125016"/>
                  <a:pt x="604651" y="127025"/>
                  <a:pt x="599963" y="130820"/>
                </a:cubicBezTo>
                <a:lnTo>
                  <a:pt x="517922" y="196453"/>
                </a:lnTo>
                <a:lnTo>
                  <a:pt x="517922" y="375047"/>
                </a:lnTo>
                <a:close/>
              </a:path>
            </a:pathLst>
          </a:custGeom>
          <a:solidFill>
            <a:srgbClr val="718096">
              <a:alpha val="30196"/>
            </a:srgbClr>
          </a:solidFill>
        </p:spPr>
      </p:sp>
      <p:sp>
        <p:nvSpPr>
          <p:cNvPr id="5" name="Shape 3"/>
          <p:cNvSpPr/>
          <p:nvPr/>
        </p:nvSpPr>
        <p:spPr>
          <a:xfrm>
            <a:off x="5486301" y="1257300"/>
            <a:ext cx="1219200" cy="1219200"/>
          </a:xfrm>
          <a:custGeom>
            <a:avLst/>
            <a:gdLst/>
            <a:ahLst/>
            <a:cxnLst/>
            <a:rect l="l" t="t" r="r" b="b"/>
            <a:pathLst>
              <a:path w="1219200" h="1219200">
                <a:moveTo>
                  <a:pt x="609600" y="0"/>
                </a:moveTo>
                <a:lnTo>
                  <a:pt x="609600" y="0"/>
                </a:lnTo>
                <a:cubicBezTo>
                  <a:pt x="946047" y="0"/>
                  <a:pt x="1219200" y="273153"/>
                  <a:pt x="1219200" y="609600"/>
                </a:cubicBezTo>
                <a:lnTo>
                  <a:pt x="1219200" y="609600"/>
                </a:lnTo>
                <a:cubicBezTo>
                  <a:pt x="1219200" y="946047"/>
                  <a:pt x="946047" y="1219200"/>
                  <a:pt x="609600" y="1219200"/>
                </a:cubicBezTo>
                <a:lnTo>
                  <a:pt x="609600" y="1219200"/>
                </a:lnTo>
                <a:cubicBezTo>
                  <a:pt x="273153" y="1219200"/>
                  <a:pt x="0" y="946047"/>
                  <a:pt x="0" y="609600"/>
                </a:cubicBezTo>
                <a:lnTo>
                  <a:pt x="0" y="609600"/>
                </a:lnTo>
                <a:cubicBezTo>
                  <a:pt x="0" y="273153"/>
                  <a:pt x="273153" y="0"/>
                  <a:pt x="609600" y="0"/>
                </a:cubicBezTo>
                <a:close/>
              </a:path>
            </a:pathLst>
          </a:custGeom>
          <a:solidFill>
            <a:srgbClr val="718096">
              <a:alpha val="10196"/>
            </a:srgbClr>
          </a:solidFill>
        </p:spPr>
      </p:sp>
      <p:sp>
        <p:nvSpPr>
          <p:cNvPr id="6" name="Shape 4"/>
          <p:cNvSpPr/>
          <p:nvPr/>
        </p:nvSpPr>
        <p:spPr>
          <a:xfrm>
            <a:off x="5753001" y="1524000"/>
            <a:ext cx="685800" cy="685800"/>
          </a:xfrm>
          <a:custGeom>
            <a:avLst/>
            <a:gdLst/>
            <a:ahLst/>
            <a:cxnLst/>
            <a:rect l="l" t="t" r="r" b="b"/>
            <a:pathLst>
              <a:path w="685800" h="685800">
                <a:moveTo>
                  <a:pt x="0" y="342900"/>
                </a:moveTo>
                <a:cubicBezTo>
                  <a:pt x="0" y="153648"/>
                  <a:pt x="153648" y="0"/>
                  <a:pt x="342900" y="0"/>
                </a:cubicBezTo>
                <a:cubicBezTo>
                  <a:pt x="532152" y="0"/>
                  <a:pt x="685800" y="153648"/>
                  <a:pt x="685800" y="342900"/>
                </a:cubicBezTo>
                <a:cubicBezTo>
                  <a:pt x="685800" y="532152"/>
                  <a:pt x="532152" y="685800"/>
                  <a:pt x="342900" y="685800"/>
                </a:cubicBezTo>
                <a:cubicBezTo>
                  <a:pt x="153648" y="685800"/>
                  <a:pt x="0" y="532152"/>
                  <a:pt x="0" y="342900"/>
                </a:cubicBezTo>
                <a:close/>
                <a:moveTo>
                  <a:pt x="252219" y="197034"/>
                </a:moveTo>
                <a:cubicBezTo>
                  <a:pt x="242039" y="202659"/>
                  <a:pt x="235744" y="213509"/>
                  <a:pt x="235744" y="225028"/>
                </a:cubicBezTo>
                <a:lnTo>
                  <a:pt x="235744" y="460772"/>
                </a:lnTo>
                <a:cubicBezTo>
                  <a:pt x="235744" y="472425"/>
                  <a:pt x="242039" y="483141"/>
                  <a:pt x="252219" y="488766"/>
                </a:cubicBezTo>
                <a:cubicBezTo>
                  <a:pt x="262399" y="494392"/>
                  <a:pt x="274722" y="494258"/>
                  <a:pt x="284768" y="488097"/>
                </a:cubicBezTo>
                <a:lnTo>
                  <a:pt x="477649" y="370225"/>
                </a:lnTo>
                <a:cubicBezTo>
                  <a:pt x="487159" y="364331"/>
                  <a:pt x="493053" y="354017"/>
                  <a:pt x="493053" y="342766"/>
                </a:cubicBezTo>
                <a:cubicBezTo>
                  <a:pt x="493053" y="331515"/>
                  <a:pt x="487159" y="321201"/>
                  <a:pt x="477649" y="315307"/>
                </a:cubicBezTo>
                <a:lnTo>
                  <a:pt x="284768" y="197435"/>
                </a:lnTo>
                <a:cubicBezTo>
                  <a:pt x="274856" y="191408"/>
                  <a:pt x="262399" y="191140"/>
                  <a:pt x="252219" y="196766"/>
                </a:cubicBezTo>
                <a:close/>
              </a:path>
            </a:pathLst>
          </a:custGeom>
          <a:solidFill>
            <a:srgbClr val="4A5568"/>
          </a:solidFill>
        </p:spPr>
      </p:sp>
      <p:sp>
        <p:nvSpPr>
          <p:cNvPr id="9" name="Shape 7"/>
          <p:cNvSpPr/>
          <p:nvPr/>
        </p:nvSpPr>
        <p:spPr>
          <a:xfrm>
            <a:off x="2750820" y="5560695"/>
            <a:ext cx="6691630" cy="956310"/>
          </a:xfrm>
          <a:custGeom>
            <a:avLst/>
            <a:gdLst/>
            <a:ahLst/>
            <a:cxnLst/>
            <a:rect l="l" t="t" r="r" b="b"/>
            <a:pathLst>
              <a:path w="4000500" h="571500">
                <a:moveTo>
                  <a:pt x="76198" y="0"/>
                </a:moveTo>
                <a:lnTo>
                  <a:pt x="3924302" y="0"/>
                </a:lnTo>
                <a:cubicBezTo>
                  <a:pt x="3966385" y="0"/>
                  <a:pt x="4000500" y="34115"/>
                  <a:pt x="4000500" y="76198"/>
                </a:cubicBezTo>
                <a:lnTo>
                  <a:pt x="4000500" y="495302"/>
                </a:lnTo>
                <a:cubicBezTo>
                  <a:pt x="4000500" y="537385"/>
                  <a:pt x="3966385" y="571500"/>
                  <a:pt x="3924302" y="571500"/>
                </a:cubicBezTo>
                <a:lnTo>
                  <a:pt x="76198" y="571500"/>
                </a:lnTo>
                <a:cubicBezTo>
                  <a:pt x="34115" y="571500"/>
                  <a:pt x="0" y="537385"/>
                  <a:pt x="0" y="495302"/>
                </a:cubicBezTo>
                <a:lnTo>
                  <a:pt x="0" y="76198"/>
                </a:lnTo>
                <a:cubicBezTo>
                  <a:pt x="0" y="34115"/>
                  <a:pt x="34115" y="0"/>
                  <a:pt x="76198" y="0"/>
                </a:cubicBezTo>
                <a:close/>
              </a:path>
            </a:pathLst>
          </a:custGeom>
          <a:solidFill>
            <a:srgbClr val="718096">
              <a:alpha val="10196"/>
            </a:srgbClr>
          </a:solidFill>
        </p:spPr>
        <p:txBody>
          <a:bodyPr/>
          <a:p>
            <a:endParaRPr lang="en-US"/>
          </a:p>
        </p:txBody>
      </p:sp>
      <p:sp>
        <p:nvSpPr>
          <p:cNvPr id="10" name="Shape 8"/>
          <p:cNvSpPr/>
          <p:nvPr/>
        </p:nvSpPr>
        <p:spPr>
          <a:xfrm>
            <a:off x="4255770" y="5893435"/>
            <a:ext cx="365760" cy="325120"/>
          </a:xfrm>
          <a:custGeom>
            <a:avLst/>
            <a:gdLst/>
            <a:ahLst/>
            <a:cxnLst/>
            <a:rect l="l" t="t" r="r" b="b"/>
            <a:pathLst>
              <a:path w="192881" h="171450">
                <a:moveTo>
                  <a:pt x="140475" y="32147"/>
                </a:moveTo>
                <a:cubicBezTo>
                  <a:pt x="134916" y="32147"/>
                  <a:pt x="129525" y="33654"/>
                  <a:pt x="124804" y="36400"/>
                </a:cubicBezTo>
                <a:cubicBezTo>
                  <a:pt x="119513" y="31042"/>
                  <a:pt x="113351" y="26555"/>
                  <a:pt x="106553" y="23173"/>
                </a:cubicBezTo>
                <a:cubicBezTo>
                  <a:pt x="115997" y="15136"/>
                  <a:pt x="128018" y="10716"/>
                  <a:pt x="140475" y="10716"/>
                </a:cubicBezTo>
                <a:cubicBezTo>
                  <a:pt x="169407" y="10716"/>
                  <a:pt x="192881" y="34156"/>
                  <a:pt x="192881" y="63122"/>
                </a:cubicBezTo>
                <a:cubicBezTo>
                  <a:pt x="192881" y="77019"/>
                  <a:pt x="187356" y="90346"/>
                  <a:pt x="177545" y="100158"/>
                </a:cubicBezTo>
                <a:lnTo>
                  <a:pt x="153736" y="123966"/>
                </a:lnTo>
                <a:cubicBezTo>
                  <a:pt x="143924" y="133778"/>
                  <a:pt x="130597" y="139303"/>
                  <a:pt x="116700" y="139303"/>
                </a:cubicBezTo>
                <a:cubicBezTo>
                  <a:pt x="87768" y="139303"/>
                  <a:pt x="64294" y="115863"/>
                  <a:pt x="64294" y="86897"/>
                </a:cubicBezTo>
                <a:cubicBezTo>
                  <a:pt x="64294" y="86395"/>
                  <a:pt x="64294" y="85892"/>
                  <a:pt x="64327" y="85390"/>
                </a:cubicBezTo>
                <a:cubicBezTo>
                  <a:pt x="64495" y="79463"/>
                  <a:pt x="69417" y="74808"/>
                  <a:pt x="75344" y="74976"/>
                </a:cubicBezTo>
                <a:cubicBezTo>
                  <a:pt x="81271" y="75143"/>
                  <a:pt x="85926" y="80066"/>
                  <a:pt x="85758" y="85993"/>
                </a:cubicBezTo>
                <a:cubicBezTo>
                  <a:pt x="85758" y="86294"/>
                  <a:pt x="85758" y="86596"/>
                  <a:pt x="85758" y="86864"/>
                </a:cubicBezTo>
                <a:cubicBezTo>
                  <a:pt x="85758" y="103975"/>
                  <a:pt x="99622" y="117838"/>
                  <a:pt x="116733" y="117838"/>
                </a:cubicBezTo>
                <a:cubicBezTo>
                  <a:pt x="124937" y="117838"/>
                  <a:pt x="132807" y="114590"/>
                  <a:pt x="138633" y="108764"/>
                </a:cubicBezTo>
                <a:lnTo>
                  <a:pt x="162442" y="84955"/>
                </a:lnTo>
                <a:cubicBezTo>
                  <a:pt x="168235" y="79162"/>
                  <a:pt x="171517" y="71259"/>
                  <a:pt x="171517" y="63055"/>
                </a:cubicBezTo>
                <a:cubicBezTo>
                  <a:pt x="171517" y="45943"/>
                  <a:pt x="157654" y="32080"/>
                  <a:pt x="140542" y="32080"/>
                </a:cubicBezTo>
                <a:close/>
                <a:moveTo>
                  <a:pt x="92154" y="58032"/>
                </a:moveTo>
                <a:cubicBezTo>
                  <a:pt x="91518" y="57764"/>
                  <a:pt x="90882" y="57396"/>
                  <a:pt x="90313" y="56994"/>
                </a:cubicBezTo>
                <a:cubicBezTo>
                  <a:pt x="86093" y="54817"/>
                  <a:pt x="81271" y="53578"/>
                  <a:pt x="76215" y="53578"/>
                </a:cubicBezTo>
                <a:cubicBezTo>
                  <a:pt x="68011" y="53578"/>
                  <a:pt x="60141" y="56826"/>
                  <a:pt x="54315" y="62653"/>
                </a:cubicBezTo>
                <a:lnTo>
                  <a:pt x="30506" y="86462"/>
                </a:lnTo>
                <a:cubicBezTo>
                  <a:pt x="24713" y="92255"/>
                  <a:pt x="21431" y="100158"/>
                  <a:pt x="21431" y="108362"/>
                </a:cubicBezTo>
                <a:cubicBezTo>
                  <a:pt x="21431" y="125473"/>
                  <a:pt x="35295" y="139337"/>
                  <a:pt x="52406" y="139337"/>
                </a:cubicBezTo>
                <a:cubicBezTo>
                  <a:pt x="57931" y="139337"/>
                  <a:pt x="63323" y="137863"/>
                  <a:pt x="68044" y="135117"/>
                </a:cubicBezTo>
                <a:cubicBezTo>
                  <a:pt x="73335" y="140475"/>
                  <a:pt x="79497" y="144962"/>
                  <a:pt x="86328" y="148344"/>
                </a:cubicBezTo>
                <a:cubicBezTo>
                  <a:pt x="76885" y="156348"/>
                  <a:pt x="64897" y="160801"/>
                  <a:pt x="52406" y="160801"/>
                </a:cubicBezTo>
                <a:cubicBezTo>
                  <a:pt x="23474" y="160801"/>
                  <a:pt x="0" y="137361"/>
                  <a:pt x="0" y="108395"/>
                </a:cubicBezTo>
                <a:cubicBezTo>
                  <a:pt x="0" y="94498"/>
                  <a:pt x="5525" y="81171"/>
                  <a:pt x="15337" y="71359"/>
                </a:cubicBezTo>
                <a:lnTo>
                  <a:pt x="39146" y="47551"/>
                </a:lnTo>
                <a:cubicBezTo>
                  <a:pt x="48957" y="37739"/>
                  <a:pt x="62285" y="32214"/>
                  <a:pt x="76181" y="32214"/>
                </a:cubicBezTo>
                <a:cubicBezTo>
                  <a:pt x="105181" y="32214"/>
                  <a:pt x="128588" y="55855"/>
                  <a:pt x="128588" y="84754"/>
                </a:cubicBezTo>
                <a:cubicBezTo>
                  <a:pt x="128588" y="85189"/>
                  <a:pt x="128588" y="85625"/>
                  <a:pt x="128588" y="86060"/>
                </a:cubicBezTo>
                <a:cubicBezTo>
                  <a:pt x="128454" y="91987"/>
                  <a:pt x="123531" y="96642"/>
                  <a:pt x="117604" y="96508"/>
                </a:cubicBezTo>
                <a:cubicBezTo>
                  <a:pt x="111677" y="96374"/>
                  <a:pt x="107022" y="91451"/>
                  <a:pt x="107156" y="85524"/>
                </a:cubicBezTo>
                <a:cubicBezTo>
                  <a:pt x="107156" y="85256"/>
                  <a:pt x="107156" y="85022"/>
                  <a:pt x="107156" y="84754"/>
                </a:cubicBezTo>
                <a:cubicBezTo>
                  <a:pt x="107156" y="73469"/>
                  <a:pt x="101129" y="63557"/>
                  <a:pt x="92154" y="58099"/>
                </a:cubicBezTo>
                <a:close/>
              </a:path>
            </a:pathLst>
          </a:custGeom>
          <a:solidFill>
            <a:srgbClr val="2D3748"/>
          </a:solidFill>
        </p:spPr>
      </p:sp>
      <p:sp>
        <p:nvSpPr>
          <p:cNvPr id="11" name="Text 9"/>
          <p:cNvSpPr/>
          <p:nvPr/>
        </p:nvSpPr>
        <p:spPr>
          <a:xfrm>
            <a:off x="3103880" y="5549265"/>
            <a:ext cx="6289040" cy="979170"/>
          </a:xfrm>
          <a:prstGeom prst="rect">
            <a:avLst/>
          </a:prstGeom>
          <a:noFill/>
        </p:spPr>
        <p:txBody>
          <a:bodyPr wrap="square" lIns="0" tIns="0" rIns="0" bIns="0" rtlCol="0" anchor="ctr"/>
          <a:lstStyle/>
          <a:p>
            <a:pPr algn="ctr">
              <a:lnSpc>
                <a:spcPct val="130000"/>
              </a:lnSpc>
            </a:pPr>
            <a:r>
              <a:rPr lang="en-US" sz="1350" b="1" dirty="0">
                <a:solidFill>
                  <a:srgbClr val="2D3748"/>
                </a:solidFill>
                <a:latin typeface="Quattrocento Sans" panose="020B0502050000020003" pitchFamily="34" charset="0"/>
                <a:ea typeface="Quattrocento Sans" panose="020B0502050000020003" pitchFamily="34" charset="-122"/>
                <a:cs typeface="Quattrocento Sans" panose="020B0502050000020003" pitchFamily="34" charset="-120"/>
              </a:rPr>
              <a:t>Location:</a:t>
            </a:r>
            <a:r>
              <a:rPr lang="en-US" sz="1350" dirty="0">
                <a:solidFill>
                  <a:srgbClr val="2D3748"/>
                </a:solidFill>
                <a:latin typeface="Quattrocento Sans" panose="020B0502050000020003" pitchFamily="34" charset="0"/>
                <a:ea typeface="Quattrocento Sans" panose="020B0502050000020003" pitchFamily="34" charset="-122"/>
                <a:cs typeface="Quattrocento Sans" panose="020B0502050000020003" pitchFamily="34" charset="-120"/>
              </a:rPr>
              <a:t> Drive Link</a:t>
            </a:r>
            <a:endParaRPr lang="en-US" sz="1600" dirty="0"/>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sp>
        <p:nvSpPr>
          <p:cNvPr id="2" name="Text 0"/>
          <p:cNvSpPr/>
          <p:nvPr/>
        </p:nvSpPr>
        <p:spPr>
          <a:xfrm>
            <a:off x="153670" y="3505200"/>
            <a:ext cx="11885930" cy="457200"/>
          </a:xfrm>
          <a:prstGeom prst="rect">
            <a:avLst/>
          </a:prstGeom>
          <a:noFill/>
        </p:spPr>
        <p:txBody>
          <a:bodyPr wrap="square" lIns="0" tIns="0" rIns="0" bIns="0" rtlCol="0" anchor="ctr"/>
          <a:lstStyle/>
          <a:p>
            <a:pPr algn="ctr">
              <a:lnSpc>
                <a:spcPct val="80000"/>
              </a:lnSpc>
            </a:pPr>
            <a:r>
              <a:rPr lang="en-US" sz="4800" dirty="0">
                <a:solidFill>
                  <a:srgbClr val="2D3748"/>
                </a:solidFill>
                <a:latin typeface="Hedvig Letters Sans" pitchFamily="34" charset="0"/>
                <a:ea typeface="Hedvig Letters Sans" pitchFamily="34" charset="-122"/>
                <a:cs typeface="Hedvig Letters Sans" pitchFamily="34" charset="-120"/>
              </a:rPr>
              <a:t>TestCase-01</a:t>
            </a:r>
            <a:endParaRPr lang="en-US" sz="4800" dirty="0">
              <a:solidFill>
                <a:srgbClr val="2D3748"/>
              </a:solidFill>
              <a:latin typeface="Hedvig Letters Sans" pitchFamily="34" charset="0"/>
              <a:ea typeface="Hedvig Letters Sans" pitchFamily="34" charset="-122"/>
              <a:cs typeface="Hedvig Letters Sans" pitchFamily="34" charset="-120"/>
            </a:endParaRPr>
          </a:p>
          <a:p>
            <a:pPr algn="ctr">
              <a:lnSpc>
                <a:spcPct val="80000"/>
              </a:lnSpc>
            </a:pPr>
            <a:r>
              <a:rPr lang="en-US" sz="4800" dirty="0">
                <a:solidFill>
                  <a:srgbClr val="2D3748"/>
                </a:solidFill>
                <a:latin typeface="Hedvig Letters Sans" pitchFamily="34" charset="0"/>
                <a:ea typeface="Hedvig Letters Sans" pitchFamily="34" charset="-122"/>
                <a:cs typeface="Hedvig Letters Sans" pitchFamily="34" charset="-120"/>
              </a:rPr>
              <a:t> Homepage Load </a:t>
            </a:r>
            <a:endParaRPr lang="en-US" sz="4800" dirty="0">
              <a:solidFill>
                <a:srgbClr val="2D3748"/>
              </a:solidFill>
              <a:latin typeface="Hedvig Letters Sans" pitchFamily="34" charset="0"/>
              <a:ea typeface="Hedvig Letters Sans" pitchFamily="34" charset="-122"/>
              <a:cs typeface="Hedvig Letters Sans" pitchFamily="34" charset="-120"/>
            </a:endParaRPr>
          </a:p>
        </p:txBody>
      </p:sp>
      <p:sp>
        <p:nvSpPr>
          <p:cNvPr id="3" name="Shape 1"/>
          <p:cNvSpPr/>
          <p:nvPr/>
        </p:nvSpPr>
        <p:spPr>
          <a:xfrm>
            <a:off x="3442970" y="4373880"/>
            <a:ext cx="5610860" cy="76200"/>
          </a:xfrm>
          <a:custGeom>
            <a:avLst/>
            <a:gdLst/>
            <a:ahLst/>
            <a:cxnLst/>
            <a:rect l="l" t="t" r="r" b="b"/>
            <a:pathLst>
              <a:path w="914400" h="38100">
                <a:moveTo>
                  <a:pt x="0" y="0"/>
                </a:moveTo>
                <a:lnTo>
                  <a:pt x="914400" y="0"/>
                </a:lnTo>
                <a:lnTo>
                  <a:pt x="914400" y="38100"/>
                </a:lnTo>
                <a:lnTo>
                  <a:pt x="0" y="38100"/>
                </a:lnTo>
                <a:lnTo>
                  <a:pt x="0" y="0"/>
                </a:lnTo>
                <a:close/>
              </a:path>
            </a:pathLst>
          </a:custGeom>
          <a:solidFill>
            <a:srgbClr val="4A5568"/>
          </a:solidFill>
        </p:spPr>
      </p:sp>
      <p:sp>
        <p:nvSpPr>
          <p:cNvPr id="4" name="Shape 2"/>
          <p:cNvSpPr/>
          <p:nvPr/>
        </p:nvSpPr>
        <p:spPr>
          <a:xfrm>
            <a:off x="11132344" y="381000"/>
            <a:ext cx="642938" cy="571500"/>
          </a:xfrm>
          <a:custGeom>
            <a:avLst/>
            <a:gdLst/>
            <a:ahLst/>
            <a:cxnLst/>
            <a:rect l="l" t="t" r="r" b="b"/>
            <a:pathLst>
              <a:path w="642938" h="571500">
                <a:moveTo>
                  <a:pt x="107156" y="71438"/>
                </a:moveTo>
                <a:cubicBezTo>
                  <a:pt x="67754" y="71438"/>
                  <a:pt x="35719" y="103473"/>
                  <a:pt x="35719" y="142875"/>
                </a:cubicBezTo>
                <a:lnTo>
                  <a:pt x="35719" y="428625"/>
                </a:lnTo>
                <a:cubicBezTo>
                  <a:pt x="35719" y="468027"/>
                  <a:pt x="67754" y="500063"/>
                  <a:pt x="107156" y="500063"/>
                </a:cubicBezTo>
                <a:lnTo>
                  <a:pt x="392906" y="500063"/>
                </a:lnTo>
                <a:cubicBezTo>
                  <a:pt x="432308" y="500063"/>
                  <a:pt x="464344" y="468027"/>
                  <a:pt x="464344" y="428625"/>
                </a:cubicBezTo>
                <a:lnTo>
                  <a:pt x="464344" y="142875"/>
                </a:lnTo>
                <a:cubicBezTo>
                  <a:pt x="464344" y="103473"/>
                  <a:pt x="432308" y="71438"/>
                  <a:pt x="392906" y="71438"/>
                </a:cubicBezTo>
                <a:lnTo>
                  <a:pt x="107156" y="71438"/>
                </a:lnTo>
                <a:close/>
                <a:moveTo>
                  <a:pt x="517922" y="375047"/>
                </a:moveTo>
                <a:lnTo>
                  <a:pt x="599963" y="440680"/>
                </a:lnTo>
                <a:cubicBezTo>
                  <a:pt x="604651" y="444475"/>
                  <a:pt x="610456" y="446484"/>
                  <a:pt x="616483" y="446484"/>
                </a:cubicBezTo>
                <a:cubicBezTo>
                  <a:pt x="631106" y="446484"/>
                  <a:pt x="642938" y="434653"/>
                  <a:pt x="642938" y="420030"/>
                </a:cubicBezTo>
                <a:lnTo>
                  <a:pt x="642938" y="151470"/>
                </a:lnTo>
                <a:cubicBezTo>
                  <a:pt x="642938" y="136847"/>
                  <a:pt x="631106" y="125016"/>
                  <a:pt x="616483" y="125016"/>
                </a:cubicBezTo>
                <a:cubicBezTo>
                  <a:pt x="610456" y="125016"/>
                  <a:pt x="604651" y="127025"/>
                  <a:pt x="599963" y="130820"/>
                </a:cubicBezTo>
                <a:lnTo>
                  <a:pt x="517922" y="196453"/>
                </a:lnTo>
                <a:lnTo>
                  <a:pt x="517922" y="375047"/>
                </a:lnTo>
                <a:close/>
              </a:path>
            </a:pathLst>
          </a:custGeom>
          <a:solidFill>
            <a:srgbClr val="718096">
              <a:alpha val="30196"/>
            </a:srgbClr>
          </a:solidFill>
        </p:spPr>
      </p:sp>
      <p:sp>
        <p:nvSpPr>
          <p:cNvPr id="5" name="Shape 3"/>
          <p:cNvSpPr/>
          <p:nvPr/>
        </p:nvSpPr>
        <p:spPr>
          <a:xfrm>
            <a:off x="5486301" y="1257300"/>
            <a:ext cx="1219200" cy="1219200"/>
          </a:xfrm>
          <a:custGeom>
            <a:avLst/>
            <a:gdLst/>
            <a:ahLst/>
            <a:cxnLst/>
            <a:rect l="l" t="t" r="r" b="b"/>
            <a:pathLst>
              <a:path w="1219200" h="1219200">
                <a:moveTo>
                  <a:pt x="609600" y="0"/>
                </a:moveTo>
                <a:lnTo>
                  <a:pt x="609600" y="0"/>
                </a:lnTo>
                <a:cubicBezTo>
                  <a:pt x="946047" y="0"/>
                  <a:pt x="1219200" y="273153"/>
                  <a:pt x="1219200" y="609600"/>
                </a:cubicBezTo>
                <a:lnTo>
                  <a:pt x="1219200" y="609600"/>
                </a:lnTo>
                <a:cubicBezTo>
                  <a:pt x="1219200" y="946047"/>
                  <a:pt x="946047" y="1219200"/>
                  <a:pt x="609600" y="1219200"/>
                </a:cubicBezTo>
                <a:lnTo>
                  <a:pt x="609600" y="1219200"/>
                </a:lnTo>
                <a:cubicBezTo>
                  <a:pt x="273153" y="1219200"/>
                  <a:pt x="0" y="946047"/>
                  <a:pt x="0" y="609600"/>
                </a:cubicBezTo>
                <a:lnTo>
                  <a:pt x="0" y="609600"/>
                </a:lnTo>
                <a:cubicBezTo>
                  <a:pt x="0" y="273153"/>
                  <a:pt x="273153" y="0"/>
                  <a:pt x="609600" y="0"/>
                </a:cubicBezTo>
                <a:close/>
              </a:path>
            </a:pathLst>
          </a:custGeom>
          <a:solidFill>
            <a:srgbClr val="718096">
              <a:alpha val="10196"/>
            </a:srgbClr>
          </a:solidFill>
        </p:spPr>
      </p:sp>
      <p:sp>
        <p:nvSpPr>
          <p:cNvPr id="6" name="Shape 4"/>
          <p:cNvSpPr/>
          <p:nvPr/>
        </p:nvSpPr>
        <p:spPr>
          <a:xfrm>
            <a:off x="5753001" y="1524000"/>
            <a:ext cx="685800" cy="685800"/>
          </a:xfrm>
          <a:custGeom>
            <a:avLst/>
            <a:gdLst/>
            <a:ahLst/>
            <a:cxnLst/>
            <a:rect l="l" t="t" r="r" b="b"/>
            <a:pathLst>
              <a:path w="685800" h="685800">
                <a:moveTo>
                  <a:pt x="0" y="342900"/>
                </a:moveTo>
                <a:cubicBezTo>
                  <a:pt x="0" y="153648"/>
                  <a:pt x="153648" y="0"/>
                  <a:pt x="342900" y="0"/>
                </a:cubicBezTo>
                <a:cubicBezTo>
                  <a:pt x="532152" y="0"/>
                  <a:pt x="685800" y="153648"/>
                  <a:pt x="685800" y="342900"/>
                </a:cubicBezTo>
                <a:cubicBezTo>
                  <a:pt x="685800" y="532152"/>
                  <a:pt x="532152" y="685800"/>
                  <a:pt x="342900" y="685800"/>
                </a:cubicBezTo>
                <a:cubicBezTo>
                  <a:pt x="153648" y="685800"/>
                  <a:pt x="0" y="532152"/>
                  <a:pt x="0" y="342900"/>
                </a:cubicBezTo>
                <a:close/>
                <a:moveTo>
                  <a:pt x="252219" y="197034"/>
                </a:moveTo>
                <a:cubicBezTo>
                  <a:pt x="242039" y="202659"/>
                  <a:pt x="235744" y="213509"/>
                  <a:pt x="235744" y="225028"/>
                </a:cubicBezTo>
                <a:lnTo>
                  <a:pt x="235744" y="460772"/>
                </a:lnTo>
                <a:cubicBezTo>
                  <a:pt x="235744" y="472425"/>
                  <a:pt x="242039" y="483141"/>
                  <a:pt x="252219" y="488766"/>
                </a:cubicBezTo>
                <a:cubicBezTo>
                  <a:pt x="262399" y="494392"/>
                  <a:pt x="274722" y="494258"/>
                  <a:pt x="284768" y="488097"/>
                </a:cubicBezTo>
                <a:lnTo>
                  <a:pt x="477649" y="370225"/>
                </a:lnTo>
                <a:cubicBezTo>
                  <a:pt x="487159" y="364331"/>
                  <a:pt x="493053" y="354017"/>
                  <a:pt x="493053" y="342766"/>
                </a:cubicBezTo>
                <a:cubicBezTo>
                  <a:pt x="493053" y="331515"/>
                  <a:pt x="487159" y="321201"/>
                  <a:pt x="477649" y="315307"/>
                </a:cubicBezTo>
                <a:lnTo>
                  <a:pt x="284768" y="197435"/>
                </a:lnTo>
                <a:cubicBezTo>
                  <a:pt x="274856" y="191408"/>
                  <a:pt x="262399" y="191140"/>
                  <a:pt x="252219" y="196766"/>
                </a:cubicBezTo>
                <a:close/>
              </a:path>
            </a:pathLst>
          </a:custGeom>
          <a:solidFill>
            <a:srgbClr val="4A5568"/>
          </a:solidFill>
        </p:spPr>
      </p:sp>
      <p:sp>
        <p:nvSpPr>
          <p:cNvPr id="9" name="Shape 7"/>
          <p:cNvSpPr/>
          <p:nvPr/>
        </p:nvSpPr>
        <p:spPr>
          <a:xfrm>
            <a:off x="2750820" y="5560695"/>
            <a:ext cx="6691630" cy="956310"/>
          </a:xfrm>
          <a:custGeom>
            <a:avLst/>
            <a:gdLst/>
            <a:ahLst/>
            <a:cxnLst/>
            <a:rect l="l" t="t" r="r" b="b"/>
            <a:pathLst>
              <a:path w="4000500" h="571500">
                <a:moveTo>
                  <a:pt x="76198" y="0"/>
                </a:moveTo>
                <a:lnTo>
                  <a:pt x="3924302" y="0"/>
                </a:lnTo>
                <a:cubicBezTo>
                  <a:pt x="3966385" y="0"/>
                  <a:pt x="4000500" y="34115"/>
                  <a:pt x="4000500" y="76198"/>
                </a:cubicBezTo>
                <a:lnTo>
                  <a:pt x="4000500" y="495302"/>
                </a:lnTo>
                <a:cubicBezTo>
                  <a:pt x="4000500" y="537385"/>
                  <a:pt x="3966385" y="571500"/>
                  <a:pt x="3924302" y="571500"/>
                </a:cubicBezTo>
                <a:lnTo>
                  <a:pt x="76198" y="571500"/>
                </a:lnTo>
                <a:cubicBezTo>
                  <a:pt x="34115" y="571500"/>
                  <a:pt x="0" y="537385"/>
                  <a:pt x="0" y="495302"/>
                </a:cubicBezTo>
                <a:lnTo>
                  <a:pt x="0" y="76198"/>
                </a:lnTo>
                <a:cubicBezTo>
                  <a:pt x="0" y="34115"/>
                  <a:pt x="34115" y="0"/>
                  <a:pt x="76198" y="0"/>
                </a:cubicBezTo>
                <a:close/>
              </a:path>
            </a:pathLst>
          </a:custGeom>
          <a:solidFill>
            <a:srgbClr val="718096">
              <a:alpha val="10196"/>
            </a:srgbClr>
          </a:solidFill>
        </p:spPr>
        <p:txBody>
          <a:bodyPr/>
          <a:p>
            <a:endParaRPr lang="en-US"/>
          </a:p>
        </p:txBody>
      </p:sp>
      <p:sp>
        <p:nvSpPr>
          <p:cNvPr id="10" name="Shape 8"/>
          <p:cNvSpPr/>
          <p:nvPr/>
        </p:nvSpPr>
        <p:spPr>
          <a:xfrm>
            <a:off x="4255770" y="5893435"/>
            <a:ext cx="365760" cy="325120"/>
          </a:xfrm>
          <a:custGeom>
            <a:avLst/>
            <a:gdLst/>
            <a:ahLst/>
            <a:cxnLst/>
            <a:rect l="l" t="t" r="r" b="b"/>
            <a:pathLst>
              <a:path w="192881" h="171450">
                <a:moveTo>
                  <a:pt x="140475" y="32147"/>
                </a:moveTo>
                <a:cubicBezTo>
                  <a:pt x="134916" y="32147"/>
                  <a:pt x="129525" y="33654"/>
                  <a:pt x="124804" y="36400"/>
                </a:cubicBezTo>
                <a:cubicBezTo>
                  <a:pt x="119513" y="31042"/>
                  <a:pt x="113351" y="26555"/>
                  <a:pt x="106553" y="23173"/>
                </a:cubicBezTo>
                <a:cubicBezTo>
                  <a:pt x="115997" y="15136"/>
                  <a:pt x="128018" y="10716"/>
                  <a:pt x="140475" y="10716"/>
                </a:cubicBezTo>
                <a:cubicBezTo>
                  <a:pt x="169407" y="10716"/>
                  <a:pt x="192881" y="34156"/>
                  <a:pt x="192881" y="63122"/>
                </a:cubicBezTo>
                <a:cubicBezTo>
                  <a:pt x="192881" y="77019"/>
                  <a:pt x="187356" y="90346"/>
                  <a:pt x="177545" y="100158"/>
                </a:cubicBezTo>
                <a:lnTo>
                  <a:pt x="153736" y="123966"/>
                </a:lnTo>
                <a:cubicBezTo>
                  <a:pt x="143924" y="133778"/>
                  <a:pt x="130597" y="139303"/>
                  <a:pt x="116700" y="139303"/>
                </a:cubicBezTo>
                <a:cubicBezTo>
                  <a:pt x="87768" y="139303"/>
                  <a:pt x="64294" y="115863"/>
                  <a:pt x="64294" y="86897"/>
                </a:cubicBezTo>
                <a:cubicBezTo>
                  <a:pt x="64294" y="86395"/>
                  <a:pt x="64294" y="85892"/>
                  <a:pt x="64327" y="85390"/>
                </a:cubicBezTo>
                <a:cubicBezTo>
                  <a:pt x="64495" y="79463"/>
                  <a:pt x="69417" y="74808"/>
                  <a:pt x="75344" y="74976"/>
                </a:cubicBezTo>
                <a:cubicBezTo>
                  <a:pt x="81271" y="75143"/>
                  <a:pt x="85926" y="80066"/>
                  <a:pt x="85758" y="85993"/>
                </a:cubicBezTo>
                <a:cubicBezTo>
                  <a:pt x="85758" y="86294"/>
                  <a:pt x="85758" y="86596"/>
                  <a:pt x="85758" y="86864"/>
                </a:cubicBezTo>
                <a:cubicBezTo>
                  <a:pt x="85758" y="103975"/>
                  <a:pt x="99622" y="117838"/>
                  <a:pt x="116733" y="117838"/>
                </a:cubicBezTo>
                <a:cubicBezTo>
                  <a:pt x="124937" y="117838"/>
                  <a:pt x="132807" y="114590"/>
                  <a:pt x="138633" y="108764"/>
                </a:cubicBezTo>
                <a:lnTo>
                  <a:pt x="162442" y="84955"/>
                </a:lnTo>
                <a:cubicBezTo>
                  <a:pt x="168235" y="79162"/>
                  <a:pt x="171517" y="71259"/>
                  <a:pt x="171517" y="63055"/>
                </a:cubicBezTo>
                <a:cubicBezTo>
                  <a:pt x="171517" y="45943"/>
                  <a:pt x="157654" y="32080"/>
                  <a:pt x="140542" y="32080"/>
                </a:cubicBezTo>
                <a:close/>
                <a:moveTo>
                  <a:pt x="92154" y="58032"/>
                </a:moveTo>
                <a:cubicBezTo>
                  <a:pt x="91518" y="57764"/>
                  <a:pt x="90882" y="57396"/>
                  <a:pt x="90313" y="56994"/>
                </a:cubicBezTo>
                <a:cubicBezTo>
                  <a:pt x="86093" y="54817"/>
                  <a:pt x="81271" y="53578"/>
                  <a:pt x="76215" y="53578"/>
                </a:cubicBezTo>
                <a:cubicBezTo>
                  <a:pt x="68011" y="53578"/>
                  <a:pt x="60141" y="56826"/>
                  <a:pt x="54315" y="62653"/>
                </a:cubicBezTo>
                <a:lnTo>
                  <a:pt x="30506" y="86462"/>
                </a:lnTo>
                <a:cubicBezTo>
                  <a:pt x="24713" y="92255"/>
                  <a:pt x="21431" y="100158"/>
                  <a:pt x="21431" y="108362"/>
                </a:cubicBezTo>
                <a:cubicBezTo>
                  <a:pt x="21431" y="125473"/>
                  <a:pt x="35295" y="139337"/>
                  <a:pt x="52406" y="139337"/>
                </a:cubicBezTo>
                <a:cubicBezTo>
                  <a:pt x="57931" y="139337"/>
                  <a:pt x="63323" y="137863"/>
                  <a:pt x="68044" y="135117"/>
                </a:cubicBezTo>
                <a:cubicBezTo>
                  <a:pt x="73335" y="140475"/>
                  <a:pt x="79497" y="144962"/>
                  <a:pt x="86328" y="148344"/>
                </a:cubicBezTo>
                <a:cubicBezTo>
                  <a:pt x="76885" y="156348"/>
                  <a:pt x="64897" y="160801"/>
                  <a:pt x="52406" y="160801"/>
                </a:cubicBezTo>
                <a:cubicBezTo>
                  <a:pt x="23474" y="160801"/>
                  <a:pt x="0" y="137361"/>
                  <a:pt x="0" y="108395"/>
                </a:cubicBezTo>
                <a:cubicBezTo>
                  <a:pt x="0" y="94498"/>
                  <a:pt x="5525" y="81171"/>
                  <a:pt x="15337" y="71359"/>
                </a:cubicBezTo>
                <a:lnTo>
                  <a:pt x="39146" y="47551"/>
                </a:lnTo>
                <a:cubicBezTo>
                  <a:pt x="48957" y="37739"/>
                  <a:pt x="62285" y="32214"/>
                  <a:pt x="76181" y="32214"/>
                </a:cubicBezTo>
                <a:cubicBezTo>
                  <a:pt x="105181" y="32214"/>
                  <a:pt x="128588" y="55855"/>
                  <a:pt x="128588" y="84754"/>
                </a:cubicBezTo>
                <a:cubicBezTo>
                  <a:pt x="128588" y="85189"/>
                  <a:pt x="128588" y="85625"/>
                  <a:pt x="128588" y="86060"/>
                </a:cubicBezTo>
                <a:cubicBezTo>
                  <a:pt x="128454" y="91987"/>
                  <a:pt x="123531" y="96642"/>
                  <a:pt x="117604" y="96508"/>
                </a:cubicBezTo>
                <a:cubicBezTo>
                  <a:pt x="111677" y="96374"/>
                  <a:pt x="107022" y="91451"/>
                  <a:pt x="107156" y="85524"/>
                </a:cubicBezTo>
                <a:cubicBezTo>
                  <a:pt x="107156" y="85256"/>
                  <a:pt x="107156" y="85022"/>
                  <a:pt x="107156" y="84754"/>
                </a:cubicBezTo>
                <a:cubicBezTo>
                  <a:pt x="107156" y="73469"/>
                  <a:pt x="101129" y="63557"/>
                  <a:pt x="92154" y="58099"/>
                </a:cubicBezTo>
                <a:close/>
              </a:path>
            </a:pathLst>
          </a:custGeom>
          <a:solidFill>
            <a:srgbClr val="2D3748"/>
          </a:solidFill>
        </p:spPr>
      </p:sp>
      <p:sp>
        <p:nvSpPr>
          <p:cNvPr id="11" name="Text 9"/>
          <p:cNvSpPr/>
          <p:nvPr/>
        </p:nvSpPr>
        <p:spPr>
          <a:xfrm>
            <a:off x="3103880" y="5549265"/>
            <a:ext cx="6289040" cy="979170"/>
          </a:xfrm>
          <a:prstGeom prst="rect">
            <a:avLst/>
          </a:prstGeom>
          <a:noFill/>
        </p:spPr>
        <p:txBody>
          <a:bodyPr wrap="square" lIns="0" tIns="0" rIns="0" bIns="0" rtlCol="0" anchor="ctr"/>
          <a:lstStyle/>
          <a:p>
            <a:pPr algn="ctr">
              <a:lnSpc>
                <a:spcPct val="130000"/>
              </a:lnSpc>
            </a:pPr>
            <a:r>
              <a:rPr lang="en-US" sz="1350" b="1" dirty="0">
                <a:solidFill>
                  <a:srgbClr val="2D3748"/>
                </a:solidFill>
                <a:latin typeface="Quattrocento Sans" panose="020B0502050000020003" pitchFamily="34" charset="0"/>
                <a:ea typeface="Quattrocento Sans" panose="020B0502050000020003" pitchFamily="34" charset="-122"/>
                <a:cs typeface="Quattrocento Sans" panose="020B0502050000020003" pitchFamily="34" charset="-120"/>
              </a:rPr>
              <a:t>Location:</a:t>
            </a:r>
            <a:r>
              <a:rPr lang="en-US" sz="1350" dirty="0">
                <a:solidFill>
                  <a:srgbClr val="2D3748"/>
                </a:solidFill>
                <a:latin typeface="Quattrocento Sans" panose="020B0502050000020003" pitchFamily="34" charset="0"/>
                <a:ea typeface="Quattrocento Sans" panose="020B0502050000020003" pitchFamily="34" charset="-122"/>
                <a:cs typeface="Quattrocento Sans" panose="020B0502050000020003" pitchFamily="34" charset="-120"/>
              </a:rPr>
              <a:t> Drive Link</a:t>
            </a:r>
            <a:endParaRPr lang="en-US" sz="1600" dirty="0"/>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pic>
        <p:nvPicPr>
          <p:cNvPr id="2" name="Image 0" descr="https://kimi-web-img.moonshot.cn/img/celestialsys.com/0687a4fcd41646294ddf6a167f0e510116decea4.jpg"/>
          <p:cNvPicPr>
            <a:picLocks noChangeAspect="1"/>
          </p:cNvPicPr>
          <p:nvPr/>
        </p:nvPicPr>
        <p:blipFill>
          <a:blip r:embed="rId1">
            <a:alphaModFix amt="15000"/>
          </a:blip>
          <a:srcRect l="3333" r="3333"/>
          <a:stretch>
            <a:fillRect/>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flip="none" rotWithShape="1">
            <a:gsLst>
              <a:gs pos="0">
                <a:srgbClr val="2D3748">
                  <a:alpha val="95000"/>
                </a:srgbClr>
              </a:gs>
              <a:gs pos="50000">
                <a:srgbClr val="4A5568">
                  <a:alpha val="90000"/>
                </a:srgbClr>
              </a:gs>
              <a:gs pos="100000">
                <a:srgbClr val="2D3748">
                  <a:alpha val="95000"/>
                </a:srgbClr>
              </a:gs>
            </a:gsLst>
            <a:lin ang="2700000" scaled="1"/>
          </a:gradFill>
        </p:spPr>
      </p:sp>
      <p:sp>
        <p:nvSpPr>
          <p:cNvPr id="4" name="Shape 1"/>
          <p:cNvSpPr/>
          <p:nvPr/>
        </p:nvSpPr>
        <p:spPr>
          <a:xfrm>
            <a:off x="5638800" y="381000"/>
            <a:ext cx="914400" cy="914400"/>
          </a:xfrm>
          <a:custGeom>
            <a:avLst/>
            <a:gdLst/>
            <a:ahLst/>
            <a:cxnLst/>
            <a:rect l="l" t="t" r="r" b="b"/>
            <a:pathLst>
              <a:path w="914400" h="914400">
                <a:moveTo>
                  <a:pt x="457200" y="0"/>
                </a:moveTo>
                <a:lnTo>
                  <a:pt x="457200" y="0"/>
                </a:lnTo>
                <a:cubicBezTo>
                  <a:pt x="709536" y="0"/>
                  <a:pt x="914400" y="204864"/>
                  <a:pt x="914400" y="457200"/>
                </a:cubicBezTo>
                <a:lnTo>
                  <a:pt x="914400" y="457200"/>
                </a:lnTo>
                <a:cubicBezTo>
                  <a:pt x="914400" y="709536"/>
                  <a:pt x="709536" y="914400"/>
                  <a:pt x="457200" y="914400"/>
                </a:cubicBezTo>
                <a:lnTo>
                  <a:pt x="457200" y="914400"/>
                </a:lnTo>
                <a:cubicBezTo>
                  <a:pt x="204864" y="914400"/>
                  <a:pt x="0" y="709536"/>
                  <a:pt x="0" y="457200"/>
                </a:cubicBezTo>
                <a:lnTo>
                  <a:pt x="0" y="457200"/>
                </a:lnTo>
                <a:cubicBezTo>
                  <a:pt x="0" y="204864"/>
                  <a:pt x="204864" y="0"/>
                  <a:pt x="457200" y="0"/>
                </a:cubicBezTo>
                <a:close/>
              </a:path>
            </a:pathLst>
          </a:custGeom>
          <a:solidFill>
            <a:srgbClr val="E2E8F0">
              <a:alpha val="10196"/>
            </a:srgbClr>
          </a:solidFill>
        </p:spPr>
      </p:sp>
      <p:sp>
        <p:nvSpPr>
          <p:cNvPr id="5" name="Shape 2"/>
          <p:cNvSpPr/>
          <p:nvPr/>
        </p:nvSpPr>
        <p:spPr>
          <a:xfrm>
            <a:off x="5867400" y="609600"/>
            <a:ext cx="457200" cy="457200"/>
          </a:xfrm>
          <a:custGeom>
            <a:avLst/>
            <a:gdLst/>
            <a:ahLst/>
            <a:cxnLst/>
            <a:rect l="l" t="t" r="r" b="b"/>
            <a:pathLst>
              <a:path w="457200" h="457200">
                <a:moveTo>
                  <a:pt x="228600" y="457200"/>
                </a:moveTo>
                <a:cubicBezTo>
                  <a:pt x="354768" y="457200"/>
                  <a:pt x="457200" y="354768"/>
                  <a:pt x="457200" y="228600"/>
                </a:cubicBezTo>
                <a:cubicBezTo>
                  <a:pt x="457200" y="102432"/>
                  <a:pt x="354768" y="0"/>
                  <a:pt x="228600" y="0"/>
                </a:cubicBezTo>
                <a:cubicBezTo>
                  <a:pt x="102432" y="0"/>
                  <a:pt x="0" y="102432"/>
                  <a:pt x="0" y="228600"/>
                </a:cubicBezTo>
                <a:cubicBezTo>
                  <a:pt x="0" y="354768"/>
                  <a:pt x="102432" y="457200"/>
                  <a:pt x="228600" y="457200"/>
                </a:cubicBezTo>
                <a:close/>
                <a:moveTo>
                  <a:pt x="303967" y="189934"/>
                </a:moveTo>
                <a:lnTo>
                  <a:pt x="232529" y="304234"/>
                </a:lnTo>
                <a:cubicBezTo>
                  <a:pt x="228779" y="310217"/>
                  <a:pt x="222349" y="313968"/>
                  <a:pt x="215295" y="314325"/>
                </a:cubicBezTo>
                <a:cubicBezTo>
                  <a:pt x="208240" y="314682"/>
                  <a:pt x="201454" y="311468"/>
                  <a:pt x="197257" y="305753"/>
                </a:cubicBezTo>
                <a:lnTo>
                  <a:pt x="154394" y="248602"/>
                </a:lnTo>
                <a:cubicBezTo>
                  <a:pt x="147251" y="239137"/>
                  <a:pt x="149215" y="225743"/>
                  <a:pt x="158681" y="218599"/>
                </a:cubicBezTo>
                <a:cubicBezTo>
                  <a:pt x="168146" y="211455"/>
                  <a:pt x="181541" y="213420"/>
                  <a:pt x="188684" y="222885"/>
                </a:cubicBezTo>
                <a:lnTo>
                  <a:pt x="212794" y="255032"/>
                </a:lnTo>
                <a:lnTo>
                  <a:pt x="267623" y="167253"/>
                </a:lnTo>
                <a:cubicBezTo>
                  <a:pt x="273874" y="157252"/>
                  <a:pt x="287089" y="154126"/>
                  <a:pt x="297180" y="160466"/>
                </a:cubicBezTo>
                <a:cubicBezTo>
                  <a:pt x="307271" y="166807"/>
                  <a:pt x="310307" y="179933"/>
                  <a:pt x="303967" y="190024"/>
                </a:cubicBezTo>
                <a:close/>
              </a:path>
            </a:pathLst>
          </a:custGeom>
          <a:solidFill>
            <a:srgbClr val="E2E8F0"/>
          </a:solidFill>
        </p:spPr>
      </p:sp>
      <p:sp>
        <p:nvSpPr>
          <p:cNvPr id="6" name="Text 3"/>
          <p:cNvSpPr/>
          <p:nvPr/>
        </p:nvSpPr>
        <p:spPr>
          <a:xfrm>
            <a:off x="4289524" y="1600200"/>
            <a:ext cx="3609975" cy="685800"/>
          </a:xfrm>
          <a:prstGeom prst="rect">
            <a:avLst/>
          </a:prstGeom>
          <a:noFill/>
        </p:spPr>
        <p:txBody>
          <a:bodyPr wrap="square" lIns="0" tIns="0" rIns="0" bIns="0" rtlCol="0" anchor="ctr"/>
          <a:lstStyle/>
          <a:p>
            <a:pPr algn="ctr">
              <a:lnSpc>
                <a:spcPct val="80000"/>
              </a:lnSpc>
            </a:pPr>
            <a:r>
              <a:rPr lang="en-US" sz="5400" b="1" dirty="0">
                <a:solidFill>
                  <a:srgbClr val="E2E8F0"/>
                </a:solidFill>
                <a:latin typeface="Hedvig Letters Sans" pitchFamily="34" charset="0"/>
                <a:ea typeface="Hedvig Letters Sans" pitchFamily="34" charset="-122"/>
                <a:cs typeface="Hedvig Letters Sans" pitchFamily="34" charset="-120"/>
              </a:rPr>
              <a:t>Thank You</a:t>
            </a:r>
            <a:endParaRPr lang="en-US" sz="1600" dirty="0"/>
          </a:p>
        </p:txBody>
      </p:sp>
      <p:sp>
        <p:nvSpPr>
          <p:cNvPr id="7" name="Shape 4"/>
          <p:cNvSpPr/>
          <p:nvPr/>
        </p:nvSpPr>
        <p:spPr>
          <a:xfrm>
            <a:off x="5486400" y="2514600"/>
            <a:ext cx="1219200" cy="38100"/>
          </a:xfrm>
          <a:custGeom>
            <a:avLst/>
            <a:gdLst/>
            <a:ahLst/>
            <a:cxnLst/>
            <a:rect l="l" t="t" r="r" b="b"/>
            <a:pathLst>
              <a:path w="1219200" h="38100">
                <a:moveTo>
                  <a:pt x="0" y="0"/>
                </a:moveTo>
                <a:lnTo>
                  <a:pt x="1219200" y="0"/>
                </a:lnTo>
                <a:lnTo>
                  <a:pt x="1219200" y="38100"/>
                </a:lnTo>
                <a:lnTo>
                  <a:pt x="0" y="38100"/>
                </a:lnTo>
                <a:lnTo>
                  <a:pt x="0" y="0"/>
                </a:lnTo>
                <a:close/>
              </a:path>
            </a:pathLst>
          </a:custGeom>
          <a:solidFill>
            <a:srgbClr val="718096"/>
          </a:solidFill>
        </p:spPr>
      </p:sp>
      <p:sp>
        <p:nvSpPr>
          <p:cNvPr id="8" name="Text 5"/>
          <p:cNvSpPr/>
          <p:nvPr/>
        </p:nvSpPr>
        <p:spPr>
          <a:xfrm>
            <a:off x="3771702" y="2857500"/>
            <a:ext cx="4648200" cy="342900"/>
          </a:xfrm>
          <a:prstGeom prst="rect">
            <a:avLst/>
          </a:prstGeom>
          <a:noFill/>
        </p:spPr>
        <p:txBody>
          <a:bodyPr wrap="square" lIns="0" tIns="0" rIns="0" bIns="0" rtlCol="0" anchor="ctr"/>
          <a:lstStyle/>
          <a:p>
            <a:pPr algn="ctr">
              <a:lnSpc>
                <a:spcPct val="100000"/>
              </a:lnSpc>
            </a:pPr>
            <a:r>
              <a:rPr lang="en-US" sz="2250" dirty="0">
                <a:solidFill>
                  <a:srgbClr val="E2E8F0">
                    <a:alpha val="90000"/>
                  </a:srgbClr>
                </a:solidFill>
                <a:latin typeface="Quattrocento Sans" panose="020B0502050000020003" pitchFamily="34" charset="0"/>
                <a:ea typeface="Quattrocento Sans" panose="020B0502050000020003" pitchFamily="34" charset="-122"/>
                <a:cs typeface="Quattrocento Sans" panose="020B0502050000020003" pitchFamily="34" charset="-120"/>
              </a:rPr>
              <a:t>Software Quality Engineering Project</a:t>
            </a:r>
            <a:endParaRPr lang="en-US" sz="1600" dirty="0"/>
          </a:p>
        </p:txBody>
      </p:sp>
      <p:sp>
        <p:nvSpPr>
          <p:cNvPr id="9" name="Shape 6"/>
          <p:cNvSpPr/>
          <p:nvPr/>
        </p:nvSpPr>
        <p:spPr>
          <a:xfrm>
            <a:off x="3032522" y="3657600"/>
            <a:ext cx="1838325" cy="1409700"/>
          </a:xfrm>
          <a:custGeom>
            <a:avLst/>
            <a:gdLst/>
            <a:ahLst/>
            <a:cxnLst/>
            <a:rect l="l" t="t" r="r" b="b"/>
            <a:pathLst>
              <a:path w="1838325" h="1409700">
                <a:moveTo>
                  <a:pt x="76194" y="0"/>
                </a:moveTo>
                <a:lnTo>
                  <a:pt x="1762131" y="0"/>
                </a:lnTo>
                <a:cubicBezTo>
                  <a:pt x="1804183" y="0"/>
                  <a:pt x="1838325" y="34142"/>
                  <a:pt x="1838325" y="76194"/>
                </a:cubicBezTo>
                <a:lnTo>
                  <a:pt x="1838325" y="1333506"/>
                </a:lnTo>
                <a:cubicBezTo>
                  <a:pt x="1838325" y="1375587"/>
                  <a:pt x="1804212" y="1409700"/>
                  <a:pt x="1762131" y="1409700"/>
                </a:cubicBezTo>
                <a:lnTo>
                  <a:pt x="76194" y="1409700"/>
                </a:lnTo>
                <a:cubicBezTo>
                  <a:pt x="34142" y="1409700"/>
                  <a:pt x="0" y="1375558"/>
                  <a:pt x="0" y="1333506"/>
                </a:cubicBezTo>
                <a:lnTo>
                  <a:pt x="0" y="76194"/>
                </a:lnTo>
                <a:cubicBezTo>
                  <a:pt x="0" y="34142"/>
                  <a:pt x="34142" y="0"/>
                  <a:pt x="76194" y="0"/>
                </a:cubicBezTo>
                <a:close/>
              </a:path>
            </a:pathLst>
          </a:custGeom>
          <a:solidFill>
            <a:srgbClr val="E2E8F0">
              <a:alpha val="10196"/>
            </a:srgbClr>
          </a:solidFill>
        </p:spPr>
      </p:sp>
      <p:sp>
        <p:nvSpPr>
          <p:cNvPr id="10" name="Shape 7"/>
          <p:cNvSpPr/>
          <p:nvPr/>
        </p:nvSpPr>
        <p:spPr>
          <a:xfrm>
            <a:off x="3780631" y="3886200"/>
            <a:ext cx="342900" cy="342900"/>
          </a:xfrm>
          <a:custGeom>
            <a:avLst/>
            <a:gdLst/>
            <a:ahLst/>
            <a:cxnLst/>
            <a:rect l="l" t="t" r="r" b="b"/>
            <a:pathLst>
              <a:path w="342900" h="342900">
                <a:moveTo>
                  <a:pt x="247330" y="-20762"/>
                </a:moveTo>
                <a:cubicBezTo>
                  <a:pt x="255300" y="-23106"/>
                  <a:pt x="263671" y="-18953"/>
                  <a:pt x="266752" y="-11452"/>
                </a:cubicBezTo>
                <a:lnTo>
                  <a:pt x="267288" y="-9912"/>
                </a:lnTo>
                <a:lnTo>
                  <a:pt x="294077" y="81171"/>
                </a:lnTo>
                <a:cubicBezTo>
                  <a:pt x="295751" y="86797"/>
                  <a:pt x="294144" y="92891"/>
                  <a:pt x="289992" y="97043"/>
                </a:cubicBezTo>
                <a:lnTo>
                  <a:pt x="247062" y="139973"/>
                </a:lnTo>
                <a:lnTo>
                  <a:pt x="298229" y="126043"/>
                </a:lnTo>
                <a:lnTo>
                  <a:pt x="311557" y="85993"/>
                </a:lnTo>
                <a:lnTo>
                  <a:pt x="312160" y="84453"/>
                </a:lnTo>
                <a:cubicBezTo>
                  <a:pt x="315508" y="77019"/>
                  <a:pt x="324014" y="73201"/>
                  <a:pt x="331916" y="75813"/>
                </a:cubicBezTo>
                <a:cubicBezTo>
                  <a:pt x="339819" y="78425"/>
                  <a:pt x="344306" y="86596"/>
                  <a:pt x="342498" y="94565"/>
                </a:cubicBezTo>
                <a:lnTo>
                  <a:pt x="342029" y="96173"/>
                </a:lnTo>
                <a:lnTo>
                  <a:pt x="325956" y="144393"/>
                </a:lnTo>
                <a:cubicBezTo>
                  <a:pt x="324282" y="149483"/>
                  <a:pt x="320129" y="153367"/>
                  <a:pt x="314905" y="154841"/>
                </a:cubicBezTo>
                <a:lnTo>
                  <a:pt x="253893" y="171450"/>
                </a:lnTo>
                <a:lnTo>
                  <a:pt x="314905" y="188059"/>
                </a:lnTo>
                <a:cubicBezTo>
                  <a:pt x="320062" y="189466"/>
                  <a:pt x="324215" y="193417"/>
                  <a:pt x="325956" y="198507"/>
                </a:cubicBezTo>
                <a:lnTo>
                  <a:pt x="342029" y="246727"/>
                </a:lnTo>
                <a:lnTo>
                  <a:pt x="342498" y="248335"/>
                </a:lnTo>
                <a:cubicBezTo>
                  <a:pt x="344306" y="256304"/>
                  <a:pt x="339752" y="264475"/>
                  <a:pt x="331916" y="267087"/>
                </a:cubicBezTo>
                <a:cubicBezTo>
                  <a:pt x="324014" y="269699"/>
                  <a:pt x="315508" y="265881"/>
                  <a:pt x="312160" y="258447"/>
                </a:cubicBezTo>
                <a:lnTo>
                  <a:pt x="311557" y="256907"/>
                </a:lnTo>
                <a:lnTo>
                  <a:pt x="298229" y="216857"/>
                </a:lnTo>
                <a:lnTo>
                  <a:pt x="247062" y="202927"/>
                </a:lnTo>
                <a:lnTo>
                  <a:pt x="289992" y="245857"/>
                </a:lnTo>
                <a:cubicBezTo>
                  <a:pt x="294077" y="249942"/>
                  <a:pt x="295684" y="255969"/>
                  <a:pt x="294144" y="261528"/>
                </a:cubicBezTo>
                <a:lnTo>
                  <a:pt x="267355" y="357969"/>
                </a:lnTo>
                <a:lnTo>
                  <a:pt x="266819" y="359509"/>
                </a:lnTo>
                <a:cubicBezTo>
                  <a:pt x="263872" y="367077"/>
                  <a:pt x="255568" y="371363"/>
                  <a:pt x="247531" y="369153"/>
                </a:cubicBezTo>
                <a:cubicBezTo>
                  <a:pt x="239494" y="366943"/>
                  <a:pt x="234605" y="358973"/>
                  <a:pt x="236012" y="350937"/>
                </a:cubicBezTo>
                <a:lnTo>
                  <a:pt x="236347" y="349329"/>
                </a:lnTo>
                <a:lnTo>
                  <a:pt x="260591" y="261930"/>
                </a:lnTo>
                <a:lnTo>
                  <a:pt x="235677" y="237016"/>
                </a:lnTo>
                <a:cubicBezTo>
                  <a:pt x="235074" y="271909"/>
                  <a:pt x="206544" y="300038"/>
                  <a:pt x="171450" y="300038"/>
                </a:cubicBezTo>
                <a:cubicBezTo>
                  <a:pt x="136356" y="300038"/>
                  <a:pt x="107826" y="271909"/>
                  <a:pt x="107156" y="237016"/>
                </a:cubicBezTo>
                <a:lnTo>
                  <a:pt x="82376" y="261796"/>
                </a:lnTo>
                <a:lnTo>
                  <a:pt x="106487" y="343704"/>
                </a:lnTo>
                <a:lnTo>
                  <a:pt x="106888" y="345311"/>
                </a:lnTo>
                <a:cubicBezTo>
                  <a:pt x="108362" y="353281"/>
                  <a:pt x="103607" y="361317"/>
                  <a:pt x="95637" y="363662"/>
                </a:cubicBezTo>
                <a:cubicBezTo>
                  <a:pt x="87667" y="366006"/>
                  <a:pt x="79296" y="361853"/>
                  <a:pt x="76215" y="354352"/>
                </a:cubicBezTo>
                <a:lnTo>
                  <a:pt x="75679" y="352812"/>
                </a:lnTo>
                <a:lnTo>
                  <a:pt x="48890" y="261729"/>
                </a:lnTo>
                <a:cubicBezTo>
                  <a:pt x="47216" y="256103"/>
                  <a:pt x="48823" y="250009"/>
                  <a:pt x="52975" y="245790"/>
                </a:cubicBezTo>
                <a:lnTo>
                  <a:pt x="95905" y="202860"/>
                </a:lnTo>
                <a:lnTo>
                  <a:pt x="44738" y="216790"/>
                </a:lnTo>
                <a:lnTo>
                  <a:pt x="31410" y="256840"/>
                </a:lnTo>
                <a:lnTo>
                  <a:pt x="30807" y="258381"/>
                </a:lnTo>
                <a:cubicBezTo>
                  <a:pt x="27459" y="265814"/>
                  <a:pt x="18953" y="269632"/>
                  <a:pt x="11050" y="267020"/>
                </a:cubicBezTo>
                <a:cubicBezTo>
                  <a:pt x="3148" y="264408"/>
                  <a:pt x="-1339" y="256237"/>
                  <a:pt x="469" y="248268"/>
                </a:cubicBezTo>
                <a:lnTo>
                  <a:pt x="938" y="246660"/>
                </a:lnTo>
                <a:lnTo>
                  <a:pt x="17011" y="198440"/>
                </a:lnTo>
                <a:cubicBezTo>
                  <a:pt x="18685" y="193350"/>
                  <a:pt x="22838" y="189466"/>
                  <a:pt x="28062" y="187992"/>
                </a:cubicBezTo>
                <a:lnTo>
                  <a:pt x="89074" y="171383"/>
                </a:lnTo>
                <a:lnTo>
                  <a:pt x="28062" y="154774"/>
                </a:lnTo>
                <a:cubicBezTo>
                  <a:pt x="22905" y="153367"/>
                  <a:pt x="18752" y="149416"/>
                  <a:pt x="17011" y="144326"/>
                </a:cubicBezTo>
                <a:lnTo>
                  <a:pt x="938" y="96106"/>
                </a:lnTo>
                <a:lnTo>
                  <a:pt x="469" y="94498"/>
                </a:lnTo>
                <a:cubicBezTo>
                  <a:pt x="-1339" y="86529"/>
                  <a:pt x="3215" y="78358"/>
                  <a:pt x="11050" y="75746"/>
                </a:cubicBezTo>
                <a:cubicBezTo>
                  <a:pt x="18886" y="73134"/>
                  <a:pt x="27459" y="76952"/>
                  <a:pt x="30807" y="84386"/>
                </a:cubicBezTo>
                <a:lnTo>
                  <a:pt x="31410" y="85926"/>
                </a:lnTo>
                <a:lnTo>
                  <a:pt x="44738" y="125976"/>
                </a:lnTo>
                <a:lnTo>
                  <a:pt x="95905" y="139906"/>
                </a:lnTo>
                <a:lnTo>
                  <a:pt x="52975" y="96976"/>
                </a:lnTo>
                <a:cubicBezTo>
                  <a:pt x="48823" y="92824"/>
                  <a:pt x="47283" y="86730"/>
                  <a:pt x="48890" y="81104"/>
                </a:cubicBezTo>
                <a:lnTo>
                  <a:pt x="75679" y="-9979"/>
                </a:lnTo>
                <a:lnTo>
                  <a:pt x="76215" y="-11519"/>
                </a:lnTo>
                <a:cubicBezTo>
                  <a:pt x="79296" y="-19087"/>
                  <a:pt x="87667" y="-23173"/>
                  <a:pt x="95637" y="-20828"/>
                </a:cubicBezTo>
                <a:cubicBezTo>
                  <a:pt x="103607" y="-18484"/>
                  <a:pt x="108362" y="-10448"/>
                  <a:pt x="106888" y="-2478"/>
                </a:cubicBezTo>
                <a:lnTo>
                  <a:pt x="106487" y="-871"/>
                </a:lnTo>
                <a:lnTo>
                  <a:pt x="82376" y="81037"/>
                </a:lnTo>
                <a:lnTo>
                  <a:pt x="117872" y="116532"/>
                </a:lnTo>
                <a:cubicBezTo>
                  <a:pt x="118542" y="87533"/>
                  <a:pt x="142250" y="64227"/>
                  <a:pt x="171383" y="64227"/>
                </a:cubicBezTo>
                <a:cubicBezTo>
                  <a:pt x="200516" y="64227"/>
                  <a:pt x="224224" y="87533"/>
                  <a:pt x="224894" y="116599"/>
                </a:cubicBezTo>
                <a:lnTo>
                  <a:pt x="260457" y="81037"/>
                </a:lnTo>
                <a:lnTo>
                  <a:pt x="236347" y="-871"/>
                </a:lnTo>
                <a:lnTo>
                  <a:pt x="235945" y="-2478"/>
                </a:lnTo>
                <a:cubicBezTo>
                  <a:pt x="234471" y="-10515"/>
                  <a:pt x="239226" y="-18484"/>
                  <a:pt x="247196" y="-20828"/>
                </a:cubicBezTo>
                <a:close/>
              </a:path>
            </a:pathLst>
          </a:custGeom>
          <a:solidFill>
            <a:srgbClr val="E2E8F0"/>
          </a:solidFill>
        </p:spPr>
      </p:sp>
      <p:sp>
        <p:nvSpPr>
          <p:cNvPr id="11" name="Text 8"/>
          <p:cNvSpPr/>
          <p:nvPr/>
        </p:nvSpPr>
        <p:spPr>
          <a:xfrm>
            <a:off x="3213497" y="4343400"/>
            <a:ext cx="1476375" cy="266700"/>
          </a:xfrm>
          <a:prstGeom prst="rect">
            <a:avLst/>
          </a:prstGeom>
          <a:noFill/>
        </p:spPr>
        <p:txBody>
          <a:bodyPr wrap="square" lIns="0" tIns="0" rIns="0" bIns="0" rtlCol="0" anchor="ctr"/>
          <a:lstStyle/>
          <a:p>
            <a:pPr algn="ctr">
              <a:lnSpc>
                <a:spcPct val="120000"/>
              </a:lnSpc>
            </a:pPr>
            <a:r>
              <a:rPr lang="en-US" sz="1500" b="1" dirty="0">
                <a:solidFill>
                  <a:srgbClr val="E2E8F0"/>
                </a:solidFill>
                <a:latin typeface="Quattrocento Sans" panose="020B0502050000020003" pitchFamily="34" charset="0"/>
                <a:ea typeface="Quattrocento Sans" panose="020B0502050000020003" pitchFamily="34" charset="-122"/>
                <a:cs typeface="Quattrocento Sans" panose="020B0502050000020003" pitchFamily="34" charset="-120"/>
              </a:rPr>
              <a:t>Selenium IDE</a:t>
            </a:r>
            <a:endParaRPr lang="en-US" sz="1600" dirty="0"/>
          </a:p>
        </p:txBody>
      </p:sp>
      <p:sp>
        <p:nvSpPr>
          <p:cNvPr id="12" name="Text 9"/>
          <p:cNvSpPr/>
          <p:nvPr/>
        </p:nvSpPr>
        <p:spPr>
          <a:xfrm>
            <a:off x="3223022" y="4610100"/>
            <a:ext cx="1457325" cy="228600"/>
          </a:xfrm>
          <a:prstGeom prst="rect">
            <a:avLst/>
          </a:prstGeom>
          <a:noFill/>
        </p:spPr>
        <p:txBody>
          <a:bodyPr wrap="square" lIns="0" tIns="0" rIns="0" bIns="0" rtlCol="0" anchor="ctr"/>
          <a:lstStyle/>
          <a:p>
            <a:pPr algn="ctr">
              <a:lnSpc>
                <a:spcPct val="130000"/>
              </a:lnSpc>
            </a:pPr>
            <a:r>
              <a:rPr lang="en-US" sz="1200" dirty="0">
                <a:solidFill>
                  <a:srgbClr val="E2E8F0">
                    <a:alpha val="70000"/>
                  </a:srgbClr>
                </a:solidFill>
                <a:latin typeface="Quattrocento Sans" panose="020B0502050000020003" pitchFamily="34" charset="0"/>
                <a:ea typeface="Quattrocento Sans" panose="020B0502050000020003" pitchFamily="34" charset="-122"/>
                <a:cs typeface="Quattrocento Sans" panose="020B0502050000020003" pitchFamily="34" charset="-120"/>
              </a:rPr>
              <a:t>Record &amp; Playback</a:t>
            </a:r>
            <a:endParaRPr lang="en-US" sz="1600" dirty="0"/>
          </a:p>
        </p:txBody>
      </p:sp>
      <p:sp>
        <p:nvSpPr>
          <p:cNvPr id="13" name="Shape 10"/>
          <p:cNvSpPr/>
          <p:nvPr/>
        </p:nvSpPr>
        <p:spPr>
          <a:xfrm>
            <a:off x="5176441" y="3657600"/>
            <a:ext cx="1838325" cy="1409700"/>
          </a:xfrm>
          <a:custGeom>
            <a:avLst/>
            <a:gdLst/>
            <a:ahLst/>
            <a:cxnLst/>
            <a:rect l="l" t="t" r="r" b="b"/>
            <a:pathLst>
              <a:path w="1838325" h="1409700">
                <a:moveTo>
                  <a:pt x="76194" y="0"/>
                </a:moveTo>
                <a:lnTo>
                  <a:pt x="1762131" y="0"/>
                </a:lnTo>
                <a:cubicBezTo>
                  <a:pt x="1804183" y="0"/>
                  <a:pt x="1838325" y="34142"/>
                  <a:pt x="1838325" y="76194"/>
                </a:cubicBezTo>
                <a:lnTo>
                  <a:pt x="1838325" y="1333506"/>
                </a:lnTo>
                <a:cubicBezTo>
                  <a:pt x="1838325" y="1375587"/>
                  <a:pt x="1804212" y="1409700"/>
                  <a:pt x="1762131" y="1409700"/>
                </a:cubicBezTo>
                <a:lnTo>
                  <a:pt x="76194" y="1409700"/>
                </a:lnTo>
                <a:cubicBezTo>
                  <a:pt x="34142" y="1409700"/>
                  <a:pt x="0" y="1375558"/>
                  <a:pt x="0" y="1333506"/>
                </a:cubicBezTo>
                <a:lnTo>
                  <a:pt x="0" y="76194"/>
                </a:lnTo>
                <a:cubicBezTo>
                  <a:pt x="0" y="34142"/>
                  <a:pt x="34142" y="0"/>
                  <a:pt x="76194" y="0"/>
                </a:cubicBezTo>
                <a:close/>
              </a:path>
            </a:pathLst>
          </a:custGeom>
          <a:solidFill>
            <a:srgbClr val="E2E8F0">
              <a:alpha val="10196"/>
            </a:srgbClr>
          </a:solidFill>
        </p:spPr>
      </p:sp>
      <p:sp>
        <p:nvSpPr>
          <p:cNvPr id="14" name="Shape 11"/>
          <p:cNvSpPr/>
          <p:nvPr/>
        </p:nvSpPr>
        <p:spPr>
          <a:xfrm>
            <a:off x="5945981" y="3886200"/>
            <a:ext cx="300038" cy="342900"/>
          </a:xfrm>
          <a:custGeom>
            <a:avLst/>
            <a:gdLst/>
            <a:ahLst/>
            <a:cxnLst/>
            <a:rect l="l" t="t" r="r" b="b"/>
            <a:pathLst>
              <a:path w="300038" h="342900">
                <a:moveTo>
                  <a:pt x="294546" y="134280"/>
                </a:moveTo>
                <a:cubicBezTo>
                  <a:pt x="289389" y="113586"/>
                  <a:pt x="279611" y="97981"/>
                  <a:pt x="258782" y="97981"/>
                </a:cubicBezTo>
                <a:lnTo>
                  <a:pt x="231926" y="97981"/>
                </a:lnTo>
                <a:lnTo>
                  <a:pt x="231926" y="129726"/>
                </a:lnTo>
                <a:cubicBezTo>
                  <a:pt x="231926" y="154372"/>
                  <a:pt x="211031" y="175133"/>
                  <a:pt x="187189" y="175133"/>
                </a:cubicBezTo>
                <a:lnTo>
                  <a:pt x="115662" y="175133"/>
                </a:lnTo>
                <a:cubicBezTo>
                  <a:pt x="96106" y="175133"/>
                  <a:pt x="79898" y="191877"/>
                  <a:pt x="79898" y="211500"/>
                </a:cubicBezTo>
                <a:lnTo>
                  <a:pt x="79898" y="279678"/>
                </a:lnTo>
                <a:cubicBezTo>
                  <a:pt x="79898" y="299100"/>
                  <a:pt x="96775" y="310485"/>
                  <a:pt x="115662" y="316044"/>
                </a:cubicBezTo>
                <a:cubicBezTo>
                  <a:pt x="138299" y="322674"/>
                  <a:pt x="160065" y="323880"/>
                  <a:pt x="187189" y="316044"/>
                </a:cubicBezTo>
                <a:cubicBezTo>
                  <a:pt x="205204" y="310820"/>
                  <a:pt x="222952" y="300305"/>
                  <a:pt x="222952" y="279678"/>
                </a:cubicBezTo>
                <a:lnTo>
                  <a:pt x="222952" y="252420"/>
                </a:lnTo>
                <a:lnTo>
                  <a:pt x="151492" y="252420"/>
                </a:lnTo>
                <a:lnTo>
                  <a:pt x="151492" y="243312"/>
                </a:lnTo>
                <a:lnTo>
                  <a:pt x="258782" y="243312"/>
                </a:lnTo>
                <a:cubicBezTo>
                  <a:pt x="279611" y="243312"/>
                  <a:pt x="287313" y="228779"/>
                  <a:pt x="294546" y="207012"/>
                </a:cubicBezTo>
                <a:cubicBezTo>
                  <a:pt x="302047" y="184577"/>
                  <a:pt x="301712" y="163011"/>
                  <a:pt x="294546" y="134280"/>
                </a:cubicBezTo>
                <a:close/>
                <a:moveTo>
                  <a:pt x="191676" y="297827"/>
                </a:moveTo>
                <a:cubicBezTo>
                  <a:pt x="186579" y="298185"/>
                  <a:pt x="181708" y="295668"/>
                  <a:pt x="179050" y="291304"/>
                </a:cubicBezTo>
                <a:cubicBezTo>
                  <a:pt x="176393" y="286940"/>
                  <a:pt x="176393" y="281457"/>
                  <a:pt x="179050" y="277093"/>
                </a:cubicBezTo>
                <a:cubicBezTo>
                  <a:pt x="181708" y="272729"/>
                  <a:pt x="186579" y="270212"/>
                  <a:pt x="191676" y="270570"/>
                </a:cubicBezTo>
                <a:cubicBezTo>
                  <a:pt x="196773" y="270212"/>
                  <a:pt x="201644" y="272729"/>
                  <a:pt x="204301" y="277093"/>
                </a:cubicBezTo>
                <a:cubicBezTo>
                  <a:pt x="206959" y="281457"/>
                  <a:pt x="206959" y="286940"/>
                  <a:pt x="204301" y="291304"/>
                </a:cubicBezTo>
                <a:cubicBezTo>
                  <a:pt x="201644" y="295668"/>
                  <a:pt x="196773" y="298185"/>
                  <a:pt x="191676" y="297827"/>
                </a:cubicBezTo>
                <a:close/>
                <a:moveTo>
                  <a:pt x="112380" y="166159"/>
                </a:moveTo>
                <a:lnTo>
                  <a:pt x="183907" y="166159"/>
                </a:lnTo>
                <a:cubicBezTo>
                  <a:pt x="203798" y="166159"/>
                  <a:pt x="219670" y="149751"/>
                  <a:pt x="219670" y="129793"/>
                </a:cubicBezTo>
                <a:lnTo>
                  <a:pt x="219670" y="61548"/>
                </a:lnTo>
                <a:cubicBezTo>
                  <a:pt x="219670" y="42126"/>
                  <a:pt x="203329" y="27593"/>
                  <a:pt x="183907" y="24311"/>
                </a:cubicBezTo>
                <a:cubicBezTo>
                  <a:pt x="159931" y="20360"/>
                  <a:pt x="133878" y="20561"/>
                  <a:pt x="112380" y="24378"/>
                </a:cubicBezTo>
                <a:cubicBezTo>
                  <a:pt x="82108" y="29736"/>
                  <a:pt x="76617" y="40920"/>
                  <a:pt x="76617" y="61615"/>
                </a:cubicBezTo>
                <a:lnTo>
                  <a:pt x="76617" y="88873"/>
                </a:lnTo>
                <a:lnTo>
                  <a:pt x="148210" y="88873"/>
                </a:lnTo>
                <a:lnTo>
                  <a:pt x="148210" y="97981"/>
                </a:lnTo>
                <a:lnTo>
                  <a:pt x="49761" y="97981"/>
                </a:lnTo>
                <a:cubicBezTo>
                  <a:pt x="28932" y="97981"/>
                  <a:pt x="10716" y="110505"/>
                  <a:pt x="5023" y="134280"/>
                </a:cubicBezTo>
                <a:cubicBezTo>
                  <a:pt x="-1540" y="161538"/>
                  <a:pt x="-1808" y="178549"/>
                  <a:pt x="5023" y="207012"/>
                </a:cubicBezTo>
                <a:cubicBezTo>
                  <a:pt x="10113" y="228176"/>
                  <a:pt x="22235" y="243312"/>
                  <a:pt x="43063" y="243312"/>
                </a:cubicBezTo>
                <a:lnTo>
                  <a:pt x="67642" y="243312"/>
                </a:lnTo>
                <a:lnTo>
                  <a:pt x="67642" y="210629"/>
                </a:lnTo>
                <a:cubicBezTo>
                  <a:pt x="67642" y="186988"/>
                  <a:pt x="88069" y="166159"/>
                  <a:pt x="112380" y="166159"/>
                </a:cubicBezTo>
                <a:close/>
                <a:moveTo>
                  <a:pt x="107960" y="43331"/>
                </a:moveTo>
                <a:cubicBezTo>
                  <a:pt x="115500" y="43331"/>
                  <a:pt x="121622" y="49453"/>
                  <a:pt x="121622" y="56994"/>
                </a:cubicBezTo>
                <a:cubicBezTo>
                  <a:pt x="121622" y="64534"/>
                  <a:pt x="115500" y="70656"/>
                  <a:pt x="107960" y="70656"/>
                </a:cubicBezTo>
                <a:cubicBezTo>
                  <a:pt x="100419" y="70656"/>
                  <a:pt x="94297" y="64534"/>
                  <a:pt x="94297" y="56994"/>
                </a:cubicBezTo>
                <a:cubicBezTo>
                  <a:pt x="94297" y="49453"/>
                  <a:pt x="100419" y="43331"/>
                  <a:pt x="107960" y="43331"/>
                </a:cubicBezTo>
                <a:close/>
              </a:path>
            </a:pathLst>
          </a:custGeom>
          <a:solidFill>
            <a:srgbClr val="E2E8F0"/>
          </a:solidFill>
        </p:spPr>
      </p:sp>
      <p:sp>
        <p:nvSpPr>
          <p:cNvPr id="15" name="Text 12"/>
          <p:cNvSpPr/>
          <p:nvPr/>
        </p:nvSpPr>
        <p:spPr>
          <a:xfrm>
            <a:off x="5357416" y="4343400"/>
            <a:ext cx="1476375" cy="266700"/>
          </a:xfrm>
          <a:prstGeom prst="rect">
            <a:avLst/>
          </a:prstGeom>
          <a:noFill/>
        </p:spPr>
        <p:txBody>
          <a:bodyPr wrap="square" lIns="0" tIns="0" rIns="0" bIns="0" rtlCol="0" anchor="ctr"/>
          <a:lstStyle/>
          <a:p>
            <a:pPr algn="ctr">
              <a:lnSpc>
                <a:spcPct val="120000"/>
              </a:lnSpc>
            </a:pPr>
            <a:r>
              <a:rPr lang="en-US" sz="1500" b="1" dirty="0">
                <a:solidFill>
                  <a:srgbClr val="E2E8F0"/>
                </a:solidFill>
                <a:latin typeface="Quattrocento Sans" panose="020B0502050000020003" pitchFamily="34" charset="0"/>
                <a:ea typeface="Quattrocento Sans" panose="020B0502050000020003" pitchFamily="34" charset="-122"/>
                <a:cs typeface="Quattrocento Sans" panose="020B0502050000020003" pitchFamily="34" charset="-120"/>
              </a:rPr>
              <a:t>Python Selenium</a:t>
            </a:r>
            <a:endParaRPr lang="en-US" sz="1600" dirty="0"/>
          </a:p>
        </p:txBody>
      </p:sp>
      <p:sp>
        <p:nvSpPr>
          <p:cNvPr id="16" name="Text 13"/>
          <p:cNvSpPr/>
          <p:nvPr/>
        </p:nvSpPr>
        <p:spPr>
          <a:xfrm>
            <a:off x="5366941" y="4610100"/>
            <a:ext cx="1457325" cy="228600"/>
          </a:xfrm>
          <a:prstGeom prst="rect">
            <a:avLst/>
          </a:prstGeom>
          <a:noFill/>
        </p:spPr>
        <p:txBody>
          <a:bodyPr wrap="square" lIns="0" tIns="0" rIns="0" bIns="0" rtlCol="0" anchor="ctr"/>
          <a:lstStyle/>
          <a:p>
            <a:pPr algn="ctr">
              <a:lnSpc>
                <a:spcPct val="130000"/>
              </a:lnSpc>
            </a:pPr>
            <a:r>
              <a:rPr lang="en-US" sz="1200" dirty="0">
                <a:solidFill>
                  <a:srgbClr val="E2E8F0">
                    <a:alpha val="70000"/>
                  </a:srgbClr>
                </a:solidFill>
                <a:latin typeface="Quattrocento Sans" panose="020B0502050000020003" pitchFamily="34" charset="0"/>
                <a:ea typeface="Quattrocento Sans" panose="020B0502050000020003" pitchFamily="34" charset="-122"/>
                <a:cs typeface="Quattrocento Sans" panose="020B0502050000020003" pitchFamily="34" charset="-120"/>
              </a:rPr>
              <a:t>Script Automation</a:t>
            </a:r>
            <a:endParaRPr lang="en-US" sz="1600" dirty="0"/>
          </a:p>
        </p:txBody>
      </p:sp>
      <p:sp>
        <p:nvSpPr>
          <p:cNvPr id="17" name="Shape 14"/>
          <p:cNvSpPr/>
          <p:nvPr/>
        </p:nvSpPr>
        <p:spPr>
          <a:xfrm>
            <a:off x="7320360" y="3657600"/>
            <a:ext cx="1838325" cy="1409700"/>
          </a:xfrm>
          <a:custGeom>
            <a:avLst/>
            <a:gdLst/>
            <a:ahLst/>
            <a:cxnLst/>
            <a:rect l="l" t="t" r="r" b="b"/>
            <a:pathLst>
              <a:path w="1838325" h="1409700">
                <a:moveTo>
                  <a:pt x="76194" y="0"/>
                </a:moveTo>
                <a:lnTo>
                  <a:pt x="1762131" y="0"/>
                </a:lnTo>
                <a:cubicBezTo>
                  <a:pt x="1804183" y="0"/>
                  <a:pt x="1838325" y="34142"/>
                  <a:pt x="1838325" y="76194"/>
                </a:cubicBezTo>
                <a:lnTo>
                  <a:pt x="1838325" y="1333506"/>
                </a:lnTo>
                <a:cubicBezTo>
                  <a:pt x="1838325" y="1375587"/>
                  <a:pt x="1804212" y="1409700"/>
                  <a:pt x="1762131" y="1409700"/>
                </a:cubicBezTo>
                <a:lnTo>
                  <a:pt x="76194" y="1409700"/>
                </a:lnTo>
                <a:cubicBezTo>
                  <a:pt x="34142" y="1409700"/>
                  <a:pt x="0" y="1375558"/>
                  <a:pt x="0" y="1333506"/>
                </a:cubicBezTo>
                <a:lnTo>
                  <a:pt x="0" y="76194"/>
                </a:lnTo>
                <a:cubicBezTo>
                  <a:pt x="0" y="34142"/>
                  <a:pt x="34142" y="0"/>
                  <a:pt x="76194" y="0"/>
                </a:cubicBezTo>
                <a:close/>
              </a:path>
            </a:pathLst>
          </a:custGeom>
          <a:solidFill>
            <a:srgbClr val="E2E8F0">
              <a:alpha val="10196"/>
            </a:srgbClr>
          </a:solidFill>
        </p:spPr>
      </p:sp>
      <p:sp>
        <p:nvSpPr>
          <p:cNvPr id="18" name="Shape 15"/>
          <p:cNvSpPr/>
          <p:nvPr/>
        </p:nvSpPr>
        <p:spPr>
          <a:xfrm>
            <a:off x="8068469" y="3886200"/>
            <a:ext cx="342900" cy="342900"/>
          </a:xfrm>
          <a:custGeom>
            <a:avLst/>
            <a:gdLst/>
            <a:ahLst/>
            <a:cxnLst/>
            <a:rect l="l" t="t" r="r" b="b"/>
            <a:pathLst>
              <a:path w="342900" h="342900">
                <a:moveTo>
                  <a:pt x="44135" y="153033"/>
                </a:moveTo>
                <a:cubicBezTo>
                  <a:pt x="53042" y="90748"/>
                  <a:pt x="106687" y="42863"/>
                  <a:pt x="171450" y="42863"/>
                </a:cubicBezTo>
                <a:cubicBezTo>
                  <a:pt x="206946" y="42863"/>
                  <a:pt x="239092" y="57262"/>
                  <a:pt x="262399" y="80501"/>
                </a:cubicBezTo>
                <a:cubicBezTo>
                  <a:pt x="262533" y="80635"/>
                  <a:pt x="262667" y="80769"/>
                  <a:pt x="262801" y="80903"/>
                </a:cubicBezTo>
                <a:lnTo>
                  <a:pt x="267891" y="85725"/>
                </a:lnTo>
                <a:lnTo>
                  <a:pt x="235811" y="85725"/>
                </a:lnTo>
                <a:cubicBezTo>
                  <a:pt x="223957" y="85725"/>
                  <a:pt x="214379" y="95302"/>
                  <a:pt x="214379" y="107156"/>
                </a:cubicBezTo>
                <a:cubicBezTo>
                  <a:pt x="214379" y="119010"/>
                  <a:pt x="223957" y="128588"/>
                  <a:pt x="235811" y="128588"/>
                </a:cubicBezTo>
                <a:lnTo>
                  <a:pt x="321536" y="128588"/>
                </a:lnTo>
                <a:cubicBezTo>
                  <a:pt x="333390" y="128588"/>
                  <a:pt x="342967" y="119010"/>
                  <a:pt x="342967" y="107156"/>
                </a:cubicBezTo>
                <a:lnTo>
                  <a:pt x="342967" y="21431"/>
                </a:lnTo>
                <a:cubicBezTo>
                  <a:pt x="342967" y="9577"/>
                  <a:pt x="333390" y="0"/>
                  <a:pt x="321536" y="0"/>
                </a:cubicBezTo>
                <a:cubicBezTo>
                  <a:pt x="309682" y="0"/>
                  <a:pt x="300104" y="9577"/>
                  <a:pt x="300104" y="21431"/>
                </a:cubicBezTo>
                <a:lnTo>
                  <a:pt x="300104" y="57195"/>
                </a:lnTo>
                <a:lnTo>
                  <a:pt x="292537" y="50029"/>
                </a:lnTo>
                <a:cubicBezTo>
                  <a:pt x="261528" y="19154"/>
                  <a:pt x="218666" y="0"/>
                  <a:pt x="171450" y="0"/>
                </a:cubicBezTo>
                <a:cubicBezTo>
                  <a:pt x="85055" y="0"/>
                  <a:pt x="13595" y="63892"/>
                  <a:pt x="1741" y="147005"/>
                </a:cubicBezTo>
                <a:cubicBezTo>
                  <a:pt x="67" y="158725"/>
                  <a:pt x="8171" y="169575"/>
                  <a:pt x="19891" y="171249"/>
                </a:cubicBezTo>
                <a:cubicBezTo>
                  <a:pt x="31611" y="172923"/>
                  <a:pt x="42461" y="164753"/>
                  <a:pt x="44135" y="153099"/>
                </a:cubicBezTo>
                <a:close/>
                <a:moveTo>
                  <a:pt x="341159" y="195895"/>
                </a:moveTo>
                <a:cubicBezTo>
                  <a:pt x="342833" y="184175"/>
                  <a:pt x="334662" y="173325"/>
                  <a:pt x="323009" y="171651"/>
                </a:cubicBezTo>
                <a:cubicBezTo>
                  <a:pt x="311356" y="169977"/>
                  <a:pt x="300439" y="178147"/>
                  <a:pt x="298765" y="189801"/>
                </a:cubicBezTo>
                <a:cubicBezTo>
                  <a:pt x="289858" y="252085"/>
                  <a:pt x="236213" y="299971"/>
                  <a:pt x="171450" y="299971"/>
                </a:cubicBezTo>
                <a:cubicBezTo>
                  <a:pt x="135954" y="299971"/>
                  <a:pt x="103808" y="285571"/>
                  <a:pt x="80501" y="262332"/>
                </a:cubicBezTo>
                <a:cubicBezTo>
                  <a:pt x="80367" y="262198"/>
                  <a:pt x="80233" y="262064"/>
                  <a:pt x="80099" y="261930"/>
                </a:cubicBezTo>
                <a:lnTo>
                  <a:pt x="75009" y="257108"/>
                </a:lnTo>
                <a:lnTo>
                  <a:pt x="107089" y="257108"/>
                </a:lnTo>
                <a:cubicBezTo>
                  <a:pt x="118943" y="257108"/>
                  <a:pt x="128521" y="247531"/>
                  <a:pt x="128521" y="235677"/>
                </a:cubicBezTo>
                <a:cubicBezTo>
                  <a:pt x="128521" y="223823"/>
                  <a:pt x="118943" y="214246"/>
                  <a:pt x="107089" y="214246"/>
                </a:cubicBezTo>
                <a:lnTo>
                  <a:pt x="21431" y="214313"/>
                </a:lnTo>
                <a:cubicBezTo>
                  <a:pt x="15739" y="214313"/>
                  <a:pt x="10247" y="216590"/>
                  <a:pt x="6228" y="220675"/>
                </a:cubicBezTo>
                <a:cubicBezTo>
                  <a:pt x="2210" y="224760"/>
                  <a:pt x="-67" y="230185"/>
                  <a:pt x="0" y="235945"/>
                </a:cubicBezTo>
                <a:lnTo>
                  <a:pt x="670" y="321000"/>
                </a:lnTo>
                <a:cubicBezTo>
                  <a:pt x="737" y="332854"/>
                  <a:pt x="10448" y="342364"/>
                  <a:pt x="22302" y="342230"/>
                </a:cubicBezTo>
                <a:cubicBezTo>
                  <a:pt x="34156" y="342096"/>
                  <a:pt x="43666" y="332452"/>
                  <a:pt x="43532" y="320598"/>
                </a:cubicBezTo>
                <a:lnTo>
                  <a:pt x="43264" y="286107"/>
                </a:lnTo>
                <a:lnTo>
                  <a:pt x="50430" y="292871"/>
                </a:lnTo>
                <a:cubicBezTo>
                  <a:pt x="81439" y="323746"/>
                  <a:pt x="124234" y="342900"/>
                  <a:pt x="171450" y="342900"/>
                </a:cubicBezTo>
                <a:cubicBezTo>
                  <a:pt x="257845" y="342900"/>
                  <a:pt x="329305" y="279008"/>
                  <a:pt x="341159" y="195895"/>
                </a:cubicBezTo>
                <a:close/>
              </a:path>
            </a:pathLst>
          </a:custGeom>
          <a:solidFill>
            <a:srgbClr val="E2E8F0"/>
          </a:solidFill>
        </p:spPr>
      </p:sp>
      <p:sp>
        <p:nvSpPr>
          <p:cNvPr id="19" name="Text 16"/>
          <p:cNvSpPr/>
          <p:nvPr/>
        </p:nvSpPr>
        <p:spPr>
          <a:xfrm>
            <a:off x="7501335" y="4343400"/>
            <a:ext cx="1476375" cy="266700"/>
          </a:xfrm>
          <a:prstGeom prst="rect">
            <a:avLst/>
          </a:prstGeom>
          <a:noFill/>
        </p:spPr>
        <p:txBody>
          <a:bodyPr wrap="square" lIns="0" tIns="0" rIns="0" bIns="0" rtlCol="0" anchor="ctr"/>
          <a:lstStyle/>
          <a:p>
            <a:pPr algn="ctr">
              <a:lnSpc>
                <a:spcPct val="120000"/>
              </a:lnSpc>
            </a:pPr>
            <a:r>
              <a:rPr lang="en-US" sz="1500" b="1" dirty="0">
                <a:solidFill>
                  <a:srgbClr val="E2E8F0"/>
                </a:solidFill>
                <a:latin typeface="Quattrocento Sans" panose="020B0502050000020003" pitchFamily="34" charset="0"/>
                <a:ea typeface="Quattrocento Sans" panose="020B0502050000020003" pitchFamily="34" charset="-122"/>
                <a:cs typeface="Quattrocento Sans" panose="020B0502050000020003" pitchFamily="34" charset="-120"/>
              </a:rPr>
              <a:t>Amazon Testing</a:t>
            </a:r>
            <a:endParaRPr lang="en-US" sz="1600" dirty="0"/>
          </a:p>
        </p:txBody>
      </p:sp>
      <p:sp>
        <p:nvSpPr>
          <p:cNvPr id="20" name="Text 17"/>
          <p:cNvSpPr/>
          <p:nvPr/>
        </p:nvSpPr>
        <p:spPr>
          <a:xfrm>
            <a:off x="7510860" y="4610100"/>
            <a:ext cx="1457325" cy="228600"/>
          </a:xfrm>
          <a:prstGeom prst="rect">
            <a:avLst/>
          </a:prstGeom>
          <a:noFill/>
        </p:spPr>
        <p:txBody>
          <a:bodyPr wrap="square" lIns="0" tIns="0" rIns="0" bIns="0" rtlCol="0" anchor="ctr"/>
          <a:lstStyle/>
          <a:p>
            <a:pPr algn="ctr">
              <a:lnSpc>
                <a:spcPct val="130000"/>
              </a:lnSpc>
            </a:pPr>
            <a:r>
              <a:rPr lang="en-US" sz="1200" dirty="0">
                <a:solidFill>
                  <a:srgbClr val="E2E8F0">
                    <a:alpha val="70000"/>
                  </a:srgbClr>
                </a:solidFill>
                <a:latin typeface="Quattrocento Sans" panose="020B0502050000020003" pitchFamily="34" charset="0"/>
                <a:ea typeface="Quattrocento Sans" panose="020B0502050000020003" pitchFamily="34" charset="-122"/>
                <a:cs typeface="Quattrocento Sans" panose="020B0502050000020003" pitchFamily="34" charset="-120"/>
              </a:rPr>
              <a:t>7 Test Cases</a:t>
            </a:r>
            <a:endParaRPr lang="en-US" sz="1600" dirty="0"/>
          </a:p>
        </p:txBody>
      </p:sp>
      <p:sp>
        <p:nvSpPr>
          <p:cNvPr id="21" name="Shape 18"/>
          <p:cNvSpPr/>
          <p:nvPr/>
        </p:nvSpPr>
        <p:spPr>
          <a:xfrm>
            <a:off x="400050" y="5524500"/>
            <a:ext cx="5581650" cy="1104900"/>
          </a:xfrm>
          <a:custGeom>
            <a:avLst/>
            <a:gdLst/>
            <a:ahLst/>
            <a:cxnLst/>
            <a:rect l="l" t="t" r="r" b="b"/>
            <a:pathLst>
              <a:path w="5581650" h="1104900">
                <a:moveTo>
                  <a:pt x="38100" y="0"/>
                </a:moveTo>
                <a:lnTo>
                  <a:pt x="5505445" y="0"/>
                </a:lnTo>
                <a:cubicBezTo>
                  <a:pt x="5547532" y="0"/>
                  <a:pt x="5581650" y="34118"/>
                  <a:pt x="5581650" y="76205"/>
                </a:cubicBezTo>
                <a:lnTo>
                  <a:pt x="5581650" y="1028695"/>
                </a:lnTo>
                <a:cubicBezTo>
                  <a:pt x="5581650" y="1070782"/>
                  <a:pt x="5547532" y="1104900"/>
                  <a:pt x="5505445" y="1104900"/>
                </a:cubicBezTo>
                <a:lnTo>
                  <a:pt x="38100" y="1104900"/>
                </a:lnTo>
                <a:cubicBezTo>
                  <a:pt x="17072" y="1104900"/>
                  <a:pt x="0" y="1087828"/>
                  <a:pt x="0" y="1066800"/>
                </a:cubicBezTo>
                <a:lnTo>
                  <a:pt x="0" y="38100"/>
                </a:lnTo>
                <a:cubicBezTo>
                  <a:pt x="0" y="17072"/>
                  <a:pt x="17072" y="0"/>
                  <a:pt x="38100" y="0"/>
                </a:cubicBezTo>
                <a:close/>
              </a:path>
            </a:pathLst>
          </a:custGeom>
          <a:solidFill>
            <a:srgbClr val="E2E8F0">
              <a:alpha val="10196"/>
            </a:srgbClr>
          </a:solidFill>
        </p:spPr>
      </p:sp>
      <p:sp>
        <p:nvSpPr>
          <p:cNvPr id="22" name="Shape 19"/>
          <p:cNvSpPr/>
          <p:nvPr/>
        </p:nvSpPr>
        <p:spPr>
          <a:xfrm>
            <a:off x="400050" y="5524500"/>
            <a:ext cx="38100" cy="1104900"/>
          </a:xfrm>
          <a:custGeom>
            <a:avLst/>
            <a:gdLst/>
            <a:ahLst/>
            <a:cxnLst/>
            <a:rect l="l" t="t" r="r" b="b"/>
            <a:pathLst>
              <a:path w="38100" h="1104900">
                <a:moveTo>
                  <a:pt x="38100" y="0"/>
                </a:moveTo>
                <a:lnTo>
                  <a:pt x="38100" y="0"/>
                </a:lnTo>
                <a:lnTo>
                  <a:pt x="38100" y="1104900"/>
                </a:lnTo>
                <a:lnTo>
                  <a:pt x="38100" y="1104900"/>
                </a:lnTo>
                <a:cubicBezTo>
                  <a:pt x="17072" y="1104900"/>
                  <a:pt x="0" y="1087828"/>
                  <a:pt x="0" y="1066800"/>
                </a:cubicBezTo>
                <a:lnTo>
                  <a:pt x="0" y="38100"/>
                </a:lnTo>
                <a:cubicBezTo>
                  <a:pt x="0" y="17072"/>
                  <a:pt x="17072" y="0"/>
                  <a:pt x="38100" y="0"/>
                </a:cubicBezTo>
                <a:close/>
              </a:path>
            </a:pathLst>
          </a:custGeom>
          <a:solidFill>
            <a:srgbClr val="718096"/>
          </a:solidFill>
        </p:spPr>
      </p:sp>
      <p:sp>
        <p:nvSpPr>
          <p:cNvPr id="23" name="Text 20"/>
          <p:cNvSpPr/>
          <p:nvPr/>
        </p:nvSpPr>
        <p:spPr>
          <a:xfrm>
            <a:off x="609600" y="5715000"/>
            <a:ext cx="5248275" cy="190500"/>
          </a:xfrm>
          <a:prstGeom prst="rect">
            <a:avLst/>
          </a:prstGeom>
          <a:noFill/>
        </p:spPr>
        <p:txBody>
          <a:bodyPr wrap="square" lIns="0" tIns="0" rIns="0" bIns="0" rtlCol="0" anchor="ctr"/>
          <a:lstStyle/>
          <a:p>
            <a:pPr>
              <a:lnSpc>
                <a:spcPct val="120000"/>
              </a:lnSpc>
            </a:pPr>
            <a:r>
              <a:rPr lang="en-US" sz="1050" dirty="0">
                <a:solidFill>
                  <a:srgbClr val="E2E8F0">
                    <a:alpha val="70000"/>
                  </a:srgbClr>
                </a:solidFill>
                <a:latin typeface="Quattrocento Sans" panose="020B0502050000020003" pitchFamily="34" charset="0"/>
                <a:ea typeface="Quattrocento Sans" panose="020B0502050000020003" pitchFamily="34" charset="-122"/>
                <a:cs typeface="Quattrocento Sans" panose="020B0502050000020003" pitchFamily="34" charset="-120"/>
              </a:rPr>
              <a:t>Team Member</a:t>
            </a:r>
            <a:endParaRPr lang="en-US" sz="1600" dirty="0"/>
          </a:p>
        </p:txBody>
      </p:sp>
      <p:sp>
        <p:nvSpPr>
          <p:cNvPr id="24" name="Text 21"/>
          <p:cNvSpPr/>
          <p:nvPr/>
        </p:nvSpPr>
        <p:spPr>
          <a:xfrm>
            <a:off x="609600" y="5943600"/>
            <a:ext cx="5276850" cy="266700"/>
          </a:xfrm>
          <a:prstGeom prst="rect">
            <a:avLst/>
          </a:prstGeom>
          <a:noFill/>
        </p:spPr>
        <p:txBody>
          <a:bodyPr wrap="square" lIns="0" tIns="0" rIns="0" bIns="0" rtlCol="0" anchor="ctr"/>
          <a:lstStyle/>
          <a:p>
            <a:pPr>
              <a:lnSpc>
                <a:spcPct val="120000"/>
              </a:lnSpc>
            </a:pPr>
            <a:r>
              <a:rPr lang="en-US" sz="1500" b="1" dirty="0">
                <a:solidFill>
                  <a:srgbClr val="E2E8F0"/>
                </a:solidFill>
                <a:latin typeface="Quattrocento Sans" panose="020B0502050000020003" pitchFamily="34" charset="0"/>
                <a:ea typeface="Quattrocento Sans" panose="020B0502050000020003" pitchFamily="34" charset="-122"/>
                <a:cs typeface="Quattrocento Sans" panose="020B0502050000020003" pitchFamily="34" charset="-120"/>
              </a:rPr>
              <a:t>M. TALHA FAROOQI</a:t>
            </a:r>
            <a:endParaRPr lang="en-US" sz="1600" dirty="0"/>
          </a:p>
        </p:txBody>
      </p:sp>
      <p:sp>
        <p:nvSpPr>
          <p:cNvPr id="25" name="Text 22"/>
          <p:cNvSpPr/>
          <p:nvPr/>
        </p:nvSpPr>
        <p:spPr>
          <a:xfrm>
            <a:off x="609600" y="6210300"/>
            <a:ext cx="5257800" cy="228600"/>
          </a:xfrm>
          <a:prstGeom prst="rect">
            <a:avLst/>
          </a:prstGeom>
          <a:noFill/>
        </p:spPr>
        <p:txBody>
          <a:bodyPr wrap="square" lIns="0" tIns="0" rIns="0" bIns="0" rtlCol="0" anchor="ctr"/>
          <a:lstStyle/>
          <a:p>
            <a:pPr>
              <a:lnSpc>
                <a:spcPct val="130000"/>
              </a:lnSpc>
            </a:pPr>
            <a:r>
              <a:rPr lang="en-US" sz="1200" dirty="0">
                <a:solidFill>
                  <a:srgbClr val="E2E8F0">
                    <a:alpha val="80000"/>
                  </a:srgbClr>
                </a:solidFill>
                <a:latin typeface="Quattrocento Sans" panose="020B0502050000020003" pitchFamily="34" charset="0"/>
                <a:ea typeface="Quattrocento Sans" panose="020B0502050000020003" pitchFamily="34" charset="-122"/>
                <a:cs typeface="Quattrocento Sans" panose="020B0502050000020003" pitchFamily="34" charset="-120"/>
              </a:rPr>
              <a:t>F2022065010</a:t>
            </a:r>
            <a:endParaRPr lang="en-US" sz="1600" dirty="0"/>
          </a:p>
        </p:txBody>
      </p:sp>
      <p:sp>
        <p:nvSpPr>
          <p:cNvPr id="26" name="Shape 23"/>
          <p:cNvSpPr/>
          <p:nvPr/>
        </p:nvSpPr>
        <p:spPr>
          <a:xfrm>
            <a:off x="6229350" y="5524500"/>
            <a:ext cx="5581650" cy="1104900"/>
          </a:xfrm>
          <a:custGeom>
            <a:avLst/>
            <a:gdLst/>
            <a:ahLst/>
            <a:cxnLst/>
            <a:rect l="l" t="t" r="r" b="b"/>
            <a:pathLst>
              <a:path w="5581650" h="1104900">
                <a:moveTo>
                  <a:pt x="38100" y="0"/>
                </a:moveTo>
                <a:lnTo>
                  <a:pt x="5505445" y="0"/>
                </a:lnTo>
                <a:cubicBezTo>
                  <a:pt x="5547532" y="0"/>
                  <a:pt x="5581650" y="34118"/>
                  <a:pt x="5581650" y="76205"/>
                </a:cubicBezTo>
                <a:lnTo>
                  <a:pt x="5581650" y="1028695"/>
                </a:lnTo>
                <a:cubicBezTo>
                  <a:pt x="5581650" y="1070782"/>
                  <a:pt x="5547532" y="1104900"/>
                  <a:pt x="5505445" y="1104900"/>
                </a:cubicBezTo>
                <a:lnTo>
                  <a:pt x="38100" y="1104900"/>
                </a:lnTo>
                <a:cubicBezTo>
                  <a:pt x="17072" y="1104900"/>
                  <a:pt x="0" y="1087828"/>
                  <a:pt x="0" y="1066800"/>
                </a:cubicBezTo>
                <a:lnTo>
                  <a:pt x="0" y="38100"/>
                </a:lnTo>
                <a:cubicBezTo>
                  <a:pt x="0" y="17072"/>
                  <a:pt x="17072" y="0"/>
                  <a:pt x="38100" y="0"/>
                </a:cubicBezTo>
                <a:close/>
              </a:path>
            </a:pathLst>
          </a:custGeom>
          <a:solidFill>
            <a:srgbClr val="E2E8F0">
              <a:alpha val="10196"/>
            </a:srgbClr>
          </a:solidFill>
        </p:spPr>
      </p:sp>
      <p:sp>
        <p:nvSpPr>
          <p:cNvPr id="27" name="Shape 24"/>
          <p:cNvSpPr/>
          <p:nvPr/>
        </p:nvSpPr>
        <p:spPr>
          <a:xfrm>
            <a:off x="6229350" y="5524500"/>
            <a:ext cx="38100" cy="1104900"/>
          </a:xfrm>
          <a:custGeom>
            <a:avLst/>
            <a:gdLst/>
            <a:ahLst/>
            <a:cxnLst/>
            <a:rect l="l" t="t" r="r" b="b"/>
            <a:pathLst>
              <a:path w="38100" h="1104900">
                <a:moveTo>
                  <a:pt x="38100" y="0"/>
                </a:moveTo>
                <a:lnTo>
                  <a:pt x="38100" y="0"/>
                </a:lnTo>
                <a:lnTo>
                  <a:pt x="38100" y="1104900"/>
                </a:lnTo>
                <a:lnTo>
                  <a:pt x="38100" y="1104900"/>
                </a:lnTo>
                <a:cubicBezTo>
                  <a:pt x="17072" y="1104900"/>
                  <a:pt x="0" y="1087828"/>
                  <a:pt x="0" y="1066800"/>
                </a:cubicBezTo>
                <a:lnTo>
                  <a:pt x="0" y="38100"/>
                </a:lnTo>
                <a:cubicBezTo>
                  <a:pt x="0" y="17072"/>
                  <a:pt x="17072" y="0"/>
                  <a:pt x="38100" y="0"/>
                </a:cubicBezTo>
                <a:close/>
              </a:path>
            </a:pathLst>
          </a:custGeom>
          <a:solidFill>
            <a:srgbClr val="718096"/>
          </a:solidFill>
        </p:spPr>
      </p:sp>
      <p:sp>
        <p:nvSpPr>
          <p:cNvPr id="28" name="Text 25"/>
          <p:cNvSpPr/>
          <p:nvPr/>
        </p:nvSpPr>
        <p:spPr>
          <a:xfrm>
            <a:off x="6438900" y="5715000"/>
            <a:ext cx="5248275" cy="190500"/>
          </a:xfrm>
          <a:prstGeom prst="rect">
            <a:avLst/>
          </a:prstGeom>
          <a:noFill/>
        </p:spPr>
        <p:txBody>
          <a:bodyPr wrap="square" lIns="0" tIns="0" rIns="0" bIns="0" rtlCol="0" anchor="ctr"/>
          <a:lstStyle/>
          <a:p>
            <a:pPr>
              <a:lnSpc>
                <a:spcPct val="120000"/>
              </a:lnSpc>
            </a:pPr>
            <a:r>
              <a:rPr lang="en-US" sz="1050" dirty="0">
                <a:solidFill>
                  <a:srgbClr val="E2E8F0">
                    <a:alpha val="70000"/>
                  </a:srgbClr>
                </a:solidFill>
                <a:latin typeface="Quattrocento Sans" panose="020B0502050000020003" pitchFamily="34" charset="0"/>
                <a:ea typeface="Quattrocento Sans" panose="020B0502050000020003" pitchFamily="34" charset="-122"/>
                <a:cs typeface="Quattrocento Sans" panose="020B0502050000020003" pitchFamily="34" charset="-120"/>
              </a:rPr>
              <a:t>Team Member</a:t>
            </a:r>
            <a:endParaRPr lang="en-US" sz="1600" dirty="0"/>
          </a:p>
        </p:txBody>
      </p:sp>
      <p:sp>
        <p:nvSpPr>
          <p:cNvPr id="29" name="Text 26"/>
          <p:cNvSpPr/>
          <p:nvPr/>
        </p:nvSpPr>
        <p:spPr>
          <a:xfrm>
            <a:off x="6438900" y="5943600"/>
            <a:ext cx="5276850" cy="266700"/>
          </a:xfrm>
          <a:prstGeom prst="rect">
            <a:avLst/>
          </a:prstGeom>
          <a:noFill/>
        </p:spPr>
        <p:txBody>
          <a:bodyPr wrap="square" lIns="0" tIns="0" rIns="0" bIns="0" rtlCol="0" anchor="ctr"/>
          <a:lstStyle/>
          <a:p>
            <a:pPr>
              <a:lnSpc>
                <a:spcPct val="120000"/>
              </a:lnSpc>
            </a:pPr>
            <a:r>
              <a:rPr lang="en-US" sz="1500" b="1" dirty="0">
                <a:solidFill>
                  <a:srgbClr val="E2E8F0"/>
                </a:solidFill>
                <a:latin typeface="Quattrocento Sans" panose="020B0502050000020003" pitchFamily="34" charset="0"/>
                <a:ea typeface="Quattrocento Sans" panose="020B0502050000020003" pitchFamily="34" charset="-122"/>
                <a:cs typeface="Quattrocento Sans" panose="020B0502050000020003" pitchFamily="34" charset="-120"/>
              </a:rPr>
              <a:t>HUSNAIN ASLAM</a:t>
            </a:r>
            <a:endParaRPr lang="en-US" sz="1600" dirty="0"/>
          </a:p>
        </p:txBody>
      </p:sp>
      <p:sp>
        <p:nvSpPr>
          <p:cNvPr id="30" name="Text 27"/>
          <p:cNvSpPr/>
          <p:nvPr/>
        </p:nvSpPr>
        <p:spPr>
          <a:xfrm>
            <a:off x="6438900" y="6210300"/>
            <a:ext cx="5257800" cy="228600"/>
          </a:xfrm>
          <a:prstGeom prst="rect">
            <a:avLst/>
          </a:prstGeom>
          <a:noFill/>
        </p:spPr>
        <p:txBody>
          <a:bodyPr wrap="square" lIns="0" tIns="0" rIns="0" bIns="0" rtlCol="0" anchor="ctr"/>
          <a:lstStyle/>
          <a:p>
            <a:pPr>
              <a:lnSpc>
                <a:spcPct val="130000"/>
              </a:lnSpc>
            </a:pPr>
            <a:r>
              <a:rPr lang="en-US" sz="1200" dirty="0">
                <a:solidFill>
                  <a:srgbClr val="E2E8F0">
                    <a:alpha val="80000"/>
                  </a:srgbClr>
                </a:solidFill>
                <a:latin typeface="Quattrocento Sans" panose="020B0502050000020003" pitchFamily="34" charset="0"/>
                <a:ea typeface="Quattrocento Sans" panose="020B0502050000020003" pitchFamily="34" charset="-122"/>
                <a:cs typeface="Quattrocento Sans" panose="020B0502050000020003" pitchFamily="34" charset="-120"/>
              </a:rPr>
              <a:t>F2022065361</a:t>
            </a:r>
            <a:endParaRPr lang="en-US" sz="1600" dirty="0"/>
          </a:p>
        </p:txBody>
      </p:sp>
    </p:spTree>
  </p:cSld>
  <p:clrMapOvr>
    <a:masterClrMapping/>
  </p:clrMapOvr>
  <p:transition>
    <p:fade/>
  </p:transition>
</p:sld>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7642</Words>
  <Application>WPS Presentation</Application>
  <PresentationFormat>On-screen Show (16:9)</PresentationFormat>
  <Paragraphs>534</Paragraphs>
  <Slides>14</Slides>
  <Notes>15</Notes>
  <HiddenSlides>0</HiddenSlides>
  <MMClips>0</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14</vt:i4>
      </vt:variant>
    </vt:vector>
  </HeadingPairs>
  <TitlesOfParts>
    <vt:vector size="33" baseType="lpstr">
      <vt:lpstr>Arial</vt:lpstr>
      <vt:lpstr>SimSun</vt:lpstr>
      <vt:lpstr>Wingdings</vt:lpstr>
      <vt:lpstr>Quattrocento Sans</vt:lpstr>
      <vt:lpstr>Quattrocento Sans</vt:lpstr>
      <vt:lpstr>Quattrocento Sans</vt:lpstr>
      <vt:lpstr>Hedvig Letters Sans</vt:lpstr>
      <vt:lpstr>Hedvig Letters Sans</vt:lpstr>
      <vt:lpstr>Hedvig Letters Sans</vt:lpstr>
      <vt:lpstr>Liter</vt:lpstr>
      <vt:lpstr>Liter</vt:lpstr>
      <vt:lpstr>Liter</vt:lpstr>
      <vt:lpstr>MiSans</vt:lpstr>
      <vt:lpstr>MiSans</vt:lpstr>
      <vt:lpstr>Microsoft YaHei</vt:lpstr>
      <vt:lpstr>Microsoft YaHei</vt:lpstr>
      <vt:lpstr>Calibri</vt:lpstr>
      <vt:lpstr>Arial Unicode MS</vt:lpstr>
      <vt:lpstr>Custom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Moonshot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Selenium Automation Testing - SQE Project</dc:title>
  <dc:creator>Kimi</dc:creator>
  <dc:subject>Selenium Automation Testing - SQE Project</dc:subject>
  <cp:lastModifiedBy>Husnain</cp:lastModifiedBy>
  <cp:revision>24</cp:revision>
  <dcterms:created xsi:type="dcterms:W3CDTF">2026-01-19T13:17:00Z</dcterms:created>
  <dcterms:modified xsi:type="dcterms:W3CDTF">2026-05-30T09:11:44Z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{"Label":"Selenium Automation Testing - SQE Project","ContentProducer":"001191110108MACG2KBH8F10000","ProduceID":"19bd6636-a2a2-8aa1-8000-0000d2df06f4","ReservedCode1":"","ContentPropagator":"001191110108MACG2KBH8F20000","PropagateID":"19bd6636-a2a2-8aa1-8000-0000d2df06f4","ReservedCode2":""}</vt:lpwstr>
  </property>
  <property fmtid="{D5CDD505-2E9C-101B-9397-08002B2CF9AE}" pid="3" name="ICV">
    <vt:lpwstr>7424FC63FA384E79BDACA5799A785DE0_12</vt:lpwstr>
  </property>
  <property fmtid="{D5CDD505-2E9C-101B-9397-08002B2CF9AE}" pid="4" name="KSOProductBuildVer">
    <vt:lpwstr>2057-12.2.0.23202</vt:lpwstr>
  </property>
</Properties>
</file>